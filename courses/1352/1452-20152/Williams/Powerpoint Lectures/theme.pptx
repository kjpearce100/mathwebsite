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  <a:srgbClr val="5F5F5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00" autoAdjust="0"/>
  </p:normalViewPr>
  <p:slideViewPr>
    <p:cSldViewPr>
      <p:cViewPr varScale="1">
        <p:scale>
          <a:sx n="102" d="100"/>
          <a:sy n="102" d="100"/>
        </p:scale>
        <p:origin x="-37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1/24/2011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922742" y="3048000"/>
            <a:ext cx="1847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sz="4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38862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1475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Concourse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352</cp:revision>
  <dcterms:created xsi:type="dcterms:W3CDTF">2006-08-16T00:00:00Z</dcterms:created>
  <dcterms:modified xsi:type="dcterms:W3CDTF">2011-01-24T14:44:11Z</dcterms:modified>
</cp:coreProperties>
</file>