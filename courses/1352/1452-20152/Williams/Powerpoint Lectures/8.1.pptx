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8"/>
  </p:notes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3" r:id="rId13"/>
    <p:sldId id="274" r:id="rId14"/>
    <p:sldId id="272" r:id="rId15"/>
    <p:sldId id="260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75" r:id="rId25"/>
    <p:sldId id="261" r:id="rId26"/>
    <p:sldId id="277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4" autoAdjust="0"/>
    <p:restoredTop sz="94718" autoAdjust="0"/>
  </p:normalViewPr>
  <p:slideViewPr>
    <p:cSldViewPr>
      <p:cViewPr varScale="1">
        <p:scale>
          <a:sx n="110" d="100"/>
          <a:sy n="110" d="100"/>
        </p:scale>
        <p:origin x="-86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8CA4F0-C85D-4375-BD7A-6E75DFBB521A}" type="doc">
      <dgm:prSet loTypeId="urn:microsoft.com/office/officeart/2005/8/layout/hierarchy2" loCatId="hierarchy" qsTypeId="urn:microsoft.com/office/officeart/2005/8/quickstyle/3d2" qsCatId="3D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20BCDEC6-7142-481D-AEAC-71CD102F5152}">
      <dgm:prSet/>
      <dgm:spPr/>
      <dgm:t>
        <a:bodyPr/>
        <a:lstStyle/>
        <a:p>
          <a:pPr rtl="0"/>
          <a:r>
            <a:rPr lang="en-US" dirty="0" err="1" smtClean="0"/>
            <a:t>n</a:t>
          </a:r>
          <a:r>
            <a:rPr lang="en-US" baseline="30000" dirty="0" err="1" smtClean="0"/>
            <a:t>n</a:t>
          </a:r>
          <a:endParaRPr lang="en-US" baseline="30000" dirty="0"/>
        </a:p>
      </dgm:t>
    </dgm:pt>
    <dgm:pt modelId="{46C1C50C-1486-4080-83E5-A502EE455354}" type="parTrans" cxnId="{9F3DA58A-9A24-4CD2-8D03-C80E5A3F9AF1}">
      <dgm:prSet/>
      <dgm:spPr/>
      <dgm:t>
        <a:bodyPr/>
        <a:lstStyle/>
        <a:p>
          <a:endParaRPr lang="en-US"/>
        </a:p>
      </dgm:t>
    </dgm:pt>
    <dgm:pt modelId="{0C4BB99B-B606-4F4D-B80A-C5AC3F38A2EB}" type="sibTrans" cxnId="{9F3DA58A-9A24-4CD2-8D03-C80E5A3F9AF1}">
      <dgm:prSet/>
      <dgm:spPr/>
      <dgm:t>
        <a:bodyPr/>
        <a:lstStyle/>
        <a:p>
          <a:endParaRPr lang="en-US"/>
        </a:p>
      </dgm:t>
    </dgm:pt>
    <dgm:pt modelId="{53025D57-F2B1-4C7E-AC2A-213D486E9DD1}">
      <dgm:prSet/>
      <dgm:spPr/>
      <dgm:t>
        <a:bodyPr/>
        <a:lstStyle/>
        <a:p>
          <a:pPr rtl="0"/>
          <a:r>
            <a:rPr lang="en-US" dirty="0" smtClean="0"/>
            <a:t>n!</a:t>
          </a:r>
          <a:endParaRPr lang="en-US" dirty="0"/>
        </a:p>
      </dgm:t>
    </dgm:pt>
    <dgm:pt modelId="{18E9BD4A-982F-46CE-8ACA-2735DBFF33E9}" type="parTrans" cxnId="{6258B002-19CA-42A0-8C93-092C9A682974}">
      <dgm:prSet/>
      <dgm:spPr/>
      <dgm:t>
        <a:bodyPr/>
        <a:lstStyle/>
        <a:p>
          <a:endParaRPr lang="en-US"/>
        </a:p>
      </dgm:t>
    </dgm:pt>
    <dgm:pt modelId="{D93058D9-8D24-4438-BC6A-52DA6CC71163}" type="sibTrans" cxnId="{6258B002-19CA-42A0-8C93-092C9A682974}">
      <dgm:prSet/>
      <dgm:spPr/>
      <dgm:t>
        <a:bodyPr/>
        <a:lstStyle/>
        <a:p>
          <a:endParaRPr lang="en-US"/>
        </a:p>
      </dgm:t>
    </dgm:pt>
    <dgm:pt modelId="{56B7A458-EDE1-40EE-826E-924C122C713A}">
      <dgm:prSet/>
      <dgm:spPr/>
      <dgm:t>
        <a:bodyPr/>
        <a:lstStyle/>
        <a:p>
          <a:pPr rtl="0"/>
          <a:r>
            <a:rPr lang="en-US" dirty="0" smtClean="0"/>
            <a:t>3</a:t>
          </a:r>
          <a:r>
            <a:rPr lang="en-US" baseline="30000" dirty="0" smtClean="0"/>
            <a:t>n</a:t>
          </a:r>
          <a:endParaRPr lang="en-US" dirty="0"/>
        </a:p>
      </dgm:t>
    </dgm:pt>
    <dgm:pt modelId="{5C95B091-E730-4C93-A2AB-24B4A404829F}" type="parTrans" cxnId="{CA615166-E0DD-4A64-9B15-2744815ADBF6}">
      <dgm:prSet/>
      <dgm:spPr/>
      <dgm:t>
        <a:bodyPr/>
        <a:lstStyle/>
        <a:p>
          <a:endParaRPr lang="en-US"/>
        </a:p>
      </dgm:t>
    </dgm:pt>
    <dgm:pt modelId="{920BF51A-BF7F-4E08-9CF4-34D5B6EB1AF5}" type="sibTrans" cxnId="{CA615166-E0DD-4A64-9B15-2744815ADBF6}">
      <dgm:prSet/>
      <dgm:spPr/>
      <dgm:t>
        <a:bodyPr/>
        <a:lstStyle/>
        <a:p>
          <a:endParaRPr lang="en-US"/>
        </a:p>
      </dgm:t>
    </dgm:pt>
    <dgm:pt modelId="{F83AAC20-1C63-4E9F-880E-55299879055F}">
      <dgm:prSet/>
      <dgm:spPr/>
      <dgm:t>
        <a:bodyPr/>
        <a:lstStyle/>
        <a:p>
          <a:pPr rtl="0"/>
          <a:r>
            <a:rPr lang="en-US" dirty="0" smtClean="0"/>
            <a:t>e</a:t>
          </a:r>
          <a:r>
            <a:rPr lang="en-US" baseline="30000" dirty="0" smtClean="0"/>
            <a:t>n</a:t>
          </a:r>
          <a:endParaRPr lang="en-US" dirty="0"/>
        </a:p>
      </dgm:t>
    </dgm:pt>
    <dgm:pt modelId="{65E42794-37DE-4DBB-A24A-579A5A55B5C8}" type="parTrans" cxnId="{785224F7-FB59-4D6A-9DE8-92A8BBE067D7}">
      <dgm:prSet/>
      <dgm:spPr/>
      <dgm:t>
        <a:bodyPr/>
        <a:lstStyle/>
        <a:p>
          <a:endParaRPr lang="en-US"/>
        </a:p>
      </dgm:t>
    </dgm:pt>
    <dgm:pt modelId="{41CB18EA-0DB9-4EF7-94C1-29B50A9B1D4B}" type="sibTrans" cxnId="{785224F7-FB59-4D6A-9DE8-92A8BBE067D7}">
      <dgm:prSet/>
      <dgm:spPr/>
      <dgm:t>
        <a:bodyPr/>
        <a:lstStyle/>
        <a:p>
          <a:endParaRPr lang="en-US"/>
        </a:p>
      </dgm:t>
    </dgm:pt>
    <dgm:pt modelId="{CA7FF8B8-43B5-430B-9BDF-6F093564CC67}">
      <dgm:prSet/>
      <dgm:spPr/>
      <dgm:t>
        <a:bodyPr/>
        <a:lstStyle/>
        <a:p>
          <a:pPr rtl="0"/>
          <a:r>
            <a:rPr lang="en-US" dirty="0" smtClean="0"/>
            <a:t>n</a:t>
          </a:r>
          <a:r>
            <a:rPr lang="en-US" baseline="30000" dirty="0" smtClean="0"/>
            <a:t>4</a:t>
          </a:r>
          <a:endParaRPr lang="en-US" dirty="0"/>
        </a:p>
      </dgm:t>
    </dgm:pt>
    <dgm:pt modelId="{E46BEA41-614E-4D59-8011-0F91D34AADF1}" type="parTrans" cxnId="{79A9E6CB-83C8-4DA7-8880-F14769AF1666}">
      <dgm:prSet/>
      <dgm:spPr/>
      <dgm:t>
        <a:bodyPr/>
        <a:lstStyle/>
        <a:p>
          <a:endParaRPr lang="en-US"/>
        </a:p>
      </dgm:t>
    </dgm:pt>
    <dgm:pt modelId="{A331DF9C-9A9B-4A25-9B8D-0F97E20CE0FF}" type="sibTrans" cxnId="{79A9E6CB-83C8-4DA7-8880-F14769AF1666}">
      <dgm:prSet/>
      <dgm:spPr/>
      <dgm:t>
        <a:bodyPr/>
        <a:lstStyle/>
        <a:p>
          <a:endParaRPr lang="en-US"/>
        </a:p>
      </dgm:t>
    </dgm:pt>
    <dgm:pt modelId="{790F8F1D-72DB-41E8-AB57-DC9091EC7CD8}">
      <dgm:prSet/>
      <dgm:spPr/>
      <dgm:t>
        <a:bodyPr/>
        <a:lstStyle/>
        <a:p>
          <a:pPr rtl="0"/>
          <a:r>
            <a:rPr lang="en-US" dirty="0" smtClean="0"/>
            <a:t>n</a:t>
          </a:r>
          <a:r>
            <a:rPr lang="en-US" baseline="30000" dirty="0" smtClean="0"/>
            <a:t>2</a:t>
          </a:r>
          <a:endParaRPr lang="en-US" dirty="0"/>
        </a:p>
      </dgm:t>
    </dgm:pt>
    <dgm:pt modelId="{01948F79-E976-4FB7-8CE5-9159E4233966}" type="parTrans" cxnId="{2E61AC9D-4525-4B25-A482-80405F4BE6C3}">
      <dgm:prSet/>
      <dgm:spPr/>
      <dgm:t>
        <a:bodyPr/>
        <a:lstStyle/>
        <a:p>
          <a:endParaRPr lang="en-US"/>
        </a:p>
      </dgm:t>
    </dgm:pt>
    <dgm:pt modelId="{3A622D44-63AA-4BE3-A94C-91E4351EB215}" type="sibTrans" cxnId="{2E61AC9D-4525-4B25-A482-80405F4BE6C3}">
      <dgm:prSet/>
      <dgm:spPr/>
      <dgm:t>
        <a:bodyPr/>
        <a:lstStyle/>
        <a:p>
          <a:endParaRPr lang="en-US"/>
        </a:p>
      </dgm:t>
    </dgm:pt>
    <dgm:pt modelId="{81EE5053-4E71-459F-AF0C-05C9FA5E5631}">
      <dgm:prSet/>
      <dgm:spPr/>
      <dgm:t>
        <a:bodyPr/>
        <a:lstStyle/>
        <a:p>
          <a:pPr rtl="0"/>
          <a:r>
            <a:rPr lang="en-US" dirty="0" smtClean="0"/>
            <a:t>n</a:t>
          </a:r>
          <a:endParaRPr lang="en-US" dirty="0"/>
        </a:p>
      </dgm:t>
    </dgm:pt>
    <dgm:pt modelId="{31CA0F54-6502-4F64-BBA7-813CC0C962CD}" type="parTrans" cxnId="{0A06ADB5-A933-4178-BAF1-DAA53F7B7A33}">
      <dgm:prSet/>
      <dgm:spPr/>
      <dgm:t>
        <a:bodyPr/>
        <a:lstStyle/>
        <a:p>
          <a:endParaRPr lang="en-US"/>
        </a:p>
      </dgm:t>
    </dgm:pt>
    <dgm:pt modelId="{D614D238-4088-4681-B944-C80364F89825}" type="sibTrans" cxnId="{0A06ADB5-A933-4178-BAF1-DAA53F7B7A33}">
      <dgm:prSet/>
      <dgm:spPr/>
      <dgm:t>
        <a:bodyPr/>
        <a:lstStyle/>
        <a:p>
          <a:endParaRPr lang="en-US"/>
        </a:p>
      </dgm:t>
    </dgm:pt>
    <dgm:pt modelId="{3B236018-57A4-420E-90E8-E3D500F3CEF2}">
      <dgm:prSet/>
      <dgm:spPr/>
      <dgm:t>
        <a:bodyPr/>
        <a:lstStyle/>
        <a:p>
          <a:pPr rtl="0"/>
          <a:r>
            <a:rPr lang="en-US" dirty="0" smtClean="0"/>
            <a:t>√n</a:t>
          </a:r>
          <a:endParaRPr lang="en-US" dirty="0"/>
        </a:p>
      </dgm:t>
    </dgm:pt>
    <dgm:pt modelId="{7EDE4DA6-6574-4FF4-A21B-A0C0F63D4DEB}" type="parTrans" cxnId="{BD8BDA20-19D1-43CF-96A7-73D89065B9CE}">
      <dgm:prSet/>
      <dgm:spPr/>
      <dgm:t>
        <a:bodyPr/>
        <a:lstStyle/>
        <a:p>
          <a:endParaRPr lang="en-US"/>
        </a:p>
      </dgm:t>
    </dgm:pt>
    <dgm:pt modelId="{065B2C67-014A-4CA5-980F-5C0BBDB9B3A9}" type="sibTrans" cxnId="{BD8BDA20-19D1-43CF-96A7-73D89065B9CE}">
      <dgm:prSet/>
      <dgm:spPr/>
      <dgm:t>
        <a:bodyPr/>
        <a:lstStyle/>
        <a:p>
          <a:endParaRPr lang="en-US"/>
        </a:p>
      </dgm:t>
    </dgm:pt>
    <dgm:pt modelId="{F2A11861-9D09-44C8-A4BE-C3FEFFE1316F}">
      <dgm:prSet/>
      <dgm:spPr/>
      <dgm:t>
        <a:bodyPr/>
        <a:lstStyle/>
        <a:p>
          <a:pPr rtl="0"/>
          <a:r>
            <a:rPr lang="en-US" dirty="0" smtClean="0"/>
            <a:t>∜n</a:t>
          </a:r>
          <a:endParaRPr lang="en-US" dirty="0"/>
        </a:p>
      </dgm:t>
    </dgm:pt>
    <dgm:pt modelId="{72F24432-F919-427A-9929-5A86579A5619}" type="parTrans" cxnId="{4A66AABD-DADA-4AAC-BCAB-E3A8DF4DB58A}">
      <dgm:prSet/>
      <dgm:spPr/>
      <dgm:t>
        <a:bodyPr/>
        <a:lstStyle/>
        <a:p>
          <a:endParaRPr lang="en-US"/>
        </a:p>
      </dgm:t>
    </dgm:pt>
    <dgm:pt modelId="{40937C3A-75FD-4316-A527-142B71464941}" type="sibTrans" cxnId="{4A66AABD-DADA-4AAC-BCAB-E3A8DF4DB58A}">
      <dgm:prSet/>
      <dgm:spPr/>
      <dgm:t>
        <a:bodyPr/>
        <a:lstStyle/>
        <a:p>
          <a:endParaRPr lang="en-US"/>
        </a:p>
      </dgm:t>
    </dgm:pt>
    <dgm:pt modelId="{07A94E1E-B005-422E-97AD-756BDEF3F2B6}">
      <dgm:prSet/>
      <dgm:spPr/>
      <dgm:t>
        <a:bodyPr/>
        <a:lstStyle/>
        <a:p>
          <a:pPr rtl="0"/>
          <a:r>
            <a:rPr lang="en-US" dirty="0" err="1" smtClean="0"/>
            <a:t>ln</a:t>
          </a:r>
          <a:r>
            <a:rPr lang="en-US" dirty="0" smtClean="0"/>
            <a:t> n</a:t>
          </a:r>
          <a:endParaRPr lang="en-US" dirty="0"/>
        </a:p>
      </dgm:t>
    </dgm:pt>
    <dgm:pt modelId="{30AD9857-A057-4FEC-9537-321BE8EE61BE}" type="parTrans" cxnId="{549534BB-0D01-403C-967B-A4EA2B6B7283}">
      <dgm:prSet/>
      <dgm:spPr/>
      <dgm:t>
        <a:bodyPr/>
        <a:lstStyle/>
        <a:p>
          <a:endParaRPr lang="en-US"/>
        </a:p>
      </dgm:t>
    </dgm:pt>
    <dgm:pt modelId="{6182203E-5503-4843-83A7-9F8986C6ECA4}" type="sibTrans" cxnId="{549534BB-0D01-403C-967B-A4EA2B6B7283}">
      <dgm:prSet/>
      <dgm:spPr/>
      <dgm:t>
        <a:bodyPr/>
        <a:lstStyle/>
        <a:p>
          <a:endParaRPr lang="en-US"/>
        </a:p>
      </dgm:t>
    </dgm:pt>
    <dgm:pt modelId="{CFF364B8-F247-47A2-9928-6761B93B8092}" type="pres">
      <dgm:prSet presAssocID="{178CA4F0-C85D-4375-BD7A-6E75DFBB521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861A41A-FB9D-4153-A002-00133E02917F}" type="pres">
      <dgm:prSet presAssocID="{20BCDEC6-7142-481D-AEAC-71CD102F5152}" presName="root1" presStyleCnt="0"/>
      <dgm:spPr/>
      <dgm:t>
        <a:bodyPr/>
        <a:lstStyle/>
        <a:p>
          <a:endParaRPr lang="en-US"/>
        </a:p>
      </dgm:t>
    </dgm:pt>
    <dgm:pt modelId="{B8AB5A38-1C5E-43D4-8E7A-6AA8F5917EAB}" type="pres">
      <dgm:prSet presAssocID="{20BCDEC6-7142-481D-AEAC-71CD102F5152}" presName="LevelOneTextNode" presStyleLbl="node0" presStyleIdx="0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AF25CB7-7BC9-4652-8B38-B39DF9661F43}" type="pres">
      <dgm:prSet presAssocID="{20BCDEC6-7142-481D-AEAC-71CD102F5152}" presName="level2hierChild" presStyleCnt="0"/>
      <dgm:spPr/>
      <dgm:t>
        <a:bodyPr/>
        <a:lstStyle/>
        <a:p>
          <a:endParaRPr lang="en-US"/>
        </a:p>
      </dgm:t>
    </dgm:pt>
    <dgm:pt modelId="{D123DB77-8247-46DB-A008-2C31BD08874D}" type="pres">
      <dgm:prSet presAssocID="{53025D57-F2B1-4C7E-AC2A-213D486E9DD1}" presName="root1" presStyleCnt="0"/>
      <dgm:spPr/>
      <dgm:t>
        <a:bodyPr/>
        <a:lstStyle/>
        <a:p>
          <a:endParaRPr lang="en-US"/>
        </a:p>
      </dgm:t>
    </dgm:pt>
    <dgm:pt modelId="{4CE528C9-EAE7-4123-97CC-A67B732F1301}" type="pres">
      <dgm:prSet presAssocID="{53025D57-F2B1-4C7E-AC2A-213D486E9DD1}" presName="LevelOneTextNode" presStyleLbl="node0" presStyleIdx="1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7D5289D-DB3F-45E9-AA7F-E126CFEF32BE}" type="pres">
      <dgm:prSet presAssocID="{53025D57-F2B1-4C7E-AC2A-213D486E9DD1}" presName="level2hierChild" presStyleCnt="0"/>
      <dgm:spPr/>
      <dgm:t>
        <a:bodyPr/>
        <a:lstStyle/>
        <a:p>
          <a:endParaRPr lang="en-US"/>
        </a:p>
      </dgm:t>
    </dgm:pt>
    <dgm:pt modelId="{D3A8FBAB-F2D8-43D0-8B71-4932CB8C3D1B}" type="pres">
      <dgm:prSet presAssocID="{56B7A458-EDE1-40EE-826E-924C122C713A}" presName="root1" presStyleCnt="0"/>
      <dgm:spPr/>
      <dgm:t>
        <a:bodyPr/>
        <a:lstStyle/>
        <a:p>
          <a:endParaRPr lang="en-US"/>
        </a:p>
      </dgm:t>
    </dgm:pt>
    <dgm:pt modelId="{412F3D9E-2D8D-4E5D-81C6-1D4D1C69D1EE}" type="pres">
      <dgm:prSet presAssocID="{56B7A458-EDE1-40EE-826E-924C122C713A}" presName="LevelOneTextNode" presStyleLbl="node0" presStyleIdx="2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564EACB-782E-4586-8FE5-DC19C17C02E9}" type="pres">
      <dgm:prSet presAssocID="{56B7A458-EDE1-40EE-826E-924C122C713A}" presName="level2hierChild" presStyleCnt="0"/>
      <dgm:spPr/>
      <dgm:t>
        <a:bodyPr/>
        <a:lstStyle/>
        <a:p>
          <a:endParaRPr lang="en-US"/>
        </a:p>
      </dgm:t>
    </dgm:pt>
    <dgm:pt modelId="{BDAD6AFF-B8F4-47ED-A983-D8A193C7EDF5}" type="pres">
      <dgm:prSet presAssocID="{F83AAC20-1C63-4E9F-880E-55299879055F}" presName="root1" presStyleCnt="0"/>
      <dgm:spPr/>
      <dgm:t>
        <a:bodyPr/>
        <a:lstStyle/>
        <a:p>
          <a:endParaRPr lang="en-US"/>
        </a:p>
      </dgm:t>
    </dgm:pt>
    <dgm:pt modelId="{1E3EC113-1DC8-47DB-894F-224BB4617C1D}" type="pres">
      <dgm:prSet presAssocID="{F83AAC20-1C63-4E9F-880E-55299879055F}" presName="LevelOneTextNode" presStyleLbl="node0" presStyleIdx="3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F3D37C3-E4A4-4A28-B886-33D2D2432C96}" type="pres">
      <dgm:prSet presAssocID="{F83AAC20-1C63-4E9F-880E-55299879055F}" presName="level2hierChild" presStyleCnt="0"/>
      <dgm:spPr/>
      <dgm:t>
        <a:bodyPr/>
        <a:lstStyle/>
        <a:p>
          <a:endParaRPr lang="en-US"/>
        </a:p>
      </dgm:t>
    </dgm:pt>
    <dgm:pt modelId="{235195BD-94B4-490F-AB9D-CA221B7F6921}" type="pres">
      <dgm:prSet presAssocID="{CA7FF8B8-43B5-430B-9BDF-6F093564CC67}" presName="root1" presStyleCnt="0"/>
      <dgm:spPr/>
      <dgm:t>
        <a:bodyPr/>
        <a:lstStyle/>
        <a:p>
          <a:endParaRPr lang="en-US"/>
        </a:p>
      </dgm:t>
    </dgm:pt>
    <dgm:pt modelId="{6B7D63C9-B3D0-4287-BC10-3ECD612836C6}" type="pres">
      <dgm:prSet presAssocID="{CA7FF8B8-43B5-430B-9BDF-6F093564CC67}" presName="LevelOneTextNode" presStyleLbl="node0" presStyleIdx="4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572018C-5FD1-4F5B-BC29-5330F554FAF0}" type="pres">
      <dgm:prSet presAssocID="{CA7FF8B8-43B5-430B-9BDF-6F093564CC67}" presName="level2hierChild" presStyleCnt="0"/>
      <dgm:spPr/>
      <dgm:t>
        <a:bodyPr/>
        <a:lstStyle/>
        <a:p>
          <a:endParaRPr lang="en-US"/>
        </a:p>
      </dgm:t>
    </dgm:pt>
    <dgm:pt modelId="{33080148-9DB9-423E-8799-07CEB2D3ABB2}" type="pres">
      <dgm:prSet presAssocID="{790F8F1D-72DB-41E8-AB57-DC9091EC7CD8}" presName="root1" presStyleCnt="0"/>
      <dgm:spPr/>
      <dgm:t>
        <a:bodyPr/>
        <a:lstStyle/>
        <a:p>
          <a:endParaRPr lang="en-US"/>
        </a:p>
      </dgm:t>
    </dgm:pt>
    <dgm:pt modelId="{55A2D749-D536-4E27-889C-63A4C26FDD53}" type="pres">
      <dgm:prSet presAssocID="{790F8F1D-72DB-41E8-AB57-DC9091EC7CD8}" presName="LevelOneTextNode" presStyleLbl="node0" presStyleIdx="5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3099E82-46E6-4F0A-AA64-AE3905FBC806}" type="pres">
      <dgm:prSet presAssocID="{790F8F1D-72DB-41E8-AB57-DC9091EC7CD8}" presName="level2hierChild" presStyleCnt="0"/>
      <dgm:spPr/>
      <dgm:t>
        <a:bodyPr/>
        <a:lstStyle/>
        <a:p>
          <a:endParaRPr lang="en-US"/>
        </a:p>
      </dgm:t>
    </dgm:pt>
    <dgm:pt modelId="{11B1EFD0-156C-4A64-85A4-F2F4C2AC1EC8}" type="pres">
      <dgm:prSet presAssocID="{81EE5053-4E71-459F-AF0C-05C9FA5E5631}" presName="root1" presStyleCnt="0"/>
      <dgm:spPr/>
      <dgm:t>
        <a:bodyPr/>
        <a:lstStyle/>
        <a:p>
          <a:endParaRPr lang="en-US"/>
        </a:p>
      </dgm:t>
    </dgm:pt>
    <dgm:pt modelId="{05F74B03-D0D8-454A-9B25-C3AA270AAA7D}" type="pres">
      <dgm:prSet presAssocID="{81EE5053-4E71-459F-AF0C-05C9FA5E5631}" presName="LevelOneTextNode" presStyleLbl="node0" presStyleIdx="6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60C8142-3B99-448F-800D-775A17F66A0A}" type="pres">
      <dgm:prSet presAssocID="{81EE5053-4E71-459F-AF0C-05C9FA5E5631}" presName="level2hierChild" presStyleCnt="0"/>
      <dgm:spPr/>
      <dgm:t>
        <a:bodyPr/>
        <a:lstStyle/>
        <a:p>
          <a:endParaRPr lang="en-US"/>
        </a:p>
      </dgm:t>
    </dgm:pt>
    <dgm:pt modelId="{57BF82C3-A3D4-420D-A92E-22D0D3D96C75}" type="pres">
      <dgm:prSet presAssocID="{3B236018-57A4-420E-90E8-E3D500F3CEF2}" presName="root1" presStyleCnt="0"/>
      <dgm:spPr/>
      <dgm:t>
        <a:bodyPr/>
        <a:lstStyle/>
        <a:p>
          <a:endParaRPr lang="en-US"/>
        </a:p>
      </dgm:t>
    </dgm:pt>
    <dgm:pt modelId="{3941FEB1-AD75-4E56-A9FA-969B37C116A7}" type="pres">
      <dgm:prSet presAssocID="{3B236018-57A4-420E-90E8-E3D500F3CEF2}" presName="LevelOneTextNode" presStyleLbl="node0" presStyleIdx="7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01C328D-415F-47EE-9F02-84B6F9A873EE}" type="pres">
      <dgm:prSet presAssocID="{3B236018-57A4-420E-90E8-E3D500F3CEF2}" presName="level2hierChild" presStyleCnt="0"/>
      <dgm:spPr/>
      <dgm:t>
        <a:bodyPr/>
        <a:lstStyle/>
        <a:p>
          <a:endParaRPr lang="en-US"/>
        </a:p>
      </dgm:t>
    </dgm:pt>
    <dgm:pt modelId="{9B882B31-9FF8-44E9-84D6-DF369C755BE4}" type="pres">
      <dgm:prSet presAssocID="{F2A11861-9D09-44C8-A4BE-C3FEFFE1316F}" presName="root1" presStyleCnt="0"/>
      <dgm:spPr/>
      <dgm:t>
        <a:bodyPr/>
        <a:lstStyle/>
        <a:p>
          <a:endParaRPr lang="en-US"/>
        </a:p>
      </dgm:t>
    </dgm:pt>
    <dgm:pt modelId="{E60663E2-81E7-42B4-9347-8D68C3B37855}" type="pres">
      <dgm:prSet presAssocID="{F2A11861-9D09-44C8-A4BE-C3FEFFE1316F}" presName="LevelOneTextNode" presStyleLbl="node0" presStyleIdx="8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0AF3DC6-8B73-49C9-B00E-1C504C3DE3D1}" type="pres">
      <dgm:prSet presAssocID="{F2A11861-9D09-44C8-A4BE-C3FEFFE1316F}" presName="level2hierChild" presStyleCnt="0"/>
      <dgm:spPr/>
      <dgm:t>
        <a:bodyPr/>
        <a:lstStyle/>
        <a:p>
          <a:endParaRPr lang="en-US"/>
        </a:p>
      </dgm:t>
    </dgm:pt>
    <dgm:pt modelId="{22886E6B-9935-43F9-83A1-8E0D85E78DFB}" type="pres">
      <dgm:prSet presAssocID="{07A94E1E-B005-422E-97AD-756BDEF3F2B6}" presName="root1" presStyleCnt="0"/>
      <dgm:spPr/>
      <dgm:t>
        <a:bodyPr/>
        <a:lstStyle/>
        <a:p>
          <a:endParaRPr lang="en-US"/>
        </a:p>
      </dgm:t>
    </dgm:pt>
    <dgm:pt modelId="{CA228CDB-5669-4321-9D98-49203856EB9C}" type="pres">
      <dgm:prSet presAssocID="{07A94E1E-B005-422E-97AD-756BDEF3F2B6}" presName="LevelOneTextNode" presStyleLbl="node0" presStyleIdx="9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A5EC3D6-7CE0-4CCC-B67C-F6233353FD34}" type="pres">
      <dgm:prSet presAssocID="{07A94E1E-B005-422E-97AD-756BDEF3F2B6}" presName="level2hierChild" presStyleCnt="0"/>
      <dgm:spPr/>
      <dgm:t>
        <a:bodyPr/>
        <a:lstStyle/>
        <a:p>
          <a:endParaRPr lang="en-US"/>
        </a:p>
      </dgm:t>
    </dgm:pt>
  </dgm:ptLst>
  <dgm:cxnLst>
    <dgm:cxn modelId="{549534BB-0D01-403C-967B-A4EA2B6B7283}" srcId="{178CA4F0-C85D-4375-BD7A-6E75DFBB521A}" destId="{07A94E1E-B005-422E-97AD-756BDEF3F2B6}" srcOrd="9" destOrd="0" parTransId="{30AD9857-A057-4FEC-9537-321BE8EE61BE}" sibTransId="{6182203E-5503-4843-83A7-9F8986C6ECA4}"/>
    <dgm:cxn modelId="{2E61AC9D-4525-4B25-A482-80405F4BE6C3}" srcId="{178CA4F0-C85D-4375-BD7A-6E75DFBB521A}" destId="{790F8F1D-72DB-41E8-AB57-DC9091EC7CD8}" srcOrd="5" destOrd="0" parTransId="{01948F79-E976-4FB7-8CE5-9159E4233966}" sibTransId="{3A622D44-63AA-4BE3-A94C-91E4351EB215}"/>
    <dgm:cxn modelId="{D16D8559-15E1-48B3-9FEE-A0E2BEF29A6E}" type="presOf" srcId="{F83AAC20-1C63-4E9F-880E-55299879055F}" destId="{1E3EC113-1DC8-47DB-894F-224BB4617C1D}" srcOrd="0" destOrd="0" presId="urn:microsoft.com/office/officeart/2005/8/layout/hierarchy2"/>
    <dgm:cxn modelId="{79A9E6CB-83C8-4DA7-8880-F14769AF1666}" srcId="{178CA4F0-C85D-4375-BD7A-6E75DFBB521A}" destId="{CA7FF8B8-43B5-430B-9BDF-6F093564CC67}" srcOrd="4" destOrd="0" parTransId="{E46BEA41-614E-4D59-8011-0F91D34AADF1}" sibTransId="{A331DF9C-9A9B-4A25-9B8D-0F97E20CE0FF}"/>
    <dgm:cxn modelId="{9F3DA58A-9A24-4CD2-8D03-C80E5A3F9AF1}" srcId="{178CA4F0-C85D-4375-BD7A-6E75DFBB521A}" destId="{20BCDEC6-7142-481D-AEAC-71CD102F5152}" srcOrd="0" destOrd="0" parTransId="{46C1C50C-1486-4080-83E5-A502EE455354}" sibTransId="{0C4BB99B-B606-4F4D-B80A-C5AC3F38A2EB}"/>
    <dgm:cxn modelId="{4A66AABD-DADA-4AAC-BCAB-E3A8DF4DB58A}" srcId="{178CA4F0-C85D-4375-BD7A-6E75DFBB521A}" destId="{F2A11861-9D09-44C8-A4BE-C3FEFFE1316F}" srcOrd="8" destOrd="0" parTransId="{72F24432-F919-427A-9929-5A86579A5619}" sibTransId="{40937C3A-75FD-4316-A527-142B71464941}"/>
    <dgm:cxn modelId="{00E79446-3853-4F80-8192-C57CBAB2F35F}" type="presOf" srcId="{56B7A458-EDE1-40EE-826E-924C122C713A}" destId="{412F3D9E-2D8D-4E5D-81C6-1D4D1C69D1EE}" srcOrd="0" destOrd="0" presId="urn:microsoft.com/office/officeart/2005/8/layout/hierarchy2"/>
    <dgm:cxn modelId="{6258B002-19CA-42A0-8C93-092C9A682974}" srcId="{178CA4F0-C85D-4375-BD7A-6E75DFBB521A}" destId="{53025D57-F2B1-4C7E-AC2A-213D486E9DD1}" srcOrd="1" destOrd="0" parTransId="{18E9BD4A-982F-46CE-8ACA-2735DBFF33E9}" sibTransId="{D93058D9-8D24-4438-BC6A-52DA6CC71163}"/>
    <dgm:cxn modelId="{F9C83ED6-4F47-4C87-9C79-5FA9D1969F14}" type="presOf" srcId="{F2A11861-9D09-44C8-A4BE-C3FEFFE1316F}" destId="{E60663E2-81E7-42B4-9347-8D68C3B37855}" srcOrd="0" destOrd="0" presId="urn:microsoft.com/office/officeart/2005/8/layout/hierarchy2"/>
    <dgm:cxn modelId="{94EE64D1-2CF5-4642-8809-B302F0B0F22F}" type="presOf" srcId="{81EE5053-4E71-459F-AF0C-05C9FA5E5631}" destId="{05F74B03-D0D8-454A-9B25-C3AA270AAA7D}" srcOrd="0" destOrd="0" presId="urn:microsoft.com/office/officeart/2005/8/layout/hierarchy2"/>
    <dgm:cxn modelId="{461AE5F9-C293-4810-9C21-B8C07EE128EE}" type="presOf" srcId="{20BCDEC6-7142-481D-AEAC-71CD102F5152}" destId="{B8AB5A38-1C5E-43D4-8E7A-6AA8F5917EAB}" srcOrd="0" destOrd="0" presId="urn:microsoft.com/office/officeart/2005/8/layout/hierarchy2"/>
    <dgm:cxn modelId="{DA39DC38-D337-4466-BCCB-27F8ED62E8E7}" type="presOf" srcId="{CA7FF8B8-43B5-430B-9BDF-6F093564CC67}" destId="{6B7D63C9-B3D0-4287-BC10-3ECD612836C6}" srcOrd="0" destOrd="0" presId="urn:microsoft.com/office/officeart/2005/8/layout/hierarchy2"/>
    <dgm:cxn modelId="{CA615166-E0DD-4A64-9B15-2744815ADBF6}" srcId="{178CA4F0-C85D-4375-BD7A-6E75DFBB521A}" destId="{56B7A458-EDE1-40EE-826E-924C122C713A}" srcOrd="2" destOrd="0" parTransId="{5C95B091-E730-4C93-A2AB-24B4A404829F}" sibTransId="{920BF51A-BF7F-4E08-9CF4-34D5B6EB1AF5}"/>
    <dgm:cxn modelId="{4D16AEAA-42AE-47A5-A6D2-2734B10EAA85}" type="presOf" srcId="{53025D57-F2B1-4C7E-AC2A-213D486E9DD1}" destId="{4CE528C9-EAE7-4123-97CC-A67B732F1301}" srcOrd="0" destOrd="0" presId="urn:microsoft.com/office/officeart/2005/8/layout/hierarchy2"/>
    <dgm:cxn modelId="{FB8A46AB-67F7-4850-A58B-1C2F999DB418}" type="presOf" srcId="{178CA4F0-C85D-4375-BD7A-6E75DFBB521A}" destId="{CFF364B8-F247-47A2-9928-6761B93B8092}" srcOrd="0" destOrd="0" presId="urn:microsoft.com/office/officeart/2005/8/layout/hierarchy2"/>
    <dgm:cxn modelId="{BD8BDA20-19D1-43CF-96A7-73D89065B9CE}" srcId="{178CA4F0-C85D-4375-BD7A-6E75DFBB521A}" destId="{3B236018-57A4-420E-90E8-E3D500F3CEF2}" srcOrd="7" destOrd="0" parTransId="{7EDE4DA6-6574-4FF4-A21B-A0C0F63D4DEB}" sibTransId="{065B2C67-014A-4CA5-980F-5C0BBDB9B3A9}"/>
    <dgm:cxn modelId="{0A06ADB5-A933-4178-BAF1-DAA53F7B7A33}" srcId="{178CA4F0-C85D-4375-BD7A-6E75DFBB521A}" destId="{81EE5053-4E71-459F-AF0C-05C9FA5E5631}" srcOrd="6" destOrd="0" parTransId="{31CA0F54-6502-4F64-BBA7-813CC0C962CD}" sibTransId="{D614D238-4088-4681-B944-C80364F89825}"/>
    <dgm:cxn modelId="{785224F7-FB59-4D6A-9DE8-92A8BBE067D7}" srcId="{178CA4F0-C85D-4375-BD7A-6E75DFBB521A}" destId="{F83AAC20-1C63-4E9F-880E-55299879055F}" srcOrd="3" destOrd="0" parTransId="{65E42794-37DE-4DBB-A24A-579A5A55B5C8}" sibTransId="{41CB18EA-0DB9-4EF7-94C1-29B50A9B1D4B}"/>
    <dgm:cxn modelId="{3047E735-0197-4FBB-8A9A-17A29FA13CB8}" type="presOf" srcId="{790F8F1D-72DB-41E8-AB57-DC9091EC7CD8}" destId="{55A2D749-D536-4E27-889C-63A4C26FDD53}" srcOrd="0" destOrd="0" presId="urn:microsoft.com/office/officeart/2005/8/layout/hierarchy2"/>
    <dgm:cxn modelId="{AECE054B-790B-47DE-97BB-AA83F8D05B46}" type="presOf" srcId="{07A94E1E-B005-422E-97AD-756BDEF3F2B6}" destId="{CA228CDB-5669-4321-9D98-49203856EB9C}" srcOrd="0" destOrd="0" presId="urn:microsoft.com/office/officeart/2005/8/layout/hierarchy2"/>
    <dgm:cxn modelId="{8CC7392E-2826-4567-9383-80B992C1AA1C}" type="presOf" srcId="{3B236018-57A4-420E-90E8-E3D500F3CEF2}" destId="{3941FEB1-AD75-4E56-A9FA-969B37C116A7}" srcOrd="0" destOrd="0" presId="urn:microsoft.com/office/officeart/2005/8/layout/hierarchy2"/>
    <dgm:cxn modelId="{FAD8194E-A796-433A-ABE2-A9D549A67118}" type="presParOf" srcId="{CFF364B8-F247-47A2-9928-6761B93B8092}" destId="{0861A41A-FB9D-4153-A002-00133E02917F}" srcOrd="0" destOrd="0" presId="urn:microsoft.com/office/officeart/2005/8/layout/hierarchy2"/>
    <dgm:cxn modelId="{9E8D9F96-5DCE-4023-8D3D-1B10FD26F51B}" type="presParOf" srcId="{0861A41A-FB9D-4153-A002-00133E02917F}" destId="{B8AB5A38-1C5E-43D4-8E7A-6AA8F5917EAB}" srcOrd="0" destOrd="0" presId="urn:microsoft.com/office/officeart/2005/8/layout/hierarchy2"/>
    <dgm:cxn modelId="{AAEC53E0-C6D8-4E43-9C3B-1356C0CB35FC}" type="presParOf" srcId="{0861A41A-FB9D-4153-A002-00133E02917F}" destId="{FAF25CB7-7BC9-4652-8B38-B39DF9661F43}" srcOrd="1" destOrd="0" presId="urn:microsoft.com/office/officeart/2005/8/layout/hierarchy2"/>
    <dgm:cxn modelId="{8D5419F0-3376-4B11-829C-12EAFCE3E9A0}" type="presParOf" srcId="{CFF364B8-F247-47A2-9928-6761B93B8092}" destId="{D123DB77-8247-46DB-A008-2C31BD08874D}" srcOrd="1" destOrd="0" presId="urn:microsoft.com/office/officeart/2005/8/layout/hierarchy2"/>
    <dgm:cxn modelId="{B522DAA6-CE57-4151-B223-58E63C46F38B}" type="presParOf" srcId="{D123DB77-8247-46DB-A008-2C31BD08874D}" destId="{4CE528C9-EAE7-4123-97CC-A67B732F1301}" srcOrd="0" destOrd="0" presId="urn:microsoft.com/office/officeart/2005/8/layout/hierarchy2"/>
    <dgm:cxn modelId="{3C219D2B-D5E5-41C0-8D71-57F0525592BF}" type="presParOf" srcId="{D123DB77-8247-46DB-A008-2C31BD08874D}" destId="{F7D5289D-DB3F-45E9-AA7F-E126CFEF32BE}" srcOrd="1" destOrd="0" presId="urn:microsoft.com/office/officeart/2005/8/layout/hierarchy2"/>
    <dgm:cxn modelId="{C36EB231-FB13-49BF-935E-AE60DFE24A08}" type="presParOf" srcId="{CFF364B8-F247-47A2-9928-6761B93B8092}" destId="{D3A8FBAB-F2D8-43D0-8B71-4932CB8C3D1B}" srcOrd="2" destOrd="0" presId="urn:microsoft.com/office/officeart/2005/8/layout/hierarchy2"/>
    <dgm:cxn modelId="{298B0EB7-6C39-4C76-A98C-F4CD26EFAFAF}" type="presParOf" srcId="{D3A8FBAB-F2D8-43D0-8B71-4932CB8C3D1B}" destId="{412F3D9E-2D8D-4E5D-81C6-1D4D1C69D1EE}" srcOrd="0" destOrd="0" presId="urn:microsoft.com/office/officeart/2005/8/layout/hierarchy2"/>
    <dgm:cxn modelId="{A2E613A4-D1CF-45F6-B998-7D88EBB1A99B}" type="presParOf" srcId="{D3A8FBAB-F2D8-43D0-8B71-4932CB8C3D1B}" destId="{5564EACB-782E-4586-8FE5-DC19C17C02E9}" srcOrd="1" destOrd="0" presId="urn:microsoft.com/office/officeart/2005/8/layout/hierarchy2"/>
    <dgm:cxn modelId="{E82C95E5-86E4-464E-8F91-810B0C082D8D}" type="presParOf" srcId="{CFF364B8-F247-47A2-9928-6761B93B8092}" destId="{BDAD6AFF-B8F4-47ED-A983-D8A193C7EDF5}" srcOrd="3" destOrd="0" presId="urn:microsoft.com/office/officeart/2005/8/layout/hierarchy2"/>
    <dgm:cxn modelId="{07AEB0A8-7001-40F3-A6B2-8AC52FDA8E67}" type="presParOf" srcId="{BDAD6AFF-B8F4-47ED-A983-D8A193C7EDF5}" destId="{1E3EC113-1DC8-47DB-894F-224BB4617C1D}" srcOrd="0" destOrd="0" presId="urn:microsoft.com/office/officeart/2005/8/layout/hierarchy2"/>
    <dgm:cxn modelId="{3307790C-7909-404C-9DF6-B7593B2963A4}" type="presParOf" srcId="{BDAD6AFF-B8F4-47ED-A983-D8A193C7EDF5}" destId="{7F3D37C3-E4A4-4A28-B886-33D2D2432C96}" srcOrd="1" destOrd="0" presId="urn:microsoft.com/office/officeart/2005/8/layout/hierarchy2"/>
    <dgm:cxn modelId="{28178E66-C501-401F-B66B-048FFB09E70B}" type="presParOf" srcId="{CFF364B8-F247-47A2-9928-6761B93B8092}" destId="{235195BD-94B4-490F-AB9D-CA221B7F6921}" srcOrd="4" destOrd="0" presId="urn:microsoft.com/office/officeart/2005/8/layout/hierarchy2"/>
    <dgm:cxn modelId="{2045C08A-9191-4FEE-9076-4DD7017785AD}" type="presParOf" srcId="{235195BD-94B4-490F-AB9D-CA221B7F6921}" destId="{6B7D63C9-B3D0-4287-BC10-3ECD612836C6}" srcOrd="0" destOrd="0" presId="urn:microsoft.com/office/officeart/2005/8/layout/hierarchy2"/>
    <dgm:cxn modelId="{FCD0395A-484F-4F29-8161-D6A85B0791AA}" type="presParOf" srcId="{235195BD-94B4-490F-AB9D-CA221B7F6921}" destId="{5572018C-5FD1-4F5B-BC29-5330F554FAF0}" srcOrd="1" destOrd="0" presId="urn:microsoft.com/office/officeart/2005/8/layout/hierarchy2"/>
    <dgm:cxn modelId="{5D03D09F-8D99-43BA-9ECB-65114692E6A9}" type="presParOf" srcId="{CFF364B8-F247-47A2-9928-6761B93B8092}" destId="{33080148-9DB9-423E-8799-07CEB2D3ABB2}" srcOrd="5" destOrd="0" presId="urn:microsoft.com/office/officeart/2005/8/layout/hierarchy2"/>
    <dgm:cxn modelId="{E3C3CE19-5A23-41F6-818B-A673D037DA8A}" type="presParOf" srcId="{33080148-9DB9-423E-8799-07CEB2D3ABB2}" destId="{55A2D749-D536-4E27-889C-63A4C26FDD53}" srcOrd="0" destOrd="0" presId="urn:microsoft.com/office/officeart/2005/8/layout/hierarchy2"/>
    <dgm:cxn modelId="{D331DD3D-7B9B-4B04-87EC-E496D716793A}" type="presParOf" srcId="{33080148-9DB9-423E-8799-07CEB2D3ABB2}" destId="{73099E82-46E6-4F0A-AA64-AE3905FBC806}" srcOrd="1" destOrd="0" presId="urn:microsoft.com/office/officeart/2005/8/layout/hierarchy2"/>
    <dgm:cxn modelId="{813457A9-4FDC-471B-9238-321CE5929AA3}" type="presParOf" srcId="{CFF364B8-F247-47A2-9928-6761B93B8092}" destId="{11B1EFD0-156C-4A64-85A4-F2F4C2AC1EC8}" srcOrd="6" destOrd="0" presId="urn:microsoft.com/office/officeart/2005/8/layout/hierarchy2"/>
    <dgm:cxn modelId="{3240FE72-F50B-4623-A2AE-CED94A5DB2F0}" type="presParOf" srcId="{11B1EFD0-156C-4A64-85A4-F2F4C2AC1EC8}" destId="{05F74B03-D0D8-454A-9B25-C3AA270AAA7D}" srcOrd="0" destOrd="0" presId="urn:microsoft.com/office/officeart/2005/8/layout/hierarchy2"/>
    <dgm:cxn modelId="{86431BB6-5FE8-49B1-8587-4E5EFF380DA7}" type="presParOf" srcId="{11B1EFD0-156C-4A64-85A4-F2F4C2AC1EC8}" destId="{C60C8142-3B99-448F-800D-775A17F66A0A}" srcOrd="1" destOrd="0" presId="urn:microsoft.com/office/officeart/2005/8/layout/hierarchy2"/>
    <dgm:cxn modelId="{BD69D335-A39A-439E-8E25-396C61185723}" type="presParOf" srcId="{CFF364B8-F247-47A2-9928-6761B93B8092}" destId="{57BF82C3-A3D4-420D-A92E-22D0D3D96C75}" srcOrd="7" destOrd="0" presId="urn:microsoft.com/office/officeart/2005/8/layout/hierarchy2"/>
    <dgm:cxn modelId="{4525D57A-92FB-4E75-BDDC-F9397691830F}" type="presParOf" srcId="{57BF82C3-A3D4-420D-A92E-22D0D3D96C75}" destId="{3941FEB1-AD75-4E56-A9FA-969B37C116A7}" srcOrd="0" destOrd="0" presId="urn:microsoft.com/office/officeart/2005/8/layout/hierarchy2"/>
    <dgm:cxn modelId="{0EAB8A64-0A40-40C9-8742-7E725D7A16C0}" type="presParOf" srcId="{57BF82C3-A3D4-420D-A92E-22D0D3D96C75}" destId="{301C328D-415F-47EE-9F02-84B6F9A873EE}" srcOrd="1" destOrd="0" presId="urn:microsoft.com/office/officeart/2005/8/layout/hierarchy2"/>
    <dgm:cxn modelId="{2FB3DBA7-37C1-4B22-AB46-A214FD7E6913}" type="presParOf" srcId="{CFF364B8-F247-47A2-9928-6761B93B8092}" destId="{9B882B31-9FF8-44E9-84D6-DF369C755BE4}" srcOrd="8" destOrd="0" presId="urn:microsoft.com/office/officeart/2005/8/layout/hierarchy2"/>
    <dgm:cxn modelId="{36F9173E-F0A5-4C27-93EF-7DBB700176C8}" type="presParOf" srcId="{9B882B31-9FF8-44E9-84D6-DF369C755BE4}" destId="{E60663E2-81E7-42B4-9347-8D68C3B37855}" srcOrd="0" destOrd="0" presId="urn:microsoft.com/office/officeart/2005/8/layout/hierarchy2"/>
    <dgm:cxn modelId="{E635501B-0359-4354-AB95-992961C00D8E}" type="presParOf" srcId="{9B882B31-9FF8-44E9-84D6-DF369C755BE4}" destId="{20AF3DC6-8B73-49C9-B00E-1C504C3DE3D1}" srcOrd="1" destOrd="0" presId="urn:microsoft.com/office/officeart/2005/8/layout/hierarchy2"/>
    <dgm:cxn modelId="{A4A59BC9-278D-4B05-BB37-352C420CD3FD}" type="presParOf" srcId="{CFF364B8-F247-47A2-9928-6761B93B8092}" destId="{22886E6B-9935-43F9-83A1-8E0D85E78DFB}" srcOrd="9" destOrd="0" presId="urn:microsoft.com/office/officeart/2005/8/layout/hierarchy2"/>
    <dgm:cxn modelId="{DE7C961B-D3FD-48B2-87CE-7D5514803391}" type="presParOf" srcId="{22886E6B-9935-43F9-83A1-8E0D85E78DFB}" destId="{CA228CDB-5669-4321-9D98-49203856EB9C}" srcOrd="0" destOrd="0" presId="urn:microsoft.com/office/officeart/2005/8/layout/hierarchy2"/>
    <dgm:cxn modelId="{6CC02987-75C4-4037-8614-CF3476924BDA}" type="presParOf" srcId="{22886E6B-9935-43F9-83A1-8E0D85E78DFB}" destId="{4A5EC3D6-7CE0-4CCC-B67C-F6233353FD34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AB5A38-1C5E-43D4-8E7A-6AA8F5917EAB}">
      <dsp:nvSpPr>
        <dsp:cNvPr id="0" name=""/>
        <dsp:cNvSpPr/>
      </dsp:nvSpPr>
      <dsp:spPr>
        <a:xfrm>
          <a:off x="1005454" y="3339"/>
          <a:ext cx="1113290" cy="5566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6">
                <a:shade val="80000"/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err="1" smtClean="0"/>
            <a:t>n</a:t>
          </a:r>
          <a:r>
            <a:rPr lang="en-US" sz="2700" kern="1200" baseline="30000" dirty="0" err="1" smtClean="0"/>
            <a:t>n</a:t>
          </a:r>
          <a:endParaRPr lang="en-US" sz="2700" kern="1200" baseline="30000" dirty="0"/>
        </a:p>
      </dsp:txBody>
      <dsp:txXfrm>
        <a:off x="1021758" y="19643"/>
        <a:ext cx="1080682" cy="524037"/>
      </dsp:txXfrm>
    </dsp:sp>
    <dsp:sp modelId="{4CE528C9-EAE7-4123-97CC-A67B732F1301}">
      <dsp:nvSpPr>
        <dsp:cNvPr id="0" name=""/>
        <dsp:cNvSpPr/>
      </dsp:nvSpPr>
      <dsp:spPr>
        <a:xfrm>
          <a:off x="1005454" y="643480"/>
          <a:ext cx="1113290" cy="5566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6">
                <a:shade val="80000"/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n!</a:t>
          </a:r>
          <a:endParaRPr lang="en-US" sz="2700" kern="1200" dirty="0"/>
        </a:p>
      </dsp:txBody>
      <dsp:txXfrm>
        <a:off x="1021758" y="659784"/>
        <a:ext cx="1080682" cy="524037"/>
      </dsp:txXfrm>
    </dsp:sp>
    <dsp:sp modelId="{412F3D9E-2D8D-4E5D-81C6-1D4D1C69D1EE}">
      <dsp:nvSpPr>
        <dsp:cNvPr id="0" name=""/>
        <dsp:cNvSpPr/>
      </dsp:nvSpPr>
      <dsp:spPr>
        <a:xfrm>
          <a:off x="1005454" y="1283622"/>
          <a:ext cx="1113290" cy="5566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6">
                <a:shade val="80000"/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3</a:t>
          </a:r>
          <a:r>
            <a:rPr lang="en-US" sz="2700" kern="1200" baseline="30000" dirty="0" smtClean="0"/>
            <a:t>n</a:t>
          </a:r>
          <a:endParaRPr lang="en-US" sz="2700" kern="1200" dirty="0"/>
        </a:p>
      </dsp:txBody>
      <dsp:txXfrm>
        <a:off x="1021758" y="1299926"/>
        <a:ext cx="1080682" cy="524037"/>
      </dsp:txXfrm>
    </dsp:sp>
    <dsp:sp modelId="{1E3EC113-1DC8-47DB-894F-224BB4617C1D}">
      <dsp:nvSpPr>
        <dsp:cNvPr id="0" name=""/>
        <dsp:cNvSpPr/>
      </dsp:nvSpPr>
      <dsp:spPr>
        <a:xfrm>
          <a:off x="1005454" y="1923764"/>
          <a:ext cx="1113290" cy="5566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6">
                <a:shade val="80000"/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e</a:t>
          </a:r>
          <a:r>
            <a:rPr lang="en-US" sz="2700" kern="1200" baseline="30000" dirty="0" smtClean="0"/>
            <a:t>n</a:t>
          </a:r>
          <a:endParaRPr lang="en-US" sz="2700" kern="1200" dirty="0"/>
        </a:p>
      </dsp:txBody>
      <dsp:txXfrm>
        <a:off x="1021758" y="1940068"/>
        <a:ext cx="1080682" cy="524037"/>
      </dsp:txXfrm>
    </dsp:sp>
    <dsp:sp modelId="{6B7D63C9-B3D0-4287-BC10-3ECD612836C6}">
      <dsp:nvSpPr>
        <dsp:cNvPr id="0" name=""/>
        <dsp:cNvSpPr/>
      </dsp:nvSpPr>
      <dsp:spPr>
        <a:xfrm>
          <a:off x="1005454" y="2563906"/>
          <a:ext cx="1113290" cy="5566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6">
                <a:shade val="80000"/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n</a:t>
          </a:r>
          <a:r>
            <a:rPr lang="en-US" sz="2700" kern="1200" baseline="30000" dirty="0" smtClean="0"/>
            <a:t>4</a:t>
          </a:r>
          <a:endParaRPr lang="en-US" sz="2700" kern="1200" dirty="0"/>
        </a:p>
      </dsp:txBody>
      <dsp:txXfrm>
        <a:off x="1021758" y="2580210"/>
        <a:ext cx="1080682" cy="524037"/>
      </dsp:txXfrm>
    </dsp:sp>
    <dsp:sp modelId="{55A2D749-D536-4E27-889C-63A4C26FDD53}">
      <dsp:nvSpPr>
        <dsp:cNvPr id="0" name=""/>
        <dsp:cNvSpPr/>
      </dsp:nvSpPr>
      <dsp:spPr>
        <a:xfrm>
          <a:off x="1005454" y="3204048"/>
          <a:ext cx="1113290" cy="5566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6">
                <a:shade val="80000"/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n</a:t>
          </a:r>
          <a:r>
            <a:rPr lang="en-US" sz="2700" kern="1200" baseline="30000" dirty="0" smtClean="0"/>
            <a:t>2</a:t>
          </a:r>
          <a:endParaRPr lang="en-US" sz="2700" kern="1200" dirty="0"/>
        </a:p>
      </dsp:txBody>
      <dsp:txXfrm>
        <a:off x="1021758" y="3220352"/>
        <a:ext cx="1080682" cy="524037"/>
      </dsp:txXfrm>
    </dsp:sp>
    <dsp:sp modelId="{05F74B03-D0D8-454A-9B25-C3AA270AAA7D}">
      <dsp:nvSpPr>
        <dsp:cNvPr id="0" name=""/>
        <dsp:cNvSpPr/>
      </dsp:nvSpPr>
      <dsp:spPr>
        <a:xfrm>
          <a:off x="1005454" y="3844190"/>
          <a:ext cx="1113290" cy="5566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6">
                <a:shade val="80000"/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n</a:t>
          </a:r>
          <a:endParaRPr lang="en-US" sz="2700" kern="1200" dirty="0"/>
        </a:p>
      </dsp:txBody>
      <dsp:txXfrm>
        <a:off x="1021758" y="3860494"/>
        <a:ext cx="1080682" cy="524037"/>
      </dsp:txXfrm>
    </dsp:sp>
    <dsp:sp modelId="{3941FEB1-AD75-4E56-A9FA-969B37C116A7}">
      <dsp:nvSpPr>
        <dsp:cNvPr id="0" name=""/>
        <dsp:cNvSpPr/>
      </dsp:nvSpPr>
      <dsp:spPr>
        <a:xfrm>
          <a:off x="1005454" y="4484332"/>
          <a:ext cx="1113290" cy="5566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6">
                <a:shade val="80000"/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√n</a:t>
          </a:r>
          <a:endParaRPr lang="en-US" sz="2700" kern="1200" dirty="0"/>
        </a:p>
      </dsp:txBody>
      <dsp:txXfrm>
        <a:off x="1021758" y="4500636"/>
        <a:ext cx="1080682" cy="524037"/>
      </dsp:txXfrm>
    </dsp:sp>
    <dsp:sp modelId="{E60663E2-81E7-42B4-9347-8D68C3B37855}">
      <dsp:nvSpPr>
        <dsp:cNvPr id="0" name=""/>
        <dsp:cNvSpPr/>
      </dsp:nvSpPr>
      <dsp:spPr>
        <a:xfrm>
          <a:off x="1005454" y="5124473"/>
          <a:ext cx="1113290" cy="5566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6">
                <a:shade val="80000"/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∜n</a:t>
          </a:r>
          <a:endParaRPr lang="en-US" sz="2700" kern="1200" dirty="0"/>
        </a:p>
      </dsp:txBody>
      <dsp:txXfrm>
        <a:off x="1021758" y="5140777"/>
        <a:ext cx="1080682" cy="524037"/>
      </dsp:txXfrm>
    </dsp:sp>
    <dsp:sp modelId="{CA228CDB-5669-4321-9D98-49203856EB9C}">
      <dsp:nvSpPr>
        <dsp:cNvPr id="0" name=""/>
        <dsp:cNvSpPr/>
      </dsp:nvSpPr>
      <dsp:spPr>
        <a:xfrm>
          <a:off x="1005454" y="5764615"/>
          <a:ext cx="1113290" cy="5566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6">
                <a:shade val="80000"/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err="1" smtClean="0"/>
            <a:t>ln</a:t>
          </a:r>
          <a:r>
            <a:rPr lang="en-US" sz="2700" kern="1200" dirty="0" smtClean="0"/>
            <a:t> n</a:t>
          </a:r>
          <a:endParaRPr lang="en-US" sz="2700" kern="1200" dirty="0"/>
        </a:p>
      </dsp:txBody>
      <dsp:txXfrm>
        <a:off x="1021758" y="5780919"/>
        <a:ext cx="1080682" cy="5240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4" Type="http://schemas.openxmlformats.org/officeDocument/2006/relationships/image" Target="../media/image31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4" Type="http://schemas.openxmlformats.org/officeDocument/2006/relationships/image" Target="../media/image5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85276-4348-4BFB-9B63-AF9E9308948B}" type="datetimeFigureOut">
              <a:rPr lang="en-US" smtClean="0"/>
              <a:pPr/>
              <a:t>10/24/2012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A0A9C-EF98-4743-B4E5-7BB3700F86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215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64209EF-4DC6-44A9-BAAE-1F8B8035F6AE}" type="datetime1">
              <a:rPr lang="en-US" smtClean="0"/>
              <a:pPr/>
              <a:t>10/24/2012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4BD95-98E8-4734-9974-37C1D765B88C}" type="datetime1">
              <a:rPr lang="en-US" smtClean="0"/>
              <a:pPr/>
              <a:t>10/24/2012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34D968-7D26-4366-9831-D4B854822173}" type="datetime1">
              <a:rPr lang="en-US" smtClean="0"/>
              <a:pPr/>
              <a:t>10/24/2012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2D4892-F3B6-4B89-BAE5-177089BFE8F6}" type="datetime1">
              <a:rPr lang="en-US" smtClean="0"/>
              <a:pPr/>
              <a:t>10/24/2012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993100-9B0A-4074-ACF2-147E6CC84FB9}" type="datetime1">
              <a:rPr lang="en-US" smtClean="0"/>
              <a:pPr/>
              <a:t>10/24/2012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531E0D-A74B-4F68-BF77-3FB64E60CF19}" type="datetime1">
              <a:rPr lang="en-US" smtClean="0"/>
              <a:pPr/>
              <a:t>10/24/2012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7F5C82F-B5B4-4C51-830A-456FEAE1A573}" type="datetime1">
              <a:rPr lang="en-US" smtClean="0"/>
              <a:pPr/>
              <a:t>10/24/2012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16AA0AE-4D0A-495C-A0C9-D86839E64676}" type="datetime1">
              <a:rPr lang="en-US" smtClean="0"/>
              <a:pPr/>
              <a:t>10/24/2012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C46CFDD-C88B-4216-B04F-A0B7D94C3C32}" type="datetime1">
              <a:rPr lang="en-US" smtClean="0"/>
              <a:pPr/>
              <a:t>10/24/2012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861479-A97F-41B4-A8A3-37CABFF7D618}" type="datetime1">
              <a:rPr lang="en-US" smtClean="0"/>
              <a:pPr/>
              <a:t>10/24/2012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8FDBC3-02E6-4FAC-A7D1-2A1295A64F79}" type="datetime1">
              <a:rPr lang="en-US" smtClean="0"/>
              <a:pPr/>
              <a:t>10/24/2012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D0119D1-034A-4000-A2CB-3EDD362C4136}" type="datetime1">
              <a:rPr lang="en-US" smtClean="0"/>
              <a:pPr/>
              <a:t>10/24/2012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7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8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0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3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6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6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1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5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40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2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50.bin"/><Relationship Id="rId18" Type="http://schemas.openxmlformats.org/officeDocument/2006/relationships/oleObject" Target="../embeddings/oleObject53.bin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49.wmf"/><Relationship Id="rId17" Type="http://schemas.openxmlformats.org/officeDocument/2006/relationships/image" Target="../media/image5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2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5" Type="http://schemas.openxmlformats.org/officeDocument/2006/relationships/image" Target="../media/image50.wmf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8.bin"/><Relationship Id="rId14" Type="http://schemas.openxmlformats.org/officeDocument/2006/relationships/oleObject" Target="../embeddings/oleObject51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3.wmf"/><Relationship Id="rId11" Type="http://schemas.openxmlformats.org/officeDocument/2006/relationships/image" Target="../media/image55.wmf"/><Relationship Id="rId5" Type="http://schemas.openxmlformats.org/officeDocument/2006/relationships/oleObject" Target="../embeddings/oleObject55.bin"/><Relationship Id="rId10" Type="http://schemas.openxmlformats.org/officeDocument/2006/relationships/oleObject" Target="../embeddings/oleObject58.bin"/><Relationship Id="rId4" Type="http://schemas.openxmlformats.org/officeDocument/2006/relationships/image" Target="../media/image52.wmf"/><Relationship Id="rId9" Type="http://schemas.openxmlformats.org/officeDocument/2006/relationships/image" Target="../media/image54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200400" y="3276599"/>
            <a:ext cx="55290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Section 8.1: Sequences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A </a:t>
            </a:r>
            <a:r>
              <a:rPr lang="en-US" b="1" dirty="0" smtClean="0">
                <a:solidFill>
                  <a:srgbClr val="FF0000"/>
                </a:solidFill>
              </a:rPr>
              <a:t>sequence</a:t>
            </a:r>
            <a:r>
              <a:rPr lang="en-US" dirty="0" smtClean="0"/>
              <a:t> is a function whose domain is ℕ.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085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A </a:t>
            </a:r>
            <a:r>
              <a:rPr lang="en-US" b="1" dirty="0" smtClean="0">
                <a:solidFill>
                  <a:srgbClr val="FF0000"/>
                </a:solidFill>
              </a:rPr>
              <a:t>sequence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7030A0"/>
                </a:solidFill>
              </a:rPr>
              <a:t>list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My Informal Definition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11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 smtClean="0"/>
              <a:t>	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or sometimes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Notation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42337"/>
              </p:ext>
            </p:extLst>
          </p:nvPr>
        </p:nvGraphicFramePr>
        <p:xfrm>
          <a:off x="4114800" y="3392488"/>
          <a:ext cx="893763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2" name="Equation" r:id="rId3" imgW="279360" imgH="228600" progId="Equation.DSMT4">
                  <p:embed/>
                </p:oleObj>
              </mc:Choice>
              <mc:Fallback>
                <p:oleObj name="Equation" r:id="rId3" imgW="279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92488"/>
                        <a:ext cx="893763" cy="731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4038600" y="1447800"/>
          <a:ext cx="85407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3" name="Equation" r:id="rId5" imgW="266400" imgH="228600" progId="Equation.3">
                  <p:embed/>
                </p:oleObj>
              </mc:Choice>
              <mc:Fallback>
                <p:oleObj name="Equation" r:id="rId5" imgW="266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447800"/>
                        <a:ext cx="854075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189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Sequences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rot="5400000">
            <a:off x="-1027906" y="3390106"/>
            <a:ext cx="3581400" cy="1588"/>
          </a:xfrm>
          <a:prstGeom prst="straightConnector1">
            <a:avLst/>
          </a:prstGeom>
          <a:ln w="57150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228600" y="3429000"/>
            <a:ext cx="7239000" cy="1588"/>
          </a:xfrm>
          <a:prstGeom prst="straightConnector1">
            <a:avLst/>
          </a:prstGeom>
          <a:ln w="57150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524000" y="22098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676400" y="23622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828800" y="25146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981200" y="26670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133600" y="28194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2286000" y="29718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438400" y="31242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2667000" y="29718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2819400" y="28194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3048000" y="27432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200400" y="28956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429000" y="28956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3657600" y="28956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810000" y="30480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962400" y="27432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4114800" y="28956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267200" y="30480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4419600" y="32004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4572000" y="33528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4724400" y="35052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4876800" y="35814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029200" y="32004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5181600" y="30480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5867400" y="29718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5334000" y="30480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5486400" y="28956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5638800" y="30480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6019800" y="31242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6172200" y="30480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6324600" y="29718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6477000" y="31242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6629400" y="29718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6781800" y="30480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6934200" y="29718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7086600" y="2971800"/>
            <a:ext cx="76200" cy="76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/>
          <p:cNvCxnSpPr/>
          <p:nvPr/>
        </p:nvCxnSpPr>
        <p:spPr>
          <a:xfrm>
            <a:off x="762000" y="2971800"/>
            <a:ext cx="7315200" cy="76200"/>
          </a:xfrm>
          <a:prstGeom prst="line">
            <a:avLst/>
          </a:prstGeom>
          <a:ln w="28575">
            <a:solidFill>
              <a:srgbClr val="7030A0"/>
            </a:solidFill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19100" y="2790825"/>
            <a:ext cx="304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s</a:t>
            </a:r>
            <a:endParaRPr 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360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500"/>
                            </p:stCondLst>
                            <p:childTnLst>
                              <p:par>
                                <p:cTn id="26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Sequences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609600" y="3009900"/>
            <a:ext cx="81534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>
            <a:spLocks noChangeAspect="1"/>
          </p:cNvSpPr>
          <p:nvPr/>
        </p:nvSpPr>
        <p:spPr>
          <a:xfrm>
            <a:off x="6629400" y="2971800"/>
            <a:ext cx="94488" cy="94488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>
            <a:spLocks noChangeAspect="1"/>
          </p:cNvSpPr>
          <p:nvPr/>
        </p:nvSpPr>
        <p:spPr>
          <a:xfrm>
            <a:off x="6248400" y="2971800"/>
            <a:ext cx="94488" cy="94182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>
            <a:spLocks noChangeAspect="1"/>
          </p:cNvSpPr>
          <p:nvPr/>
        </p:nvSpPr>
        <p:spPr>
          <a:xfrm>
            <a:off x="6172200" y="2971800"/>
            <a:ext cx="94488" cy="94182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>
            <a:spLocks noChangeAspect="1"/>
          </p:cNvSpPr>
          <p:nvPr/>
        </p:nvSpPr>
        <p:spPr>
          <a:xfrm>
            <a:off x="5943600" y="2971800"/>
            <a:ext cx="94488" cy="94182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4038600" y="2971800"/>
            <a:ext cx="94488" cy="94182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>
            <a:spLocks noChangeAspect="1"/>
          </p:cNvSpPr>
          <p:nvPr/>
        </p:nvSpPr>
        <p:spPr>
          <a:xfrm>
            <a:off x="4267200" y="2971800"/>
            <a:ext cx="94488" cy="94182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>
            <a:spLocks noChangeAspect="1"/>
          </p:cNvSpPr>
          <p:nvPr/>
        </p:nvSpPr>
        <p:spPr>
          <a:xfrm>
            <a:off x="3733800" y="2971800"/>
            <a:ext cx="94488" cy="94182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>
            <a:spLocks noChangeAspect="1"/>
          </p:cNvSpPr>
          <p:nvPr/>
        </p:nvSpPr>
        <p:spPr>
          <a:xfrm>
            <a:off x="4572000" y="2971800"/>
            <a:ext cx="94488" cy="94182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>
            <a:spLocks noChangeAspect="1"/>
          </p:cNvSpPr>
          <p:nvPr/>
        </p:nvSpPr>
        <p:spPr>
          <a:xfrm>
            <a:off x="5334000" y="2971800"/>
            <a:ext cx="94488" cy="94182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>
            <a:spLocks noChangeAspect="1"/>
          </p:cNvSpPr>
          <p:nvPr/>
        </p:nvSpPr>
        <p:spPr>
          <a:xfrm>
            <a:off x="4800600" y="2971800"/>
            <a:ext cx="94488" cy="94182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>
            <a:spLocks noChangeAspect="1"/>
          </p:cNvSpPr>
          <p:nvPr/>
        </p:nvSpPr>
        <p:spPr>
          <a:xfrm>
            <a:off x="4876800" y="2971800"/>
            <a:ext cx="94488" cy="94182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>
            <a:spLocks noChangeAspect="1"/>
          </p:cNvSpPr>
          <p:nvPr/>
        </p:nvSpPr>
        <p:spPr>
          <a:xfrm>
            <a:off x="4953000" y="2971800"/>
            <a:ext cx="94488" cy="94182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>
            <a:spLocks noChangeAspect="1"/>
          </p:cNvSpPr>
          <p:nvPr/>
        </p:nvSpPr>
        <p:spPr>
          <a:xfrm>
            <a:off x="5486400" y="2971800"/>
            <a:ext cx="94488" cy="94182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>
            <a:spLocks noChangeAspect="1"/>
          </p:cNvSpPr>
          <p:nvPr/>
        </p:nvSpPr>
        <p:spPr>
          <a:xfrm>
            <a:off x="5257800" y="2971800"/>
            <a:ext cx="94488" cy="94182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>
            <a:spLocks noChangeAspect="1"/>
          </p:cNvSpPr>
          <p:nvPr/>
        </p:nvSpPr>
        <p:spPr>
          <a:xfrm>
            <a:off x="5105400" y="2971800"/>
            <a:ext cx="94488" cy="94182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>
            <a:spLocks noChangeAspect="1"/>
          </p:cNvSpPr>
          <p:nvPr/>
        </p:nvSpPr>
        <p:spPr>
          <a:xfrm>
            <a:off x="5029200" y="2971800"/>
            <a:ext cx="94488" cy="94182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>
            <a:spLocks noChangeAspect="1"/>
          </p:cNvSpPr>
          <p:nvPr/>
        </p:nvSpPr>
        <p:spPr>
          <a:xfrm>
            <a:off x="5105400" y="2971800"/>
            <a:ext cx="94488" cy="94182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/>
          <p:cNvCxnSpPr>
            <a:cxnSpLocks noChangeAspect="1"/>
          </p:cNvCxnSpPr>
          <p:nvPr/>
        </p:nvCxnSpPr>
        <p:spPr>
          <a:xfrm rot="5400000">
            <a:off x="4916424" y="3036951"/>
            <a:ext cx="377952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953000" y="3200400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7030A0"/>
                </a:solidFill>
              </a:rPr>
              <a:t>s</a:t>
            </a:r>
            <a:endParaRPr lang="en-US" sz="20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136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( 1/n )  converges to 0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Idea:  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7030A0"/>
                </a:solidFill>
              </a:rPr>
              <a:t>When n gets big, 1/n gets small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97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9547988"/>
              </p:ext>
            </p:extLst>
          </p:nvPr>
        </p:nvGraphicFramePr>
        <p:xfrm>
          <a:off x="5334000" y="304800"/>
          <a:ext cx="3124200" cy="632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Tower of Power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84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/>
              <a:t>Converges to </a:t>
            </a:r>
            <a:r>
              <a:rPr lang="en-US" dirty="0" smtClean="0">
                <a:solidFill>
                  <a:srgbClr val="7030A0"/>
                </a:solidFill>
              </a:rPr>
              <a:t>3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733800" y="1676400"/>
          <a:ext cx="1860006" cy="138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3" name="Equation" r:id="rId3" imgW="647640" imgH="482400" progId="Equation.DSMT4">
                  <p:embed/>
                </p:oleObj>
              </mc:Choice>
              <mc:Fallback>
                <p:oleObj name="Equation" r:id="rId3" imgW="6476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676400"/>
                        <a:ext cx="1860006" cy="1385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2207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Diverges to infinity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733800" y="1676400"/>
          <a:ext cx="1860006" cy="138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7" name="Equation" r:id="rId3" imgW="647640" imgH="482400" progId="Equation.DSMT4">
                  <p:embed/>
                </p:oleObj>
              </mc:Choice>
              <mc:Fallback>
                <p:oleObj name="Equation" r:id="rId3" imgW="6476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676400"/>
                        <a:ext cx="1860006" cy="1385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6469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/>
              <a:t>Converges to </a:t>
            </a:r>
            <a:r>
              <a:rPr lang="en-US" dirty="0" smtClean="0">
                <a:solidFill>
                  <a:srgbClr val="7030A0"/>
                </a:solidFill>
              </a:rPr>
              <a:t>0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733800" y="1676400"/>
          <a:ext cx="1860006" cy="138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1" name="Equation" r:id="rId3" imgW="647640" imgH="482400" progId="Equation.DSMT4">
                  <p:embed/>
                </p:oleObj>
              </mc:Choice>
              <mc:Fallback>
                <p:oleObj name="Equation" r:id="rId3" imgW="6476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676400"/>
                        <a:ext cx="1860006" cy="1385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956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/>
              <a:t>Converges to </a:t>
            </a:r>
            <a:r>
              <a:rPr lang="en-US" dirty="0" smtClean="0">
                <a:solidFill>
                  <a:srgbClr val="7030A0"/>
                </a:solidFill>
              </a:rPr>
              <a:t>0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2064405"/>
              </p:ext>
            </p:extLst>
          </p:nvPr>
        </p:nvGraphicFramePr>
        <p:xfrm>
          <a:off x="3606800" y="1712913"/>
          <a:ext cx="2116138" cy="131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9" name="Equation" r:id="rId3" imgW="736560" imgH="457200" progId="Equation.DSMT4">
                  <p:embed/>
                </p:oleObj>
              </mc:Choice>
              <mc:Fallback>
                <p:oleObj name="Equation" r:id="rId3" imgW="7365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6800" y="1712913"/>
                        <a:ext cx="2116138" cy="1312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5327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/>
              <a:t>Diverges to </a:t>
            </a:r>
            <a:r>
              <a:rPr lang="en-US" dirty="0" smtClean="0">
                <a:solidFill>
                  <a:srgbClr val="7030A0"/>
                </a:solidFill>
              </a:rPr>
              <a:t>∞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064463"/>
              </p:ext>
            </p:extLst>
          </p:nvPr>
        </p:nvGraphicFramePr>
        <p:xfrm>
          <a:off x="3552825" y="1676400"/>
          <a:ext cx="2224088" cy="138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3" name="Equation" r:id="rId3" imgW="774360" imgH="482400" progId="Equation.DSMT4">
                  <p:embed/>
                </p:oleObj>
              </mc:Choice>
              <mc:Fallback>
                <p:oleObj name="Equation" r:id="rId3" imgW="7743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2825" y="1676400"/>
                        <a:ext cx="2224088" cy="1385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342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Suppose (</a:t>
            </a:r>
            <a:r>
              <a:rPr lang="en-US" i="1" dirty="0" err="1" smtClean="0"/>
              <a:t>s</a:t>
            </a:r>
            <a:r>
              <a:rPr lang="en-US" i="1" baseline="-25000" dirty="0" err="1" smtClean="0"/>
              <a:t>n</a:t>
            </a:r>
            <a:r>
              <a:rPr lang="en-US" i="1" baseline="-25000" dirty="0" smtClean="0"/>
              <a:t> </a:t>
            </a:r>
            <a:r>
              <a:rPr lang="en-US" dirty="0" smtClean="0"/>
              <a:t>) converges to </a:t>
            </a:r>
            <a:r>
              <a:rPr lang="en-US" i="1" dirty="0" smtClean="0"/>
              <a:t>s</a:t>
            </a:r>
            <a:r>
              <a:rPr lang="en-US" dirty="0" smtClean="0"/>
              <a:t> and 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i="1" dirty="0" err="1" smtClean="0"/>
              <a:t>t</a:t>
            </a:r>
            <a:r>
              <a:rPr lang="en-US" i="1" baseline="-25000" dirty="0" err="1" smtClean="0"/>
              <a:t>n</a:t>
            </a:r>
            <a:r>
              <a:rPr lang="en-US" i="1" baseline="-25000" dirty="0" smtClean="0"/>
              <a:t> </a:t>
            </a:r>
            <a:r>
              <a:rPr lang="en-US" dirty="0" smtClean="0"/>
              <a:t>) converges to </a:t>
            </a:r>
            <a:r>
              <a:rPr lang="en-US" i="1" dirty="0" smtClean="0"/>
              <a:t>t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Theorem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323102"/>
              </p:ext>
            </p:extLst>
          </p:nvPr>
        </p:nvGraphicFramePr>
        <p:xfrm>
          <a:off x="2160588" y="2743200"/>
          <a:ext cx="5724525" cy="324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7" name="Equation" r:id="rId3" imgW="2019240" imgH="1143000" progId="Equation.DSMT4">
                  <p:embed/>
                </p:oleObj>
              </mc:Choice>
              <mc:Fallback>
                <p:oleObj name="Equation" r:id="rId3" imgW="2019240" imgH="1143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8" y="2743200"/>
                        <a:ext cx="5724525" cy="3240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7844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/>
          <p:cNvSpPr txBox="1"/>
          <p:nvPr/>
        </p:nvSpPr>
        <p:spPr>
          <a:xfrm>
            <a:off x="179854" y="1503870"/>
            <a:ext cx="8060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	 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Suppose                      and </a:t>
            </a:r>
          </a:p>
        </p:txBody>
      </p:sp>
      <p:graphicFrame>
        <p:nvGraphicFramePr>
          <p:cNvPr id="3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8898348"/>
              </p:ext>
            </p:extLst>
          </p:nvPr>
        </p:nvGraphicFramePr>
        <p:xfrm>
          <a:off x="6026150" y="1544642"/>
          <a:ext cx="2736850" cy="665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8" name="Equation" r:id="rId3" imgW="1155600" imgH="279360" progId="Equation.DSMT4">
                  <p:embed/>
                </p:oleObj>
              </mc:Choice>
              <mc:Fallback>
                <p:oleObj name="Equation" r:id="rId3" imgW="1155600" imgH="279360" progId="Equation.DSMT4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6150" y="1544642"/>
                        <a:ext cx="2736850" cy="66515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5244580"/>
              </p:ext>
            </p:extLst>
          </p:nvPr>
        </p:nvGraphicFramePr>
        <p:xfrm>
          <a:off x="3100615" y="1540437"/>
          <a:ext cx="1801471" cy="573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9" name="Equation" r:id="rId5" imgW="723600" imgH="228600" progId="Equation.DSMT4">
                  <p:embed/>
                </p:oleObj>
              </mc:Choice>
              <mc:Fallback>
                <p:oleObj name="Equation" r:id="rId5" imgW="723600" imgH="228600" progId="Equation.DSMT4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615" y="1540437"/>
                        <a:ext cx="1801471" cy="57319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Group 37"/>
          <p:cNvGrpSpPr/>
          <p:nvPr/>
        </p:nvGrpSpPr>
        <p:grpSpPr>
          <a:xfrm>
            <a:off x="2743200" y="2725683"/>
            <a:ext cx="2949510" cy="685914"/>
            <a:chOff x="304800" y="786703"/>
            <a:chExt cx="2544135" cy="685914"/>
          </a:xfrm>
        </p:grpSpPr>
        <p:graphicFrame>
          <p:nvGraphicFramePr>
            <p:cNvPr id="40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9484871"/>
                </p:ext>
              </p:extLst>
            </p:nvPr>
          </p:nvGraphicFramePr>
          <p:xfrm>
            <a:off x="1268117" y="786703"/>
            <a:ext cx="1580818" cy="6859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50" name="Equation" r:id="rId7" imgW="647640" imgH="279360" progId="Equation.DSMT4">
                    <p:embed/>
                  </p:oleObj>
                </mc:Choice>
                <mc:Fallback>
                  <p:oleObj name="Equation" r:id="rId7" imgW="647640" imgH="279360" progId="Equation.DSMT4">
                    <p:embed/>
                    <p:pic>
                      <p:nvPicPr>
                        <p:cNvPr id="0" name="Picture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8117" y="786703"/>
                          <a:ext cx="1580818" cy="685914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" name="TextBox 41"/>
            <p:cNvSpPr txBox="1"/>
            <p:nvPr/>
          </p:nvSpPr>
          <p:spPr>
            <a:xfrm>
              <a:off x="304800" y="786703"/>
              <a:ext cx="9906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>
                  <a:latin typeface="Calibri" pitchFamily="34" charset="0"/>
                  <a:cs typeface="Calibri" pitchFamily="34" charset="0"/>
                </a:rPr>
                <a:t>Then</a:t>
              </a:r>
            </a:p>
          </p:txBody>
        </p:sp>
      </p:grpSp>
      <p:sp>
        <p:nvSpPr>
          <p:cNvPr id="29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dirty="0" smtClean="0"/>
              <a:t>Squeeze Theorem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676400"/>
            <a:ext cx="8686800" cy="2197291"/>
          </a:xfrm>
        </p:spPr>
        <p:txBody>
          <a:bodyPr>
            <a:normAutofit/>
          </a:bodyPr>
          <a:lstStyle/>
          <a:p>
            <a:pPr marL="109728" indent="0" algn="ctr">
              <a:buNone/>
            </a:pPr>
            <a:r>
              <a:rPr lang="en-US" sz="2800" dirty="0" smtClean="0"/>
              <a:t>Notice that we have k’s raised to the </a:t>
            </a:r>
            <a:r>
              <a:rPr lang="en-US" sz="2800" dirty="0" err="1" smtClean="0"/>
              <a:t>k</a:t>
            </a:r>
            <a:r>
              <a:rPr lang="en-US" sz="2800" baseline="30000" dirty="0" err="1" smtClean="0"/>
              <a:t>th</a:t>
            </a:r>
            <a:r>
              <a:rPr lang="en-US" sz="2800" dirty="0" smtClean="0"/>
              <a:t> power.</a:t>
            </a:r>
          </a:p>
          <a:p>
            <a:pPr marL="109728" indent="0">
              <a:buNone/>
            </a:pP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109728" indent="0" algn="ctr">
              <a:buNone/>
            </a:pP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</a:rPr>
              <a:t>This is a job for </a:t>
            </a:r>
            <a:r>
              <a:rPr lang="en-US" sz="2800" dirty="0" err="1" smtClean="0">
                <a:solidFill>
                  <a:schemeClr val="accent1">
                    <a:lumMod val="75000"/>
                  </a:schemeClr>
                </a:solidFill>
              </a:rPr>
              <a:t>L’Hopital’s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</a:rPr>
              <a:t> Rule!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83124"/>
              </p:ext>
            </p:extLst>
          </p:nvPr>
        </p:nvGraphicFramePr>
        <p:xfrm>
          <a:off x="450612" y="174863"/>
          <a:ext cx="1821338" cy="118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7" name="Equation" r:id="rId3" imgW="761760" imgH="469800" progId="Equation.DSMT4">
                  <p:embed/>
                </p:oleObj>
              </mc:Choice>
              <mc:Fallback>
                <p:oleObj name="Equation" r:id="rId3" imgW="761760" imgH="4698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612" y="174863"/>
                        <a:ext cx="1821338" cy="1182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0500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295400"/>
            <a:ext cx="8229600" cy="990600"/>
          </a:xfrm>
        </p:spPr>
        <p:txBody>
          <a:bodyPr>
            <a:normAutofit/>
          </a:bodyPr>
          <a:lstStyle/>
          <a:p>
            <a:pPr marL="109728" indent="0" algn="ctr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First, we need to commit algebra.</a:t>
            </a:r>
          </a:p>
          <a:p>
            <a:pPr marL="109728" indent="0" algn="ctr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We change the problem by taking the log. 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160936"/>
              </p:ext>
            </p:extLst>
          </p:nvPr>
        </p:nvGraphicFramePr>
        <p:xfrm>
          <a:off x="222012" y="22463"/>
          <a:ext cx="1821338" cy="118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67" name="Equation" r:id="rId3" imgW="761760" imgH="469800" progId="Equation.DSMT4">
                  <p:embed/>
                </p:oleObj>
              </mc:Choice>
              <mc:Fallback>
                <p:oleObj name="Equation" r:id="rId3" imgW="7617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12" y="22463"/>
                        <a:ext cx="1821338" cy="1182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818820"/>
              </p:ext>
            </p:extLst>
          </p:nvPr>
        </p:nvGraphicFramePr>
        <p:xfrm>
          <a:off x="1288447" y="2706553"/>
          <a:ext cx="1836357" cy="1300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68" name="Equation" r:id="rId5" imgW="698400" imgH="469800" progId="Equation.DSMT4">
                  <p:embed/>
                </p:oleObj>
              </mc:Choice>
              <mc:Fallback>
                <p:oleObj name="Equation" r:id="rId5" imgW="698400" imgH="469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8447" y="2706553"/>
                        <a:ext cx="1836357" cy="13004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748970"/>
              </p:ext>
            </p:extLst>
          </p:nvPr>
        </p:nvGraphicFramePr>
        <p:xfrm>
          <a:off x="5075277" y="2706553"/>
          <a:ext cx="2103358" cy="1300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69" name="Equation" r:id="rId7" imgW="799920" imgH="469800" progId="Equation.DSMT4">
                  <p:embed/>
                </p:oleObj>
              </mc:Choice>
              <mc:Fallback>
                <p:oleObj name="Equation" r:id="rId7" imgW="799920" imgH="469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277" y="2706553"/>
                        <a:ext cx="2103358" cy="13004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654427"/>
              </p:ext>
            </p:extLst>
          </p:nvPr>
        </p:nvGraphicFramePr>
        <p:xfrm>
          <a:off x="3733800" y="4572000"/>
          <a:ext cx="1736471" cy="2214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0" name="Equation" r:id="rId9" imgW="660240" imgH="799920" progId="Equation.DSMT4">
                  <p:embed/>
                </p:oleObj>
              </mc:Choice>
              <mc:Fallback>
                <p:oleObj name="Equation" r:id="rId9" imgW="660240" imgH="7999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572000"/>
                        <a:ext cx="1736471" cy="22147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564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468841"/>
              </p:ext>
            </p:extLst>
          </p:nvPr>
        </p:nvGraphicFramePr>
        <p:xfrm>
          <a:off x="4924425" y="2743200"/>
          <a:ext cx="94297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09" name="Equation" r:id="rId3" imgW="431640" imgH="228600" progId="Equation.DSMT4">
                  <p:embed/>
                </p:oleObj>
              </mc:Choice>
              <mc:Fallback>
                <p:oleObj name="Equation" r:id="rId3" imgW="431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4425" y="2743200"/>
                        <a:ext cx="942975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4568147"/>
              </p:ext>
            </p:extLst>
          </p:nvPr>
        </p:nvGraphicFramePr>
        <p:xfrm>
          <a:off x="304800" y="76200"/>
          <a:ext cx="2277110" cy="2013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10" name="Equation" r:id="rId5" imgW="952200" imgH="799920" progId="Equation.DSMT4">
                  <p:embed/>
                </p:oleObj>
              </mc:Choice>
              <mc:Fallback>
                <p:oleObj name="Equation" r:id="rId5" imgW="952200" imgH="799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76200"/>
                        <a:ext cx="2277110" cy="20134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7002103"/>
              </p:ext>
            </p:extLst>
          </p:nvPr>
        </p:nvGraphicFramePr>
        <p:xfrm>
          <a:off x="6324600" y="76200"/>
          <a:ext cx="2043113" cy="183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11" name="Equation" r:id="rId7" imgW="939600" imgH="799920" progId="Equation.DSMT4">
                  <p:embed/>
                </p:oleObj>
              </mc:Choice>
              <mc:Fallback>
                <p:oleObj name="Equation" r:id="rId7" imgW="939600" imgH="79992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76200"/>
                        <a:ext cx="2043113" cy="183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2471857"/>
              </p:ext>
            </p:extLst>
          </p:nvPr>
        </p:nvGraphicFramePr>
        <p:xfrm>
          <a:off x="2869691" y="2194481"/>
          <a:ext cx="3066415" cy="2013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12" name="Equation" r:id="rId9" imgW="1282680" imgH="799920" progId="Equation.DSMT4">
                  <p:embed/>
                </p:oleObj>
              </mc:Choice>
              <mc:Fallback>
                <p:oleObj name="Equation" r:id="rId9" imgW="1282680" imgH="7999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9691" y="2194481"/>
                        <a:ext cx="3066415" cy="20134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>
          <a:xfrm>
            <a:off x="3651847" y="2257104"/>
            <a:ext cx="1219200" cy="1424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586625"/>
              </p:ext>
            </p:extLst>
          </p:nvPr>
        </p:nvGraphicFramePr>
        <p:xfrm>
          <a:off x="3563937" y="4953000"/>
          <a:ext cx="1711325" cy="142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13" name="Equation" r:id="rId11" imgW="787320" imgH="622080" progId="Equation.DSMT4">
                  <p:embed/>
                </p:oleObj>
              </mc:Choice>
              <mc:Fallback>
                <p:oleObj name="Equation" r:id="rId11" imgW="787320" imgH="6220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7" y="4953000"/>
                        <a:ext cx="1711325" cy="1423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089245"/>
              </p:ext>
            </p:extLst>
          </p:nvPr>
        </p:nvGraphicFramePr>
        <p:xfrm>
          <a:off x="5715000" y="5257800"/>
          <a:ext cx="55245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14" name="Equation" r:id="rId13" imgW="253800" imgH="203040" progId="Equation.DSMT4">
                  <p:embed/>
                </p:oleObj>
              </mc:Choice>
              <mc:Fallback>
                <p:oleObj name="Equation" r:id="rId13" imgW="253800" imgH="2030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257800"/>
                        <a:ext cx="55245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137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524000"/>
            <a:ext cx="8229600" cy="990600"/>
          </a:xfrm>
        </p:spPr>
        <p:txBody>
          <a:bodyPr>
            <a:normAutofit/>
          </a:bodyPr>
          <a:lstStyle/>
          <a:p>
            <a:pPr marL="109728" indent="0" algn="ctr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Remember we changed the problem </a:t>
            </a:r>
            <a:b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by taking the log!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110429"/>
              </p:ext>
            </p:extLst>
          </p:nvPr>
        </p:nvGraphicFramePr>
        <p:xfrm>
          <a:off x="304800" y="76200"/>
          <a:ext cx="2787650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1" name="Equation" r:id="rId3" imgW="1282680" imgH="469800" progId="Equation.DSMT4">
                  <p:embed/>
                </p:oleObj>
              </mc:Choice>
              <mc:Fallback>
                <p:oleObj name="Equation" r:id="rId3" imgW="12826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76200"/>
                        <a:ext cx="2787650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056266"/>
              </p:ext>
            </p:extLst>
          </p:nvPr>
        </p:nvGraphicFramePr>
        <p:xfrm>
          <a:off x="2717625" y="3075361"/>
          <a:ext cx="3807175" cy="562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2" name="Equation" r:id="rId5" imgW="1447560" imgH="203040" progId="Equation.DSMT4">
                  <p:embed/>
                </p:oleObj>
              </mc:Choice>
              <mc:Fallback>
                <p:oleObj name="Equation" r:id="rId5" imgW="1447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625" y="3075361"/>
                        <a:ext cx="3807175" cy="5628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692106"/>
              </p:ext>
            </p:extLst>
          </p:nvPr>
        </p:nvGraphicFramePr>
        <p:xfrm>
          <a:off x="7162800" y="152400"/>
          <a:ext cx="1655763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3" name="Equation" r:id="rId7" imgW="761760" imgH="469800" progId="Equation.DSMT4">
                  <p:embed/>
                </p:oleObj>
              </mc:Choice>
              <mc:Fallback>
                <p:oleObj name="Equation" r:id="rId7" imgW="761760" imgH="469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152400"/>
                        <a:ext cx="1655763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502013"/>
              </p:ext>
            </p:extLst>
          </p:nvPr>
        </p:nvGraphicFramePr>
        <p:xfrm>
          <a:off x="2967339" y="4242531"/>
          <a:ext cx="3307747" cy="668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4" name="Equation" r:id="rId9" imgW="1257120" imgH="241200" progId="Equation.DSMT4">
                  <p:embed/>
                </p:oleObj>
              </mc:Choice>
              <mc:Fallback>
                <p:oleObj name="Equation" r:id="rId9" imgW="125712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339" y="4242531"/>
                        <a:ext cx="3307747" cy="668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060814"/>
              </p:ext>
            </p:extLst>
          </p:nvPr>
        </p:nvGraphicFramePr>
        <p:xfrm>
          <a:off x="3219148" y="5373553"/>
          <a:ext cx="2839054" cy="1300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5" name="Equation" r:id="rId11" imgW="1079280" imgH="469800" progId="Equation.DSMT4">
                  <p:embed/>
                </p:oleObj>
              </mc:Choice>
              <mc:Fallback>
                <p:oleObj name="Equation" r:id="rId11" imgW="1079280" imgH="469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148" y="5373553"/>
                        <a:ext cx="2839054" cy="13004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357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295400"/>
            <a:ext cx="8229600" cy="990600"/>
          </a:xfrm>
        </p:spPr>
        <p:txBody>
          <a:bodyPr>
            <a:normAutofit/>
          </a:bodyPr>
          <a:lstStyle/>
          <a:p>
            <a:pPr marL="109728" indent="0" algn="ctr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Again, we need to commit algebra.</a:t>
            </a:r>
          </a:p>
          <a:p>
            <a:pPr marL="109728" indent="0" algn="ctr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We change the problem by taking the log. 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8144589"/>
              </p:ext>
            </p:extLst>
          </p:nvPr>
        </p:nvGraphicFramePr>
        <p:xfrm>
          <a:off x="177950" y="34991"/>
          <a:ext cx="1461786" cy="955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8" name="Equation" r:id="rId3" imgW="469800" imgH="291960" progId="Equation.DSMT4">
                  <p:embed/>
                </p:oleObj>
              </mc:Choice>
              <mc:Fallback>
                <p:oleObj name="Equation" r:id="rId3" imgW="4698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50" y="34991"/>
                        <a:ext cx="1461786" cy="955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047908"/>
              </p:ext>
            </p:extLst>
          </p:nvPr>
        </p:nvGraphicFramePr>
        <p:xfrm>
          <a:off x="1720629" y="2831592"/>
          <a:ext cx="1246546" cy="737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9" name="Equation" r:id="rId5" imgW="406080" imgH="228600" progId="Equation.DSMT4">
                  <p:embed/>
                </p:oleObj>
              </mc:Choice>
              <mc:Fallback>
                <p:oleObj name="Equation" r:id="rId5" imgW="406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0629" y="2831592"/>
                        <a:ext cx="1246546" cy="7376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2883117"/>
              </p:ext>
            </p:extLst>
          </p:nvPr>
        </p:nvGraphicFramePr>
        <p:xfrm>
          <a:off x="5571626" y="2654853"/>
          <a:ext cx="1158287" cy="1146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0" name="Equation" r:id="rId7" imgW="419040" imgH="393480" progId="Equation.DSMT4">
                  <p:embed/>
                </p:oleObj>
              </mc:Choice>
              <mc:Fallback>
                <p:oleObj name="Equation" r:id="rId7" imgW="4190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1626" y="2654853"/>
                        <a:ext cx="1158287" cy="11461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6681614"/>
              </p:ext>
            </p:extLst>
          </p:nvPr>
        </p:nvGraphicFramePr>
        <p:xfrm>
          <a:off x="4195957" y="4849654"/>
          <a:ext cx="875878" cy="1190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1" name="Equation" r:id="rId9" imgW="304560" imgH="393480" progId="Equation.DSMT4">
                  <p:embed/>
                </p:oleObj>
              </mc:Choice>
              <mc:Fallback>
                <p:oleObj name="Equation" r:id="rId9" imgW="3045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5957" y="4849654"/>
                        <a:ext cx="875878" cy="11909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419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715922"/>
              </p:ext>
            </p:extLst>
          </p:nvPr>
        </p:nvGraphicFramePr>
        <p:xfrm>
          <a:off x="168449" y="210289"/>
          <a:ext cx="1571276" cy="1089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6" name="Equation" r:id="rId3" imgW="596880" imgH="393480" progId="Equation.DSMT4">
                  <p:embed/>
                </p:oleObj>
              </mc:Choice>
              <mc:Fallback>
                <p:oleObj name="Equation" r:id="rId3" imgW="5968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449" y="210289"/>
                        <a:ext cx="1571276" cy="10891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5179794"/>
              </p:ext>
            </p:extLst>
          </p:nvPr>
        </p:nvGraphicFramePr>
        <p:xfrm>
          <a:off x="7410450" y="286322"/>
          <a:ext cx="1536700" cy="1091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7" name="Equation" r:id="rId5" imgW="583920" imgH="393480" progId="Equation.DSMT4">
                  <p:embed/>
                </p:oleObj>
              </mc:Choice>
              <mc:Fallback>
                <p:oleObj name="Equation" r:id="rId5" imgW="5839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0450" y="286322"/>
                        <a:ext cx="1536700" cy="10910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335664"/>
              </p:ext>
            </p:extLst>
          </p:nvPr>
        </p:nvGraphicFramePr>
        <p:xfrm>
          <a:off x="3583845" y="2410755"/>
          <a:ext cx="1636586" cy="1580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8" name="Equation" r:id="rId7" imgW="622080" imgH="571320" progId="Equation.DSMT4">
                  <p:embed/>
                </p:oleObj>
              </mc:Choice>
              <mc:Fallback>
                <p:oleObj name="Equation" r:id="rId7" imgW="622080" imgH="571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3845" y="2410755"/>
                        <a:ext cx="1636586" cy="15808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445656"/>
              </p:ext>
            </p:extLst>
          </p:nvPr>
        </p:nvGraphicFramePr>
        <p:xfrm>
          <a:off x="5486400" y="3124200"/>
          <a:ext cx="735694" cy="562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9" name="Equation" r:id="rId9" imgW="279360" imgH="203040" progId="Equation.DSMT4">
                  <p:embed/>
                </p:oleObj>
              </mc:Choice>
              <mc:Fallback>
                <p:oleObj name="Equation" r:id="rId9" imgW="279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124200"/>
                        <a:ext cx="735694" cy="5628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2073237"/>
              </p:ext>
            </p:extLst>
          </p:nvPr>
        </p:nvGraphicFramePr>
        <p:xfrm>
          <a:off x="1849437" y="565210"/>
          <a:ext cx="3865563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0" name="Equation" r:id="rId11" imgW="1777680" imgH="203040" progId="Equation.DSMT4">
                  <p:embed/>
                </p:oleObj>
              </mc:Choice>
              <mc:Fallback>
                <p:oleObj name="Equation" r:id="rId11" imgW="1777680" imgH="2030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9437" y="565210"/>
                        <a:ext cx="3865563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1323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524000"/>
            <a:ext cx="8229600" cy="990600"/>
          </a:xfrm>
        </p:spPr>
        <p:txBody>
          <a:bodyPr>
            <a:normAutofit/>
          </a:bodyPr>
          <a:lstStyle/>
          <a:p>
            <a:pPr marL="109728" indent="0" algn="ctr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Remember we changed the problem </a:t>
            </a:r>
            <a:b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by taking the log!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6946680"/>
              </p:ext>
            </p:extLst>
          </p:nvPr>
        </p:nvGraphicFramePr>
        <p:xfrm>
          <a:off x="593725" y="279400"/>
          <a:ext cx="2208213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3" name="Equation" r:id="rId3" imgW="1015920" imgH="291960" progId="Equation.DSMT4">
                  <p:embed/>
                </p:oleObj>
              </mc:Choice>
              <mc:Fallback>
                <p:oleObj name="Equation" r:id="rId3" imgW="10159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" y="279400"/>
                        <a:ext cx="2208213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51918"/>
              </p:ext>
            </p:extLst>
          </p:nvPr>
        </p:nvGraphicFramePr>
        <p:xfrm>
          <a:off x="2684971" y="3075361"/>
          <a:ext cx="3872484" cy="562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4" name="Equation" r:id="rId5" imgW="1473120" imgH="203040" progId="Equation.DSMT4">
                  <p:embed/>
                </p:oleObj>
              </mc:Choice>
              <mc:Fallback>
                <p:oleObj name="Equation" r:id="rId5" imgW="1473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4971" y="3075361"/>
                        <a:ext cx="3872484" cy="5628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686335"/>
              </p:ext>
            </p:extLst>
          </p:nvPr>
        </p:nvGraphicFramePr>
        <p:xfrm>
          <a:off x="7772400" y="228600"/>
          <a:ext cx="1022350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5" name="Equation" r:id="rId7" imgW="469800" imgH="291960" progId="Equation.DSMT4">
                  <p:embed/>
                </p:oleObj>
              </mc:Choice>
              <mc:Fallback>
                <p:oleObj name="Equation" r:id="rId7" imgW="4698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228600"/>
                        <a:ext cx="1022350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050339"/>
              </p:ext>
            </p:extLst>
          </p:nvPr>
        </p:nvGraphicFramePr>
        <p:xfrm>
          <a:off x="2567630" y="4259818"/>
          <a:ext cx="4108752" cy="633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6" name="Equation" r:id="rId9" imgW="1562040" imgH="228600" progId="Equation.DSMT4">
                  <p:embed/>
                </p:oleObj>
              </mc:Choice>
              <mc:Fallback>
                <p:oleObj name="Equation" r:id="rId9" imgW="1562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30" y="4259818"/>
                        <a:ext cx="4108752" cy="6338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5619246"/>
              </p:ext>
            </p:extLst>
          </p:nvPr>
        </p:nvGraphicFramePr>
        <p:xfrm>
          <a:off x="3620611" y="5619425"/>
          <a:ext cx="2036128" cy="808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7" name="Equation" r:id="rId11" imgW="774360" imgH="291960" progId="Equation.DSMT4">
                  <p:embed/>
                </p:oleObj>
              </mc:Choice>
              <mc:Fallback>
                <p:oleObj name="Equation" r:id="rId11" imgW="7743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0611" y="5619425"/>
                        <a:ext cx="2036128" cy="8086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0272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Important Facts to Know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5329746"/>
              </p:ext>
            </p:extLst>
          </p:nvPr>
        </p:nvGraphicFramePr>
        <p:xfrm>
          <a:off x="3159283" y="1546463"/>
          <a:ext cx="2580958" cy="118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5" name="Equation" r:id="rId3" imgW="1079280" imgH="469800" progId="Equation.DSMT4">
                  <p:embed/>
                </p:oleObj>
              </mc:Choice>
              <mc:Fallback>
                <p:oleObj name="Equation" r:id="rId3" imgW="1079280" imgH="469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9283" y="1546463"/>
                        <a:ext cx="2580958" cy="1182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8307730"/>
              </p:ext>
            </p:extLst>
          </p:nvPr>
        </p:nvGraphicFramePr>
        <p:xfrm>
          <a:off x="3339386" y="3547983"/>
          <a:ext cx="1971517" cy="735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6" name="Equation" r:id="rId5" imgW="825480" imgH="291960" progId="Equation.DSMT4">
                  <p:embed/>
                </p:oleObj>
              </mc:Choice>
              <mc:Fallback>
                <p:oleObj name="Equation" r:id="rId5" imgW="825480" imgH="2919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9386" y="3547983"/>
                        <a:ext cx="1971517" cy="7351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273843"/>
              </p:ext>
            </p:extLst>
          </p:nvPr>
        </p:nvGraphicFramePr>
        <p:xfrm>
          <a:off x="3355103" y="5056268"/>
          <a:ext cx="1940083" cy="766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7" name="Equation" r:id="rId7" imgW="812520" imgH="304560" progId="Equation.DSMT4">
                  <p:embed/>
                </p:oleObj>
              </mc:Choice>
              <mc:Fallback>
                <p:oleObj name="Equation" r:id="rId7" imgW="812520" imgH="3045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103" y="5056268"/>
                        <a:ext cx="1940083" cy="7666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303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228600" y="3649447"/>
            <a:ext cx="792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      is </a:t>
            </a:r>
            <a:r>
              <a:rPr lang="en-US" sz="280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strictly</a:t>
            </a:r>
            <a:r>
              <a:rPr lang="en-US" sz="280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decreasing </a:t>
            </a:r>
            <a:r>
              <a:rPr lang="en-US" sz="280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if                    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for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all 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n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28600" y="2199701"/>
            <a:ext cx="792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      is </a:t>
            </a:r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strictly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increasing  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if                    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for all 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n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3270" y="1418196"/>
            <a:ext cx="792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      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is </a:t>
            </a:r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increasing  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if                     for all n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7458091"/>
              </p:ext>
            </p:extLst>
          </p:nvPr>
        </p:nvGraphicFramePr>
        <p:xfrm>
          <a:off x="408106" y="1413427"/>
          <a:ext cx="384175" cy="497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04" name="Equation" r:id="rId3" imgW="177480" imgH="228600" progId="Equation.DSMT4">
                  <p:embed/>
                </p:oleObj>
              </mc:Choice>
              <mc:Fallback>
                <p:oleObj name="Equation" r:id="rId3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106" y="1413427"/>
                        <a:ext cx="384175" cy="49768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186791"/>
              </p:ext>
            </p:extLst>
          </p:nvPr>
        </p:nvGraphicFramePr>
        <p:xfrm>
          <a:off x="3276600" y="1418196"/>
          <a:ext cx="1269971" cy="536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05" name="Equation" r:id="rId5" imgW="545760" imgH="228600" progId="Equation.DSMT4">
                  <p:embed/>
                </p:oleObj>
              </mc:Choice>
              <mc:Fallback>
                <p:oleObj name="Equation" r:id="rId5" imgW="545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418196"/>
                        <a:ext cx="1269971" cy="53620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059884"/>
              </p:ext>
            </p:extLst>
          </p:nvPr>
        </p:nvGraphicFramePr>
        <p:xfrm>
          <a:off x="4305670" y="2153609"/>
          <a:ext cx="1180730" cy="498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06" name="Equation" r:id="rId7" imgW="545760" imgH="228600" progId="Equation.DSMT4">
                  <p:embed/>
                </p:oleObj>
              </mc:Choice>
              <mc:Fallback>
                <p:oleObj name="Equation" r:id="rId7" imgW="545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670" y="2153609"/>
                        <a:ext cx="1180730" cy="49853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81000" y="4415135"/>
            <a:ext cx="868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    is </a:t>
            </a:r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monotone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 if it is either increasing or decreasing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9339566"/>
              </p:ext>
            </p:extLst>
          </p:nvPr>
        </p:nvGraphicFramePr>
        <p:xfrm>
          <a:off x="408106" y="4405604"/>
          <a:ext cx="384175" cy="497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07" name="Equation" r:id="rId9" imgW="177480" imgH="228600" progId="Equation.DSMT4">
                  <p:embed/>
                </p:oleObj>
              </mc:Choice>
              <mc:Fallback>
                <p:oleObj name="Equation" r:id="rId9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106" y="4405604"/>
                        <a:ext cx="384175" cy="49768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869391"/>
              </p:ext>
            </p:extLst>
          </p:nvPr>
        </p:nvGraphicFramePr>
        <p:xfrm>
          <a:off x="339304" y="2164719"/>
          <a:ext cx="384175" cy="497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08" name="Equation" r:id="rId11" imgW="177480" imgH="228600" progId="Equation.DSMT4">
                  <p:embed/>
                </p:oleObj>
              </mc:Choice>
              <mc:Fallback>
                <p:oleObj name="Equation" r:id="rId11" imgW="17748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304" y="2164719"/>
                        <a:ext cx="384175" cy="4976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81000" y="2864516"/>
            <a:ext cx="792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    is </a:t>
            </a:r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decreasing  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if                     for all n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3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460552"/>
              </p:ext>
            </p:extLst>
          </p:nvPr>
        </p:nvGraphicFramePr>
        <p:xfrm>
          <a:off x="408106" y="2859747"/>
          <a:ext cx="384175" cy="497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09" name="Equation" r:id="rId13" imgW="177480" imgH="228600" progId="Equation.DSMT4">
                  <p:embed/>
                </p:oleObj>
              </mc:Choice>
              <mc:Fallback>
                <p:oleObj name="Equation" r:id="rId13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106" y="2859747"/>
                        <a:ext cx="384175" cy="49768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1703498"/>
              </p:ext>
            </p:extLst>
          </p:nvPr>
        </p:nvGraphicFramePr>
        <p:xfrm>
          <a:off x="3429000" y="2874785"/>
          <a:ext cx="1214887" cy="512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0" name="Equation" r:id="rId14" imgW="545760" imgH="228600" progId="Equation.DSMT4">
                  <p:embed/>
                </p:oleObj>
              </mc:Choice>
              <mc:Fallback>
                <p:oleObj name="Equation" r:id="rId14" imgW="545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874785"/>
                        <a:ext cx="1214887" cy="51295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719491"/>
              </p:ext>
            </p:extLst>
          </p:nvPr>
        </p:nvGraphicFramePr>
        <p:xfrm>
          <a:off x="4195313" y="3652738"/>
          <a:ext cx="1316548" cy="55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1" name="Equation" r:id="rId16" imgW="545760" imgH="228600" progId="Equation.DSMT4">
                  <p:embed/>
                </p:oleObj>
              </mc:Choice>
              <mc:Fallback>
                <p:oleObj name="Equation" r:id="rId16" imgW="545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5313" y="3652738"/>
                        <a:ext cx="1316548" cy="5558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4688696"/>
              </p:ext>
            </p:extLst>
          </p:nvPr>
        </p:nvGraphicFramePr>
        <p:xfrm>
          <a:off x="408106" y="3648367"/>
          <a:ext cx="384175" cy="497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2" name="Equation" r:id="rId18" imgW="177480" imgH="228600" progId="Equation.DSMT4">
                  <p:embed/>
                </p:oleObj>
              </mc:Choice>
              <mc:Fallback>
                <p:oleObj name="Equation" r:id="rId18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106" y="3648367"/>
                        <a:ext cx="384175" cy="4976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itle 2"/>
          <p:cNvSpPr>
            <a:spLocks noGrp="1"/>
          </p:cNvSpPr>
          <p:nvPr>
            <p:ph type="title"/>
          </p:nvPr>
        </p:nvSpPr>
        <p:spPr>
          <a:xfrm>
            <a:off x="389878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Definitions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59151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29" grpId="0"/>
      <p:bldP spid="22" grpId="0"/>
      <p:bldP spid="27" grpId="0"/>
      <p:bldP spid="3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304803" y="1353844"/>
            <a:ext cx="792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      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is </a:t>
            </a:r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bounded above 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by M if                 for all n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857832"/>
              </p:ext>
            </p:extLst>
          </p:nvPr>
        </p:nvGraphicFramePr>
        <p:xfrm>
          <a:off x="405938" y="1304588"/>
          <a:ext cx="384175" cy="497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6" name="Equation" r:id="rId3" imgW="177480" imgH="228600" progId="Equation.DSMT4">
                  <p:embed/>
                </p:oleObj>
              </mc:Choice>
              <mc:Fallback>
                <p:oleObj name="Equation" r:id="rId3" imgW="177480" imgH="2286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938" y="1304588"/>
                        <a:ext cx="384175" cy="49768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035188"/>
              </p:ext>
            </p:extLst>
          </p:nvPr>
        </p:nvGraphicFramePr>
        <p:xfrm>
          <a:off x="4675823" y="1359416"/>
          <a:ext cx="1068705" cy="497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7" name="Equation" r:id="rId5" imgW="495000" imgH="228600" progId="Equation.DSMT4">
                  <p:embed/>
                </p:oleObj>
              </mc:Choice>
              <mc:Fallback>
                <p:oleObj name="Equation" r:id="rId5" imgW="495000" imgH="22860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823" y="1359416"/>
                        <a:ext cx="1068705" cy="49768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04800" y="2895600"/>
            <a:ext cx="792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      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is </a:t>
            </a:r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bounded below 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by M if                 for all n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120303"/>
              </p:ext>
            </p:extLst>
          </p:nvPr>
        </p:nvGraphicFramePr>
        <p:xfrm>
          <a:off x="395077" y="2929383"/>
          <a:ext cx="384175" cy="497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8" name="Equation" r:id="rId7" imgW="177480" imgH="228600" progId="Equation.DSMT4">
                  <p:embed/>
                </p:oleObj>
              </mc:Choice>
              <mc:Fallback>
                <p:oleObj name="Equation" r:id="rId7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077" y="2929383"/>
                        <a:ext cx="384175" cy="49768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2703244"/>
              </p:ext>
            </p:extLst>
          </p:nvPr>
        </p:nvGraphicFramePr>
        <p:xfrm>
          <a:off x="4675823" y="2895600"/>
          <a:ext cx="1068705" cy="497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9" name="Equation" r:id="rId8" imgW="495000" imgH="228600" progId="Equation.DSMT4">
                  <p:embed/>
                </p:oleObj>
              </mc:Choice>
              <mc:Fallback>
                <p:oleObj name="Equation" r:id="rId8" imgW="495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823" y="2895600"/>
                        <a:ext cx="1068705" cy="49768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52400" y="4572000"/>
            <a:ext cx="891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      </a:t>
            </a:r>
            <a:r>
              <a:rPr 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is </a:t>
            </a:r>
            <a:r>
              <a:rPr lang="en-US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bounded </a:t>
            </a: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if it is bounded </a:t>
            </a:r>
            <a:r>
              <a:rPr lang="en-US" sz="32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both</a:t>
            </a: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above and below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25429"/>
              </p:ext>
            </p:extLst>
          </p:nvPr>
        </p:nvGraphicFramePr>
        <p:xfrm>
          <a:off x="296174" y="4615546"/>
          <a:ext cx="384175" cy="497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90" name="Equation" r:id="rId10" imgW="177480" imgH="228600" progId="Equation.DSMT4">
                  <p:embed/>
                </p:oleObj>
              </mc:Choice>
              <mc:Fallback>
                <p:oleObj name="Equation" r:id="rId10" imgW="17748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174" y="4615546"/>
                        <a:ext cx="384175" cy="4976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itle 2"/>
          <p:cNvSpPr>
            <a:spLocks noGrp="1"/>
          </p:cNvSpPr>
          <p:nvPr>
            <p:ph type="title"/>
          </p:nvPr>
        </p:nvSpPr>
        <p:spPr>
          <a:xfrm>
            <a:off x="295922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Definitions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9" grpId="0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76200" y="1353844"/>
            <a:ext cx="8915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An </a:t>
            </a:r>
            <a:r>
              <a:rPr lang="en-US" sz="32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increasing</a:t>
            </a:r>
            <a:r>
              <a:rPr 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sequence converges if and only if it is </a:t>
            </a:r>
            <a:r>
              <a:rPr lang="en-US" sz="32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bounded above</a:t>
            </a:r>
            <a:r>
              <a:rPr 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.</a:t>
            </a:r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6" name="Title 2"/>
          <p:cNvSpPr>
            <a:spLocks noGrp="1"/>
          </p:cNvSpPr>
          <p:nvPr>
            <p:ph type="title"/>
          </p:nvPr>
        </p:nvSpPr>
        <p:spPr>
          <a:xfrm>
            <a:off x="309242" y="76200"/>
            <a:ext cx="8682358" cy="11430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Bounded Monotone Convergence Theorem</a:t>
            </a:r>
            <a:endParaRPr lang="en-US" sz="3200" dirty="0"/>
          </a:p>
        </p:txBody>
      </p:sp>
      <p:sp>
        <p:nvSpPr>
          <p:cNvPr id="11" name="TextBox 10"/>
          <p:cNvSpPr txBox="1"/>
          <p:nvPr/>
        </p:nvSpPr>
        <p:spPr>
          <a:xfrm>
            <a:off x="76200" y="2895600"/>
            <a:ext cx="8915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A </a:t>
            </a:r>
            <a:r>
              <a:rPr lang="en-US" sz="32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decreasing</a:t>
            </a:r>
            <a:r>
              <a:rPr 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sequence converges if and only if it is</a:t>
            </a:r>
            <a:br>
              <a:rPr 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</a:br>
            <a:r>
              <a:rPr 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bounded below</a:t>
            </a:r>
            <a:r>
              <a:rPr 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.</a:t>
            </a:r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4608" y="4724400"/>
            <a:ext cx="8915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A </a:t>
            </a:r>
            <a:r>
              <a:rPr lang="en-US" sz="32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monotone</a:t>
            </a:r>
            <a:r>
              <a:rPr 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sequence converges if and only if it is </a:t>
            </a:r>
            <a:r>
              <a:rPr lang="en-US" sz="32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bounded</a:t>
            </a:r>
            <a:r>
              <a:rPr 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.</a:t>
            </a:r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18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1" grpId="0"/>
      <p:bldP spid="1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ustom 1">
      <a:dk1>
        <a:sysClr val="windowText" lastClr="000000"/>
      </a:dk1>
      <a:lt1>
        <a:sysClr val="window" lastClr="FFFFFF"/>
      </a:lt1>
      <a:dk2>
        <a:srgbClr val="00000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5448</TotalTime>
  <Words>235</Words>
  <Application>Microsoft Office PowerPoint</Application>
  <PresentationFormat>On-screen Show (4:3)</PresentationFormat>
  <Paragraphs>99</Paragraphs>
  <Slides>26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Concourse</vt:lpstr>
      <vt:lpstr>Equation</vt:lpstr>
      <vt:lpstr>PowerPoint Presentation</vt:lpstr>
      <vt:lpstr>Definition</vt:lpstr>
      <vt:lpstr>My Informal Definition</vt:lpstr>
      <vt:lpstr>Notation</vt:lpstr>
      <vt:lpstr>Sequences</vt:lpstr>
      <vt:lpstr>Sequences</vt:lpstr>
      <vt:lpstr>Example</vt:lpstr>
      <vt:lpstr>Tower of Power</vt:lpstr>
      <vt:lpstr>Examples</vt:lpstr>
      <vt:lpstr>Examples</vt:lpstr>
      <vt:lpstr>Examples</vt:lpstr>
      <vt:lpstr>Examples</vt:lpstr>
      <vt:lpstr>Examples</vt:lpstr>
      <vt:lpstr>Theorem</vt:lpstr>
      <vt:lpstr>Squeeze Theorem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Important Facts to Know</vt:lpstr>
      <vt:lpstr>Definitions</vt:lpstr>
      <vt:lpstr>Definitions</vt:lpstr>
      <vt:lpstr>Bounded Monotone Convergence Theorem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Brock Williams</cp:lastModifiedBy>
  <cp:revision>327</cp:revision>
  <dcterms:created xsi:type="dcterms:W3CDTF">2006-08-16T00:00:00Z</dcterms:created>
  <dcterms:modified xsi:type="dcterms:W3CDTF">2012-10-24T20:53:20Z</dcterms:modified>
</cp:coreProperties>
</file>