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1" r:id="rId9"/>
    <p:sldId id="267" r:id="rId10"/>
    <p:sldId id="266" r:id="rId11"/>
    <p:sldId id="262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4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.wmf"/><Relationship Id="rId4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24.wmf"/><Relationship Id="rId7" Type="http://schemas.openxmlformats.org/officeDocument/2006/relationships/image" Target="../media/image28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9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17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4" Type="http://schemas.openxmlformats.org/officeDocument/2006/relationships/image" Target="../media/image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2.wmf"/><Relationship Id="rId4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85276-4348-4BFB-9B63-AF9E9308948B}" type="datetimeFigureOut">
              <a:rPr lang="en-US" smtClean="0"/>
              <a:pPr/>
              <a:t>2/8/2011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A0A9C-EF98-4743-B4E5-7BB3700F86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40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A0A9C-EF98-4743-B4E5-7BB3700F861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4209EF-4DC6-44A9-BAAE-1F8B8035F6AE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234BD95-98E8-4734-9974-37C1D765B88C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34D968-7D26-4366-9831-D4B854822173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A2D4892-F3B6-4B89-BAE5-177089BFE8F6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993100-9B0A-4074-ACF2-147E6CC84FB9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531E0D-A74B-4F68-BF77-3FB64E60CF19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7F5C82F-B5B4-4C51-830A-456FEAE1A573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16AA0AE-4D0A-495C-A0C9-D86839E64676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46CFDD-C88B-4216-B04F-A0B7D94C3C32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0861479-A97F-41B4-A8A3-37CABFF7D618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68FDBC3-02E6-4FAC-A7D1-2A1295A64F79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4D0119D1-034A-4000-A2CB-3EDD362C4136}" type="datetime1">
              <a:rPr lang="en-US" smtClean="0"/>
              <a:pPr/>
              <a:t>2/8/2011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1.wmf"/><Relationship Id="rId5" Type="http://schemas.openxmlformats.org/officeDocument/2006/relationships/image" Target="../media/image1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5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1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58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6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99471" y="3124200"/>
            <a:ext cx="76445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7.2</a:t>
            </a:r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: Integration </a:t>
            </a: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by Parts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715307"/>
              </p:ext>
            </p:extLst>
          </p:nvPr>
        </p:nvGraphicFramePr>
        <p:xfrm>
          <a:off x="2743200" y="2819400"/>
          <a:ext cx="33147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Equation" r:id="rId3" imgW="1091880" imgH="279360" progId="Equation.DSMT4">
                  <p:embed/>
                </p:oleObj>
              </mc:Choice>
              <mc:Fallback>
                <p:oleObj name="Equation" r:id="rId3" imgW="109188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819400"/>
                        <a:ext cx="3314700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1712875"/>
              </p:ext>
            </p:extLst>
          </p:nvPr>
        </p:nvGraphicFramePr>
        <p:xfrm>
          <a:off x="2324100" y="228600"/>
          <a:ext cx="36226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Equation" r:id="rId5" imgW="1193760" imgH="203040" progId="Equation.DSMT4">
                  <p:embed/>
                </p:oleObj>
              </mc:Choice>
              <mc:Fallback>
                <p:oleObj name="Equation" r:id="rId5" imgW="1193760" imgH="2030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228600"/>
                        <a:ext cx="3622675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905929"/>
              </p:ext>
            </p:extLst>
          </p:nvPr>
        </p:nvGraphicFramePr>
        <p:xfrm>
          <a:off x="3576638" y="1371600"/>
          <a:ext cx="358616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7" imgW="1180800" imgH="279360" progId="Equation.DSMT4">
                  <p:embed/>
                </p:oleObj>
              </mc:Choice>
              <mc:Fallback>
                <p:oleObj name="Equation" r:id="rId7" imgW="1180800" imgH="2793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38" y="1371600"/>
                        <a:ext cx="3586162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0600" y="1524000"/>
            <a:ext cx="2448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Integrating we get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4191740"/>
            <a:ext cx="580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This is the integral version of the product rule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524933"/>
              </p:ext>
            </p:extLst>
          </p:nvPr>
        </p:nvGraphicFramePr>
        <p:xfrm>
          <a:off x="2816225" y="152400"/>
          <a:ext cx="35845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3" name="Equation" r:id="rId3" imgW="1180800" imgH="279360" progId="Equation.DSMT4">
                  <p:embed/>
                </p:oleObj>
              </mc:Choice>
              <mc:Fallback>
                <p:oleObj name="Equation" r:id="rId3" imgW="118080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152400"/>
                        <a:ext cx="3584575" cy="8493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206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191905"/>
              </p:ext>
            </p:extLst>
          </p:nvPr>
        </p:nvGraphicFramePr>
        <p:xfrm>
          <a:off x="457200" y="1295400"/>
          <a:ext cx="21209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4" name="Equation" r:id="rId5" imgW="698400" imgH="279360" progId="Equation.DSMT4">
                  <p:embed/>
                </p:oleObj>
              </mc:Choice>
              <mc:Fallback>
                <p:oleObj name="Equation" r:id="rId5" imgW="698400" imgH="2793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2120900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203576"/>
              </p:ext>
            </p:extLst>
          </p:nvPr>
        </p:nvGraphicFramePr>
        <p:xfrm>
          <a:off x="2420938" y="2362200"/>
          <a:ext cx="1541462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5" name="Equation" r:id="rId7" imgW="507960" imgH="355320" progId="Equation.DSMT4">
                  <p:embed/>
                </p:oleObj>
              </mc:Choice>
              <mc:Fallback>
                <p:oleObj name="Equation" r:id="rId7" imgW="507960" imgH="3553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0938" y="2362200"/>
                        <a:ext cx="1541462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91092"/>
              </p:ext>
            </p:extLst>
          </p:nvPr>
        </p:nvGraphicFramePr>
        <p:xfrm>
          <a:off x="5686425" y="2209800"/>
          <a:ext cx="246697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6" name="Equation" r:id="rId9" imgW="812520" imgH="406080" progId="Equation.DSMT4">
                  <p:embed/>
                </p:oleObj>
              </mc:Choice>
              <mc:Fallback>
                <p:oleObj name="Equation" r:id="rId9" imgW="812520" imgH="4060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425" y="2209800"/>
                        <a:ext cx="2466975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3806663"/>
              </p:ext>
            </p:extLst>
          </p:nvPr>
        </p:nvGraphicFramePr>
        <p:xfrm>
          <a:off x="798513" y="4114800"/>
          <a:ext cx="6511925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7" name="Equation" r:id="rId11" imgW="2145960" imgH="482400" progId="Equation.DSMT4">
                  <p:embed/>
                </p:oleObj>
              </mc:Choice>
              <mc:Fallback>
                <p:oleObj name="Equation" r:id="rId11" imgW="2145960" imgH="482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4114800"/>
                        <a:ext cx="6511925" cy="1466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9749795"/>
              </p:ext>
            </p:extLst>
          </p:nvPr>
        </p:nvGraphicFramePr>
        <p:xfrm>
          <a:off x="2057400" y="5638800"/>
          <a:ext cx="36226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88" name="Equation" r:id="rId13" imgW="1193760" imgH="177480" progId="Equation.DSMT4">
                  <p:embed/>
                </p:oleObj>
              </mc:Choice>
              <mc:Fallback>
                <p:oleObj name="Equation" r:id="rId13" imgW="1193760" imgH="17748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638800"/>
                        <a:ext cx="362267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3505200" y="2486966"/>
            <a:ext cx="2209800" cy="63723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962400" y="3276600"/>
            <a:ext cx="14478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304800"/>
            <a:ext cx="8077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cs typeface="Calibri" pitchFamily="34" charset="0"/>
              </a:rPr>
              <a:t>Idea</a:t>
            </a:r>
          </a:p>
          <a:p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Let </a:t>
            </a:r>
            <a:r>
              <a:rPr 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u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be part that gets better when we take derivative</a:t>
            </a: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For example: </a:t>
            </a:r>
          </a:p>
          <a:p>
            <a:endParaRPr lang="en-US" sz="28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endParaRPr lang="en-US" sz="2800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Let </a:t>
            </a:r>
            <a:r>
              <a:rPr lang="en-US" sz="28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dv</a:t>
            </a:r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 be part that we can integrate</a:t>
            </a:r>
          </a:p>
          <a:p>
            <a:r>
              <a:rPr lang="en-US" sz="28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For example: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37474"/>
              </p:ext>
            </p:extLst>
          </p:nvPr>
        </p:nvGraphicFramePr>
        <p:xfrm>
          <a:off x="3671888" y="1649766"/>
          <a:ext cx="17240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4" imgW="711000" imgH="228600" progId="Equation.DSMT4">
                  <p:embed/>
                </p:oleObj>
              </mc:Choice>
              <mc:Fallback>
                <p:oleObj name="Equation" r:id="rId4" imgW="71100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1649766"/>
                        <a:ext cx="1724025" cy="5540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009448"/>
              </p:ext>
            </p:extLst>
          </p:nvPr>
        </p:nvGraphicFramePr>
        <p:xfrm>
          <a:off x="3611563" y="3396957"/>
          <a:ext cx="20748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6" imgW="965160" imgH="228600" progId="Equation.DSMT4">
                  <p:embed/>
                </p:oleObj>
              </mc:Choice>
              <mc:Fallback>
                <p:oleObj name="Equation" r:id="rId6" imgW="96516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563" y="3396957"/>
                        <a:ext cx="2074862" cy="4905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661650"/>
              </p:ext>
            </p:extLst>
          </p:nvPr>
        </p:nvGraphicFramePr>
        <p:xfrm>
          <a:off x="685800" y="152400"/>
          <a:ext cx="17732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Equation" r:id="rId4" imgW="583920" imgH="279360" progId="Equation.DSMT4">
                  <p:embed/>
                </p:oleObj>
              </mc:Choice>
              <mc:Fallback>
                <p:oleObj name="Equation" r:id="rId4" imgW="583920" imgH="279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52400"/>
                        <a:ext cx="1773237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458052"/>
              </p:ext>
            </p:extLst>
          </p:nvPr>
        </p:nvGraphicFramePr>
        <p:xfrm>
          <a:off x="2057400" y="1219200"/>
          <a:ext cx="2005013" cy="131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0" name="Equation" r:id="rId6" imgW="660240" imgH="431640" progId="Equation.DSMT4">
                  <p:embed/>
                </p:oleObj>
              </mc:Choice>
              <mc:Fallback>
                <p:oleObj name="Equation" r:id="rId6" imgW="66024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219200"/>
                        <a:ext cx="2005013" cy="1312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39204"/>
              </p:ext>
            </p:extLst>
          </p:nvPr>
        </p:nvGraphicFramePr>
        <p:xfrm>
          <a:off x="5334000" y="914400"/>
          <a:ext cx="2005012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1" name="Equation" r:id="rId8" imgW="660240" imgH="634680" progId="Equation.DSMT4">
                  <p:embed/>
                </p:oleObj>
              </mc:Choice>
              <mc:Fallback>
                <p:oleObj name="Equation" r:id="rId8" imgW="660240" imgH="6346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914400"/>
                        <a:ext cx="2005012" cy="193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36426"/>
              </p:ext>
            </p:extLst>
          </p:nvPr>
        </p:nvGraphicFramePr>
        <p:xfrm>
          <a:off x="1524000" y="3733800"/>
          <a:ext cx="5740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2" name="Equation" r:id="rId10" imgW="1892160" imgH="393480" progId="Equation.DSMT4">
                  <p:embed/>
                </p:oleObj>
              </mc:Choice>
              <mc:Fallback>
                <p:oleObj name="Equation" r:id="rId10" imgW="189216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733800"/>
                        <a:ext cx="574040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426042"/>
              </p:ext>
            </p:extLst>
          </p:nvPr>
        </p:nvGraphicFramePr>
        <p:xfrm>
          <a:off x="5410200" y="5979095"/>
          <a:ext cx="35845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3" name="Equation" r:id="rId12" imgW="1180800" imgH="279360" progId="Equation.DSMT4">
                  <p:embed/>
                </p:oleObj>
              </mc:Choice>
              <mc:Fallback>
                <p:oleObj name="Equation" r:id="rId12" imgW="1180800" imgH="2793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979095"/>
                        <a:ext cx="3584575" cy="8493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206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096689"/>
              </p:ext>
            </p:extLst>
          </p:nvPr>
        </p:nvGraphicFramePr>
        <p:xfrm>
          <a:off x="1487488" y="0"/>
          <a:ext cx="57404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Equation" r:id="rId4" imgW="1892160" imgH="393480" progId="Equation.DSMT4">
                  <p:embed/>
                </p:oleObj>
              </mc:Choice>
              <mc:Fallback>
                <p:oleObj name="Equation" r:id="rId4" imgW="189216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0"/>
                        <a:ext cx="574040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1927225" y="1639888"/>
          <a:ext cx="1543050" cy="108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6" imgW="507960" imgH="355320" progId="Equation.DSMT4">
                  <p:embed/>
                </p:oleObj>
              </mc:Choice>
              <mc:Fallback>
                <p:oleObj name="Equation" r:id="rId6" imgW="507960" imgH="3553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225" y="1639888"/>
                        <a:ext cx="1543050" cy="1081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4724400" y="1371600"/>
          <a:ext cx="2005012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Equation" r:id="rId8" imgW="660240" imgH="634680" progId="Equation.DSMT4">
                  <p:embed/>
                </p:oleObj>
              </mc:Choice>
              <mc:Fallback>
                <p:oleObj name="Equation" r:id="rId8" imgW="660240" imgH="6346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371600"/>
                        <a:ext cx="2005012" cy="193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496888" y="4343400"/>
          <a:ext cx="8131175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Equation" r:id="rId10" imgW="2679480" imgH="431640" progId="Equation.DSMT4">
                  <p:embed/>
                </p:oleObj>
              </mc:Choice>
              <mc:Fallback>
                <p:oleObj name="Equation" r:id="rId10" imgW="2679480" imgH="431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4343400"/>
                        <a:ext cx="8131175" cy="131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66800" y="3581400"/>
            <a:ext cx="4186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Using the above in the formula: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3083" name="Object 11"/>
          <p:cNvGraphicFramePr>
            <a:graphicFrameLocks noChangeAspect="1"/>
          </p:cNvGraphicFramePr>
          <p:nvPr/>
        </p:nvGraphicFramePr>
        <p:xfrm>
          <a:off x="5029200" y="3505200"/>
          <a:ext cx="267654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Equation" r:id="rId12" imgW="1091880" imgH="279360" progId="Equation.DSMT4">
                  <p:embed/>
                </p:oleObj>
              </mc:Choice>
              <mc:Fallback>
                <p:oleObj name="Equation" r:id="rId12" imgW="1091880" imgH="27936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3505200"/>
                        <a:ext cx="267654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70610" y="92833"/>
            <a:ext cx="1600200" cy="1015663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897458"/>
              </p:ext>
            </p:extLst>
          </p:nvPr>
        </p:nvGraphicFramePr>
        <p:xfrm>
          <a:off x="385762" y="33304"/>
          <a:ext cx="24288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3" imgW="799920" imgH="279360" progId="Equation.DSMT4">
                  <p:embed/>
                </p:oleObj>
              </mc:Choice>
              <mc:Fallback>
                <p:oleObj name="Equation" r:id="rId3" imgW="79992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" y="33304"/>
                        <a:ext cx="2428875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0" y="228600"/>
            <a:ext cx="4530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There is a simple way to keep track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58289"/>
              </p:ext>
            </p:extLst>
          </p:nvPr>
        </p:nvGraphicFramePr>
        <p:xfrm>
          <a:off x="1092200" y="965200"/>
          <a:ext cx="5080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5" imgW="253800" imgH="1371600" progId="Equation.DSMT4">
                  <p:embed/>
                </p:oleObj>
              </mc:Choice>
              <mc:Fallback>
                <p:oleObj name="Equation" r:id="rId5" imgW="253800" imgH="1371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965200"/>
                        <a:ext cx="508000" cy="274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937192"/>
              </p:ext>
            </p:extLst>
          </p:nvPr>
        </p:nvGraphicFramePr>
        <p:xfrm>
          <a:off x="5105400" y="1066800"/>
          <a:ext cx="914400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7" imgW="457200" imgH="1320480" progId="Equation.DSMT4">
                  <p:embed/>
                </p:oleObj>
              </mc:Choice>
              <mc:Fallback>
                <p:oleObj name="Equation" r:id="rId7" imgW="457200" imgH="1320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066800"/>
                        <a:ext cx="914400" cy="264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1465729" y="1653987"/>
            <a:ext cx="3563471" cy="55581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600200" y="2156013"/>
            <a:ext cx="3352800" cy="5109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600200" y="2590800"/>
            <a:ext cx="33528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447800" y="3048000"/>
            <a:ext cx="35814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20894" y="1643896"/>
            <a:ext cx="31290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+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endParaRPr lang="en-US" sz="10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-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+</a:t>
            </a:r>
            <a:endParaRPr 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endParaRPr lang="en-US" sz="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  <a:p>
            <a:r>
              <a:rPr 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-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355701"/>
              </p:ext>
            </p:extLst>
          </p:nvPr>
        </p:nvGraphicFramePr>
        <p:xfrm>
          <a:off x="152400" y="4419600"/>
          <a:ext cx="21193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Equation" r:id="rId9" imgW="698400" imgH="228600" progId="Equation.DSMT4">
                  <p:embed/>
                </p:oleObj>
              </mc:Choice>
              <mc:Fallback>
                <p:oleObj name="Equation" r:id="rId9" imgW="698400" imgH="2286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419600"/>
                        <a:ext cx="2119312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067410"/>
              </p:ext>
            </p:extLst>
          </p:nvPr>
        </p:nvGraphicFramePr>
        <p:xfrm>
          <a:off x="2228894" y="4419600"/>
          <a:ext cx="25431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Equation" r:id="rId11" imgW="838080" imgH="228600" progId="Equation.DSMT4">
                  <p:embed/>
                </p:oleObj>
              </mc:Choice>
              <mc:Fallback>
                <p:oleObj name="Equation" r:id="rId11" imgW="83808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94" y="4419600"/>
                        <a:ext cx="25431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361127"/>
              </p:ext>
            </p:extLst>
          </p:nvPr>
        </p:nvGraphicFramePr>
        <p:xfrm>
          <a:off x="4743450" y="4457700"/>
          <a:ext cx="19653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Equation" r:id="rId13" imgW="647640" imgH="203040" progId="Equation.DSMT4">
                  <p:embed/>
                </p:oleObj>
              </mc:Choice>
              <mc:Fallback>
                <p:oleObj name="Equation" r:id="rId13" imgW="647640" imgH="2030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450" y="4457700"/>
                        <a:ext cx="19653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066886"/>
              </p:ext>
            </p:extLst>
          </p:nvPr>
        </p:nvGraphicFramePr>
        <p:xfrm>
          <a:off x="6658269" y="4428478"/>
          <a:ext cx="2274887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Equation" r:id="rId15" imgW="749160" imgH="177480" progId="Equation.DSMT4">
                  <p:embed/>
                </p:oleObj>
              </mc:Choice>
              <mc:Fallback>
                <p:oleObj name="Equation" r:id="rId15" imgW="749160" imgH="177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8269" y="4428478"/>
                        <a:ext cx="2274887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395581"/>
              </p:ext>
            </p:extLst>
          </p:nvPr>
        </p:nvGraphicFramePr>
        <p:xfrm>
          <a:off x="685800" y="990600"/>
          <a:ext cx="1524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Equation" r:id="rId17" imgW="761760" imgH="177480" progId="Equation.DSMT4">
                  <p:embed/>
                </p:oleObj>
              </mc:Choice>
              <mc:Fallback>
                <p:oleObj name="Equation" r:id="rId17" imgW="761760" imgH="177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990600"/>
                        <a:ext cx="15240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957826"/>
              </p:ext>
            </p:extLst>
          </p:nvPr>
        </p:nvGraphicFramePr>
        <p:xfrm>
          <a:off x="4800600" y="990600"/>
          <a:ext cx="1219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Equation" r:id="rId19" imgW="609480" imgH="203040" progId="Equation.DSMT4">
                  <p:embed/>
                </p:oleObj>
              </mc:Choice>
              <mc:Fallback>
                <p:oleObj name="Equation" r:id="rId19" imgW="60948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990600"/>
                        <a:ext cx="1219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614028"/>
              </p:ext>
            </p:extLst>
          </p:nvPr>
        </p:nvGraphicFramePr>
        <p:xfrm>
          <a:off x="381000" y="0"/>
          <a:ext cx="235108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" name="Equation" r:id="rId3" imgW="774360" imgH="279360" progId="Equation.DSMT4">
                  <p:embed/>
                </p:oleObj>
              </mc:Choice>
              <mc:Fallback>
                <p:oleObj name="Equation" r:id="rId3" imgW="77436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0"/>
                        <a:ext cx="2351087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166374"/>
              </p:ext>
            </p:extLst>
          </p:nvPr>
        </p:nvGraphicFramePr>
        <p:xfrm>
          <a:off x="2382838" y="762000"/>
          <a:ext cx="2274887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name="Equation" r:id="rId5" imgW="749160" imgH="457200" progId="Equation.DSMT4">
                  <p:embed/>
                </p:oleObj>
              </mc:Choice>
              <mc:Fallback>
                <p:oleObj name="Equation" r:id="rId5" imgW="74916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2838" y="762000"/>
                        <a:ext cx="2274887" cy="138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219853"/>
              </p:ext>
            </p:extLst>
          </p:nvPr>
        </p:nvGraphicFramePr>
        <p:xfrm>
          <a:off x="5657850" y="876300"/>
          <a:ext cx="2506663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name="Equation" r:id="rId7" imgW="825480" imgH="431640" progId="Equation.DSMT4">
                  <p:embed/>
                </p:oleObj>
              </mc:Choice>
              <mc:Fallback>
                <p:oleObj name="Equation" r:id="rId7" imgW="82548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850" y="876300"/>
                        <a:ext cx="2506663" cy="131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600739"/>
              </p:ext>
            </p:extLst>
          </p:nvPr>
        </p:nvGraphicFramePr>
        <p:xfrm>
          <a:off x="2438400" y="3200400"/>
          <a:ext cx="15795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name="Equation" r:id="rId9" imgW="520560" imgH="203040" progId="Equation.DSMT4">
                  <p:embed/>
                </p:oleObj>
              </mc:Choice>
              <mc:Fallback>
                <p:oleObj name="Equation" r:id="rId9" imgW="52056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200400"/>
                        <a:ext cx="1579563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134574"/>
              </p:ext>
            </p:extLst>
          </p:nvPr>
        </p:nvGraphicFramePr>
        <p:xfrm>
          <a:off x="4043363" y="3124200"/>
          <a:ext cx="28908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" name="Equation" r:id="rId11" imgW="952200" imgH="279360" progId="Equation.DSMT4">
                  <p:embed/>
                </p:oleObj>
              </mc:Choice>
              <mc:Fallback>
                <p:oleObj name="Equation" r:id="rId11" imgW="952200" imgH="279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3124200"/>
                        <a:ext cx="2890837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426042"/>
              </p:ext>
            </p:extLst>
          </p:nvPr>
        </p:nvGraphicFramePr>
        <p:xfrm>
          <a:off x="5410200" y="5978525"/>
          <a:ext cx="35845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" name="Equation" r:id="rId13" imgW="1180588" imgH="279279" progId="Equation.DSMT4">
                  <p:embed/>
                </p:oleObj>
              </mc:Choice>
              <mc:Fallback>
                <p:oleObj name="Equation" r:id="rId13" imgW="1180588" imgH="279279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978525"/>
                        <a:ext cx="3584575" cy="8493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206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667736"/>
              </p:ext>
            </p:extLst>
          </p:nvPr>
        </p:nvGraphicFramePr>
        <p:xfrm>
          <a:off x="712788" y="76200"/>
          <a:ext cx="73231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7" name="Equation" r:id="rId3" imgW="2412720" imgH="279360" progId="Equation.DSMT4">
                  <p:embed/>
                </p:oleObj>
              </mc:Choice>
              <mc:Fallback>
                <p:oleObj name="Equation" r:id="rId3" imgW="24127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76200"/>
                        <a:ext cx="7323137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5434" y="76200"/>
            <a:ext cx="2454306" cy="861774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US" sz="50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211062"/>
              </p:ext>
            </p:extLst>
          </p:nvPr>
        </p:nvGraphicFramePr>
        <p:xfrm>
          <a:off x="685800" y="3505200"/>
          <a:ext cx="20764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8" name="Equation" r:id="rId5" imgW="723600" imgH="203040" progId="Equation.DSMT4">
                  <p:embed/>
                </p:oleObj>
              </mc:Choice>
              <mc:Fallback>
                <p:oleObj name="Equation" r:id="rId5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505200"/>
                        <a:ext cx="207645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828263"/>
              </p:ext>
            </p:extLst>
          </p:nvPr>
        </p:nvGraphicFramePr>
        <p:xfrm>
          <a:off x="1524000" y="1371600"/>
          <a:ext cx="2274887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9" name="Equation" r:id="rId7" imgW="749160" imgH="457200" progId="Equation.DSMT4">
                  <p:embed/>
                </p:oleObj>
              </mc:Choice>
              <mc:Fallback>
                <p:oleObj name="Equation" r:id="rId7" imgW="74916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71600"/>
                        <a:ext cx="2274887" cy="138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2125005"/>
              </p:ext>
            </p:extLst>
          </p:nvPr>
        </p:nvGraphicFramePr>
        <p:xfrm>
          <a:off x="4667250" y="1524000"/>
          <a:ext cx="2468563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0" name="Equation" r:id="rId9" imgW="812520" imgH="431640" progId="Equation.DSMT4">
                  <p:embed/>
                </p:oleObj>
              </mc:Choice>
              <mc:Fallback>
                <p:oleObj name="Equation" r:id="rId9" imgW="812520" imgH="4316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1524000"/>
                        <a:ext cx="2468563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678644"/>
              </p:ext>
            </p:extLst>
          </p:nvPr>
        </p:nvGraphicFramePr>
        <p:xfrm>
          <a:off x="1422400" y="5029200"/>
          <a:ext cx="64865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1" name="Equation" r:id="rId11" imgW="2260440" imgH="279360" progId="Equation.DSMT4">
                  <p:embed/>
                </p:oleObj>
              </mc:Choice>
              <mc:Fallback>
                <p:oleObj name="Equation" r:id="rId11" imgW="2260440" imgH="2793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2400" y="5029200"/>
                        <a:ext cx="648652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408144"/>
              </p:ext>
            </p:extLst>
          </p:nvPr>
        </p:nvGraphicFramePr>
        <p:xfrm>
          <a:off x="2667000" y="3505200"/>
          <a:ext cx="2405062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2" name="Equation" r:id="rId13" imgW="838080" imgH="266400" progId="Equation.DSMT4">
                  <p:embed/>
                </p:oleObj>
              </mc:Choice>
              <mc:Fallback>
                <p:oleObj name="Equation" r:id="rId13" imgW="838080" imgH="26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505200"/>
                        <a:ext cx="2405062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994501"/>
              </p:ext>
            </p:extLst>
          </p:nvPr>
        </p:nvGraphicFramePr>
        <p:xfrm>
          <a:off x="5033624" y="3429000"/>
          <a:ext cx="37179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03" name="Equation" r:id="rId15" imgW="1295280" imgH="304560" progId="Equation.DSMT4">
                  <p:embed/>
                </p:oleObj>
              </mc:Choice>
              <mc:Fallback>
                <p:oleObj name="Equation" r:id="rId15" imgW="1295280" imgH="304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624" y="3429000"/>
                        <a:ext cx="371792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668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235862"/>
              </p:ext>
            </p:extLst>
          </p:nvPr>
        </p:nvGraphicFramePr>
        <p:xfrm>
          <a:off x="-61506" y="0"/>
          <a:ext cx="2813051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2" name="Equation" r:id="rId3" imgW="927000" imgH="279360" progId="Equation.DSMT4">
                  <p:embed/>
                </p:oleObj>
              </mc:Choice>
              <mc:Fallback>
                <p:oleObj name="Equation" r:id="rId3" imgW="927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1506" y="0"/>
                        <a:ext cx="2813051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99" y="8878"/>
            <a:ext cx="2362200" cy="861774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US" sz="5000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1567471"/>
            <a:ext cx="3014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Solve for the box !!</a:t>
            </a:r>
            <a:endParaRPr lang="en-US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51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205679"/>
              </p:ext>
            </p:extLst>
          </p:nvPr>
        </p:nvGraphicFramePr>
        <p:xfrm>
          <a:off x="1371600" y="4572000"/>
          <a:ext cx="7013575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3" name="Equation" r:id="rId5" imgW="2311200" imgH="393480" progId="Equation.DSMT4">
                  <p:embed/>
                </p:oleObj>
              </mc:Choice>
              <mc:Fallback>
                <p:oleObj name="Equation" r:id="rId5" imgW="2311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7013575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32794"/>
              </p:ext>
            </p:extLst>
          </p:nvPr>
        </p:nvGraphicFramePr>
        <p:xfrm>
          <a:off x="2707041" y="36512"/>
          <a:ext cx="64865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4" name="Equation" r:id="rId7" imgW="2260440" imgH="279360" progId="Equation.DSMT4">
                  <p:embed/>
                </p:oleObj>
              </mc:Choice>
              <mc:Fallback>
                <p:oleObj name="Equation" r:id="rId7" imgW="226044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7041" y="36512"/>
                        <a:ext cx="648652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97951" y="23673"/>
            <a:ext cx="2230512" cy="861774"/>
          </a:xfrm>
          <a:prstGeom prst="rect">
            <a:avLst/>
          </a:prstGeom>
          <a:noFill/>
          <a:ln w="57150" cmpd="sng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endParaRPr lang="en-US" sz="5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358311"/>
              </p:ext>
            </p:extLst>
          </p:nvPr>
        </p:nvGraphicFramePr>
        <p:xfrm>
          <a:off x="1344120" y="2743200"/>
          <a:ext cx="66690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5" name="Equation" r:id="rId9" imgW="2323800" imgH="279360" progId="Equation.DSMT4">
                  <p:embed/>
                </p:oleObj>
              </mc:Choice>
              <mc:Fallback>
                <p:oleObj name="Equation" r:id="rId9" imgW="2323800" imgH="27936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120" y="2743200"/>
                        <a:ext cx="6669087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933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39930"/>
              </p:ext>
            </p:extLst>
          </p:nvPr>
        </p:nvGraphicFramePr>
        <p:xfrm>
          <a:off x="1238250" y="381000"/>
          <a:ext cx="161766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3" imgW="533160" imgH="279360" progId="Equation.DSMT4">
                  <p:embed/>
                </p:oleObj>
              </mc:Choice>
              <mc:Fallback>
                <p:oleObj name="Equation" r:id="rId3" imgW="53316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381000"/>
                        <a:ext cx="1617663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01096"/>
              </p:ext>
            </p:extLst>
          </p:nvPr>
        </p:nvGraphicFramePr>
        <p:xfrm>
          <a:off x="3124200" y="1752600"/>
          <a:ext cx="1889125" cy="185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5" imgW="622080" imgH="609480" progId="Equation.DSMT4">
                  <p:embed/>
                </p:oleObj>
              </mc:Choice>
              <mc:Fallback>
                <p:oleObj name="Equation" r:id="rId5" imgW="622080" imgH="609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752600"/>
                        <a:ext cx="1889125" cy="185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889484"/>
              </p:ext>
            </p:extLst>
          </p:nvPr>
        </p:nvGraphicFramePr>
        <p:xfrm>
          <a:off x="6781800" y="1981200"/>
          <a:ext cx="1735138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8" name="Equation" r:id="rId7" imgW="571320" imgH="431640" progId="Equation.DSMT4">
                  <p:embed/>
                </p:oleObj>
              </mc:Choice>
              <mc:Fallback>
                <p:oleObj name="Equation" r:id="rId7" imgW="57132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981200"/>
                        <a:ext cx="1735138" cy="131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531028"/>
              </p:ext>
            </p:extLst>
          </p:nvPr>
        </p:nvGraphicFramePr>
        <p:xfrm>
          <a:off x="4495800" y="4191000"/>
          <a:ext cx="22352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9" name="Equation" r:id="rId9" imgW="736560" imgH="279360" progId="Equation.DSMT4">
                  <p:embed/>
                </p:oleObj>
              </mc:Choice>
              <mc:Fallback>
                <p:oleObj name="Equation" r:id="rId9" imgW="736560" imgH="2793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191000"/>
                        <a:ext cx="2235200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686336"/>
              </p:ext>
            </p:extLst>
          </p:nvPr>
        </p:nvGraphicFramePr>
        <p:xfrm>
          <a:off x="3200400" y="5486400"/>
          <a:ext cx="50482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Equation" r:id="rId11" imgW="1663560" imgH="279360" progId="Equation.DSMT4">
                  <p:embed/>
                </p:oleObj>
              </mc:Choice>
              <mc:Fallback>
                <p:oleObj name="Equation" r:id="rId11" imgW="1663560" imgH="279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486400"/>
                        <a:ext cx="504825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167067"/>
              </p:ext>
            </p:extLst>
          </p:nvPr>
        </p:nvGraphicFramePr>
        <p:xfrm>
          <a:off x="304800" y="76200"/>
          <a:ext cx="1963737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3" name="Equation" r:id="rId3" imgW="647640" imgH="469800" progId="Equation.DSMT4">
                  <p:embed/>
                </p:oleObj>
              </mc:Choice>
              <mc:Fallback>
                <p:oleObj name="Equation" r:id="rId3" imgW="647640" imgH="469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76200"/>
                        <a:ext cx="1963737" cy="1427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25144"/>
              </p:ext>
            </p:extLst>
          </p:nvPr>
        </p:nvGraphicFramePr>
        <p:xfrm>
          <a:off x="2209800" y="1676400"/>
          <a:ext cx="2622550" cy="192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4" name="Equation" r:id="rId5" imgW="863280" imgH="634680" progId="Equation.DSMT4">
                  <p:embed/>
                </p:oleObj>
              </mc:Choice>
              <mc:Fallback>
                <p:oleObj name="Equation" r:id="rId5" imgW="863280" imgH="6346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76400"/>
                        <a:ext cx="2622550" cy="1928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523332"/>
              </p:ext>
            </p:extLst>
          </p:nvPr>
        </p:nvGraphicFramePr>
        <p:xfrm>
          <a:off x="5791200" y="1981200"/>
          <a:ext cx="1736725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5" name="Equation" r:id="rId7" imgW="571320" imgH="431640" progId="Equation.DSMT4">
                  <p:embed/>
                </p:oleObj>
              </mc:Choice>
              <mc:Fallback>
                <p:oleObj name="Equation" r:id="rId7" imgW="57132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981200"/>
                        <a:ext cx="1736725" cy="1312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98155"/>
              </p:ext>
            </p:extLst>
          </p:nvPr>
        </p:nvGraphicFramePr>
        <p:xfrm>
          <a:off x="3048000" y="4724400"/>
          <a:ext cx="393065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Equation" r:id="rId9" imgW="1295280" imgH="393480" progId="Equation.DSMT4">
                  <p:embed/>
                </p:oleObj>
              </mc:Choice>
              <mc:Fallback>
                <p:oleObj name="Equation" r:id="rId9" imgW="129528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724400"/>
                        <a:ext cx="3930650" cy="1196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6652807"/>
              </p:ext>
            </p:extLst>
          </p:nvPr>
        </p:nvGraphicFramePr>
        <p:xfrm>
          <a:off x="304800" y="152400"/>
          <a:ext cx="1963737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6" name="Equation" r:id="rId3" imgW="647640" imgH="469800" progId="Equation.DSMT4">
                  <p:embed/>
                </p:oleObj>
              </mc:Choice>
              <mc:Fallback>
                <p:oleObj name="Equation" r:id="rId3" imgW="647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52400"/>
                        <a:ext cx="1963737" cy="1427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081251"/>
              </p:ext>
            </p:extLst>
          </p:nvPr>
        </p:nvGraphicFramePr>
        <p:xfrm>
          <a:off x="6934200" y="2209800"/>
          <a:ext cx="609600" cy="128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5" imgW="114120" imgH="241200" progId="Equation.DSMT4">
                  <p:embed/>
                </p:oleObj>
              </mc:Choice>
              <mc:Fallback>
                <p:oleObj name="Equation" r:id="rId5" imgW="114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209800"/>
                        <a:ext cx="609600" cy="128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622012"/>
              </p:ext>
            </p:extLst>
          </p:nvPr>
        </p:nvGraphicFramePr>
        <p:xfrm>
          <a:off x="4114800" y="4343400"/>
          <a:ext cx="1925637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7" imgW="634680" imgH="393480" progId="Equation.DSMT4">
                  <p:embed/>
                </p:oleObj>
              </mc:Choice>
              <mc:Fallback>
                <p:oleObj name="Equation" r:id="rId7" imgW="6346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343400"/>
                        <a:ext cx="1925637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612579"/>
              </p:ext>
            </p:extLst>
          </p:nvPr>
        </p:nvGraphicFramePr>
        <p:xfrm>
          <a:off x="2209800" y="2209800"/>
          <a:ext cx="4624388" cy="131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Equation" r:id="rId9" imgW="1523880" imgH="431640" progId="Equation.DSMT4">
                  <p:embed/>
                </p:oleObj>
              </mc:Choice>
              <mc:Fallback>
                <p:oleObj name="Equation" r:id="rId9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4624388" cy="131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56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416</TotalTime>
  <Words>59</Words>
  <Application>Microsoft Office PowerPoint</Application>
  <PresentationFormat>On-screen Show (4:3)</PresentationFormat>
  <Paragraphs>25</Paragraphs>
  <Slides>13</Slides>
  <Notes>4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77</cp:revision>
  <dcterms:created xsi:type="dcterms:W3CDTF">2006-08-16T00:00:00Z</dcterms:created>
  <dcterms:modified xsi:type="dcterms:W3CDTF">2011-02-09T07:01:31Z</dcterms:modified>
</cp:coreProperties>
</file>