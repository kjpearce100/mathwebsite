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9"/>
  </p:notesMasterIdLst>
  <p:sldIdLst>
    <p:sldId id="256" r:id="rId2"/>
    <p:sldId id="258" r:id="rId3"/>
    <p:sldId id="265" r:id="rId4"/>
    <p:sldId id="259" r:id="rId5"/>
    <p:sldId id="266" r:id="rId6"/>
    <p:sldId id="260" r:id="rId7"/>
    <p:sldId id="268" r:id="rId8"/>
    <p:sldId id="261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77" r:id="rId26"/>
    <p:sldId id="278" r:id="rId27"/>
    <p:sldId id="27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00" autoAdjust="0"/>
  </p:normalViewPr>
  <p:slideViewPr>
    <p:cSldViewPr>
      <p:cViewPr varScale="1">
        <p:scale>
          <a:sx n="102" d="100"/>
          <a:sy n="102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2.wmf"/><Relationship Id="rId2" Type="http://schemas.openxmlformats.org/officeDocument/2006/relationships/image" Target="../media/image26.wmf"/><Relationship Id="rId1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5.wmf"/><Relationship Id="rId1" Type="http://schemas.openxmlformats.org/officeDocument/2006/relationships/image" Target="../media/image33.wmf"/><Relationship Id="rId6" Type="http://schemas.openxmlformats.org/officeDocument/2006/relationships/image" Target="../media/image3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43.wmf"/><Relationship Id="rId4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4.wmf"/><Relationship Id="rId2" Type="http://schemas.openxmlformats.org/officeDocument/2006/relationships/image" Target="../media/image45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47.wmf"/><Relationship Id="rId4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44.wmf"/><Relationship Id="rId2" Type="http://schemas.openxmlformats.org/officeDocument/2006/relationships/image" Target="../media/image48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50.wmf"/><Relationship Id="rId4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44.wmf"/><Relationship Id="rId2" Type="http://schemas.openxmlformats.org/officeDocument/2006/relationships/image" Target="../media/image51.wmf"/><Relationship Id="rId1" Type="http://schemas.openxmlformats.org/officeDocument/2006/relationships/image" Target="../media/image40.wmf"/><Relationship Id="rId6" Type="http://schemas.openxmlformats.org/officeDocument/2006/relationships/image" Target="../media/image35.wmf"/><Relationship Id="rId5" Type="http://schemas.openxmlformats.org/officeDocument/2006/relationships/image" Target="../media/image52.wmf"/><Relationship Id="rId4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5.wmf"/><Relationship Id="rId7" Type="http://schemas.openxmlformats.org/officeDocument/2006/relationships/image" Target="../media/image62.wmf"/><Relationship Id="rId2" Type="http://schemas.openxmlformats.org/officeDocument/2006/relationships/image" Target="../media/image28.wmf"/><Relationship Id="rId1" Type="http://schemas.openxmlformats.org/officeDocument/2006/relationships/image" Target="../media/image58.wmf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7.wmf"/><Relationship Id="rId4" Type="http://schemas.openxmlformats.org/officeDocument/2006/relationships/image" Target="../media/image7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8.wmf"/><Relationship Id="rId1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9.wmf"/><Relationship Id="rId4" Type="http://schemas.openxmlformats.org/officeDocument/2006/relationships/image" Target="../media/image7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5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7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88.wmf"/><Relationship Id="rId7" Type="http://schemas.openxmlformats.org/officeDocument/2006/relationships/image" Target="../media/image83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71.wmf"/><Relationship Id="rId5" Type="http://schemas.openxmlformats.org/officeDocument/2006/relationships/image" Target="../media/image82.wmf"/><Relationship Id="rId4" Type="http://schemas.openxmlformats.org/officeDocument/2006/relationships/image" Target="../media/image89.wmf"/><Relationship Id="rId9" Type="http://schemas.openxmlformats.org/officeDocument/2006/relationships/image" Target="../media/image8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85.wmf"/><Relationship Id="rId2" Type="http://schemas.openxmlformats.org/officeDocument/2006/relationships/image" Target="../media/image90.wmf"/><Relationship Id="rId1" Type="http://schemas.openxmlformats.org/officeDocument/2006/relationships/image" Target="../media/image80.wmf"/><Relationship Id="rId6" Type="http://schemas.openxmlformats.org/officeDocument/2006/relationships/image" Target="../media/image84.wmf"/><Relationship Id="rId5" Type="http://schemas.openxmlformats.org/officeDocument/2006/relationships/image" Target="../media/image92.wmf"/><Relationship Id="rId4" Type="http://schemas.openxmlformats.org/officeDocument/2006/relationships/image" Target="../media/image7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71.wmf"/><Relationship Id="rId7" Type="http://schemas.openxmlformats.org/officeDocument/2006/relationships/image" Target="../media/image93.wmf"/><Relationship Id="rId2" Type="http://schemas.openxmlformats.org/officeDocument/2006/relationships/image" Target="../media/image91.wmf"/><Relationship Id="rId1" Type="http://schemas.openxmlformats.org/officeDocument/2006/relationships/image" Target="../media/image86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92.wmf"/><Relationship Id="rId9" Type="http://schemas.openxmlformats.org/officeDocument/2006/relationships/image" Target="../media/image9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8.wmf"/><Relationship Id="rId7" Type="http://schemas.openxmlformats.org/officeDocument/2006/relationships/image" Target="../media/image101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71.wmf"/><Relationship Id="rId11" Type="http://schemas.openxmlformats.org/officeDocument/2006/relationships/image" Target="../media/image105.wmf"/><Relationship Id="rId5" Type="http://schemas.openxmlformats.org/officeDocument/2006/relationships/image" Target="../media/image100.wmf"/><Relationship Id="rId10" Type="http://schemas.openxmlformats.org/officeDocument/2006/relationships/image" Target="../media/image104.wmf"/><Relationship Id="rId4" Type="http://schemas.openxmlformats.org/officeDocument/2006/relationships/image" Target="../media/image99.wmf"/><Relationship Id="rId9" Type="http://schemas.openxmlformats.org/officeDocument/2006/relationships/image" Target="../media/image10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121.wmf"/><Relationship Id="rId5" Type="http://schemas.openxmlformats.org/officeDocument/2006/relationships/image" Target="../media/image115.wmf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13.wmf"/><Relationship Id="rId7" Type="http://schemas.openxmlformats.org/officeDocument/2006/relationships/image" Target="../media/image125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17.wmf"/><Relationship Id="rId5" Type="http://schemas.openxmlformats.org/officeDocument/2006/relationships/image" Target="../media/image124.wmf"/><Relationship Id="rId10" Type="http://schemas.openxmlformats.org/officeDocument/2006/relationships/image" Target="../media/image128.wmf"/><Relationship Id="rId4" Type="http://schemas.openxmlformats.org/officeDocument/2006/relationships/image" Target="../media/image115.wmf"/><Relationship Id="rId9" Type="http://schemas.openxmlformats.org/officeDocument/2006/relationships/image" Target="../media/image1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84F81-339F-4C4C-83ED-60D9DA9B7034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E2A44-B85F-48A4-924D-316757E982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7474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E2A44-B85F-48A4-924D-316757E982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2276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0.bin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5" Type="http://schemas.openxmlformats.org/officeDocument/2006/relationships/oleObject" Target="../embeddings/oleObject45.bin"/><Relationship Id="rId4" Type="http://schemas.openxmlformats.org/officeDocument/2006/relationships/oleObject" Target="../embeddings/oleObject4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2.bin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Relationship Id="rId9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9.bin"/><Relationship Id="rId5" Type="http://schemas.openxmlformats.org/officeDocument/2006/relationships/oleObject" Target="../embeddings/oleObject58.bin"/><Relationship Id="rId4" Type="http://schemas.openxmlformats.org/officeDocument/2006/relationships/oleObject" Target="../embeddings/oleObject57.bin"/><Relationship Id="rId9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6.bin"/><Relationship Id="rId5" Type="http://schemas.openxmlformats.org/officeDocument/2006/relationships/oleObject" Target="../embeddings/oleObject65.bin"/><Relationship Id="rId4" Type="http://schemas.openxmlformats.org/officeDocument/2006/relationships/oleObject" Target="../embeddings/oleObject64.bin"/><Relationship Id="rId9" Type="http://schemas.openxmlformats.org/officeDocument/2006/relationships/oleObject" Target="../embeddings/oleObject6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0.bin"/><Relationship Id="rId5" Type="http://schemas.openxmlformats.org/officeDocument/2006/relationships/oleObject" Target="../embeddings/oleObject79.bin"/><Relationship Id="rId4" Type="http://schemas.openxmlformats.org/officeDocument/2006/relationships/oleObject" Target="../embeddings/oleObject7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oleObject" Target="../embeddings/oleObject92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86.bin"/><Relationship Id="rId12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5.bin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4.bin"/><Relationship Id="rId10" Type="http://schemas.openxmlformats.org/officeDocument/2006/relationships/oleObject" Target="../embeddings/oleObject89.bin"/><Relationship Id="rId4" Type="http://schemas.openxmlformats.org/officeDocument/2006/relationships/oleObject" Target="../embeddings/oleObject83.bin"/><Relationship Id="rId9" Type="http://schemas.openxmlformats.org/officeDocument/2006/relationships/oleObject" Target="../embeddings/oleObject88.bin"/><Relationship Id="rId14" Type="http://schemas.openxmlformats.org/officeDocument/2006/relationships/oleObject" Target="../embeddings/oleObject9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8.bin"/><Relationship Id="rId5" Type="http://schemas.openxmlformats.org/officeDocument/2006/relationships/oleObject" Target="../embeddings/oleObject97.bin"/><Relationship Id="rId4" Type="http://schemas.openxmlformats.org/officeDocument/2006/relationships/oleObject" Target="../embeddings/oleObject9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4.bin"/><Relationship Id="rId5" Type="http://schemas.openxmlformats.org/officeDocument/2006/relationships/oleObject" Target="../embeddings/oleObject103.bin"/><Relationship Id="rId4" Type="http://schemas.openxmlformats.org/officeDocument/2006/relationships/oleObject" Target="../embeddings/oleObject10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10.bin"/><Relationship Id="rId5" Type="http://schemas.openxmlformats.org/officeDocument/2006/relationships/oleObject" Target="../embeddings/oleObject109.bin"/><Relationship Id="rId4" Type="http://schemas.openxmlformats.org/officeDocument/2006/relationships/oleObject" Target="../embeddings/oleObject10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6.bin"/><Relationship Id="rId5" Type="http://schemas.openxmlformats.org/officeDocument/2006/relationships/oleObject" Target="../embeddings/oleObject115.bin"/><Relationship Id="rId4" Type="http://schemas.openxmlformats.org/officeDocument/2006/relationships/oleObject" Target="../embeddings/oleObject114.bin"/><Relationship Id="rId9" Type="http://schemas.openxmlformats.org/officeDocument/2006/relationships/oleObject" Target="../embeddings/oleObject11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3.bin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2.bin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1.bin"/><Relationship Id="rId9" Type="http://schemas.openxmlformats.org/officeDocument/2006/relationships/oleObject" Target="../embeddings/oleObject12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32.bin"/><Relationship Id="rId5" Type="http://schemas.openxmlformats.org/officeDocument/2006/relationships/oleObject" Target="../embeddings/oleObject131.bin"/><Relationship Id="rId4" Type="http://schemas.openxmlformats.org/officeDocument/2006/relationships/oleObject" Target="../embeddings/oleObject130.bin"/><Relationship Id="rId9" Type="http://schemas.openxmlformats.org/officeDocument/2006/relationships/oleObject" Target="../embeddings/oleObject13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39.bin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38.bin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37.bin"/><Relationship Id="rId9" Type="http://schemas.openxmlformats.org/officeDocument/2006/relationships/oleObject" Target="../embeddings/oleObject14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48.bin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47.bin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5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59.bin"/><Relationship Id="rId5" Type="http://schemas.openxmlformats.org/officeDocument/2006/relationships/oleObject" Target="../embeddings/oleObject158.bin"/><Relationship Id="rId4" Type="http://schemas.openxmlformats.org/officeDocument/2006/relationships/oleObject" Target="../embeddings/oleObject15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oleObject" Target="../embeddings/oleObject171.bin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5.bin"/><Relationship Id="rId12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64.bin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3.bin"/><Relationship Id="rId10" Type="http://schemas.openxmlformats.org/officeDocument/2006/relationships/oleObject" Target="../embeddings/oleObject168.bin"/><Relationship Id="rId4" Type="http://schemas.openxmlformats.org/officeDocument/2006/relationships/oleObject" Target="../embeddings/oleObject162.bin"/><Relationship Id="rId9" Type="http://schemas.openxmlformats.org/officeDocument/2006/relationships/oleObject" Target="../embeddings/oleObject16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oleObject" Target="../embeddings/oleObject182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6.bin"/><Relationship Id="rId12" Type="http://schemas.openxmlformats.org/officeDocument/2006/relationships/oleObject" Target="../embeddings/oleObject1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75.bin"/><Relationship Id="rId11" Type="http://schemas.openxmlformats.org/officeDocument/2006/relationships/oleObject" Target="../embeddings/oleObject180.bin"/><Relationship Id="rId5" Type="http://schemas.openxmlformats.org/officeDocument/2006/relationships/oleObject" Target="../embeddings/oleObject174.bin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3.bin"/><Relationship Id="rId9" Type="http://schemas.openxmlformats.org/officeDocument/2006/relationships/oleObject" Target="../embeddings/oleObject17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2743200"/>
            <a:ext cx="88006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6.5: 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Work, Hydrostatic Force, </a:t>
            </a:r>
            <a:b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	Moments and Center of Mass</a:t>
            </a:r>
          </a:p>
          <a:p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990600" y="304800"/>
          <a:ext cx="6937375" cy="482600"/>
        </p:xfrm>
        <a:graphic>
          <a:graphicData uri="http://schemas.openxmlformats.org/presentationml/2006/ole">
            <p:oleObj spid="_x0000_s2214" name="Equation" r:id="rId3" imgW="2921000" imgH="203200" progId="Equation.DSMT4">
              <p:embed/>
            </p:oleObj>
          </a:graphicData>
        </a:graphic>
      </p:graphicFrame>
      <p:graphicFrame>
        <p:nvGraphicFramePr>
          <p:cNvPr id="2090" name="Object 42"/>
          <p:cNvGraphicFramePr>
            <a:graphicFrameLocks noChangeAspect="1"/>
          </p:cNvGraphicFramePr>
          <p:nvPr/>
        </p:nvGraphicFramePr>
        <p:xfrm>
          <a:off x="881063" y="1143000"/>
          <a:ext cx="5314950" cy="457200"/>
        </p:xfrm>
        <a:graphic>
          <a:graphicData uri="http://schemas.openxmlformats.org/presentationml/2006/ole">
            <p:oleObj spid="_x0000_s2215" name="Equation" r:id="rId4" imgW="2362200" imgH="203200" progId="Equation.DSMT4">
              <p:embed/>
            </p:oleObj>
          </a:graphicData>
        </a:graphic>
      </p:graphicFrame>
      <p:graphicFrame>
        <p:nvGraphicFramePr>
          <p:cNvPr id="2093" name="Object 45"/>
          <p:cNvGraphicFramePr>
            <a:graphicFrameLocks noChangeAspect="1"/>
          </p:cNvGraphicFramePr>
          <p:nvPr/>
        </p:nvGraphicFramePr>
        <p:xfrm>
          <a:off x="1295400" y="4343400"/>
          <a:ext cx="4749800" cy="406400"/>
        </p:xfrm>
        <a:graphic>
          <a:graphicData uri="http://schemas.openxmlformats.org/presentationml/2006/ole">
            <p:oleObj spid="_x0000_s2216" name="Equation" r:id="rId5" imgW="2374900" imgH="203200" progId="Equation.DSMT4">
              <p:embed/>
            </p:oleObj>
          </a:graphicData>
        </a:graphic>
      </p:graphicFrame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2743200" y="2438400"/>
          <a:ext cx="2257425" cy="400050"/>
        </p:xfrm>
        <a:graphic>
          <a:graphicData uri="http://schemas.openxmlformats.org/presentationml/2006/ole">
            <p:oleObj spid="_x0000_s2217" name="Equation" r:id="rId6" imgW="1002865" imgH="177723" progId="Equation.DSMT4">
              <p:embed/>
            </p:oleObj>
          </a:graphicData>
        </a:graphic>
      </p:graphicFrame>
      <p:graphicFrame>
        <p:nvGraphicFramePr>
          <p:cNvPr id="2098" name="Object 50"/>
          <p:cNvGraphicFramePr>
            <a:graphicFrameLocks noChangeAspect="1"/>
          </p:cNvGraphicFramePr>
          <p:nvPr/>
        </p:nvGraphicFramePr>
        <p:xfrm>
          <a:off x="2590800" y="3657600"/>
          <a:ext cx="2590800" cy="406400"/>
        </p:xfrm>
        <a:graphic>
          <a:graphicData uri="http://schemas.openxmlformats.org/presentationml/2006/ole">
            <p:oleObj spid="_x0000_s2218" name="Equation" r:id="rId7" imgW="1295400" imgH="203200" progId="Equation.DSMT4">
              <p:embed/>
            </p:oleObj>
          </a:graphicData>
        </a:graphic>
      </p:graphicFrame>
      <p:graphicFrame>
        <p:nvGraphicFramePr>
          <p:cNvPr id="2099" name="Object 51"/>
          <p:cNvGraphicFramePr>
            <a:graphicFrameLocks noChangeAspect="1"/>
          </p:cNvGraphicFramePr>
          <p:nvPr/>
        </p:nvGraphicFramePr>
        <p:xfrm>
          <a:off x="3048000" y="4953000"/>
          <a:ext cx="2006600" cy="406400"/>
        </p:xfrm>
        <a:graphic>
          <a:graphicData uri="http://schemas.openxmlformats.org/presentationml/2006/ole">
            <p:oleObj spid="_x0000_s2219" name="Equation" r:id="rId8" imgW="1002865" imgH="203112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2" name="Object 44"/>
          <p:cNvGraphicFramePr>
            <a:graphicFrameLocks noChangeAspect="1"/>
          </p:cNvGraphicFramePr>
          <p:nvPr/>
        </p:nvGraphicFramePr>
        <p:xfrm>
          <a:off x="762000" y="228600"/>
          <a:ext cx="7485062" cy="609600"/>
        </p:xfrm>
        <a:graphic>
          <a:graphicData uri="http://schemas.openxmlformats.org/presentationml/2006/ole">
            <p:oleObj spid="_x0000_s22638" name="Equation" r:id="rId3" imgW="2806700" imgH="228600" progId="Equation.DSMT4">
              <p:embed/>
            </p:oleObj>
          </a:graphicData>
        </a:graphic>
      </p:graphicFrame>
      <p:graphicFrame>
        <p:nvGraphicFramePr>
          <p:cNvPr id="2095" name="Object 47"/>
          <p:cNvGraphicFramePr>
            <a:graphicFrameLocks noChangeAspect="1"/>
          </p:cNvGraphicFramePr>
          <p:nvPr/>
        </p:nvGraphicFramePr>
        <p:xfrm>
          <a:off x="395288" y="1341438"/>
          <a:ext cx="8294687" cy="493712"/>
        </p:xfrm>
        <a:graphic>
          <a:graphicData uri="http://schemas.openxmlformats.org/presentationml/2006/ole">
            <p:oleObj spid="_x0000_s22639" name="Equation" r:id="rId4" imgW="3416300" imgH="20320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50778240"/>
              </p:ext>
            </p:extLst>
          </p:nvPr>
        </p:nvGraphicFramePr>
        <p:xfrm>
          <a:off x="1532138" y="3048000"/>
          <a:ext cx="5895975" cy="1008062"/>
        </p:xfrm>
        <a:graphic>
          <a:graphicData uri="http://schemas.openxmlformats.org/presentationml/2006/ole">
            <p:oleObj spid="_x0000_s22640" name="Equation" r:id="rId5" imgW="2527300" imgH="431800" progId="Equation.DSMT4">
              <p:embed/>
            </p:oleObj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32936521"/>
              </p:ext>
            </p:extLst>
          </p:nvPr>
        </p:nvGraphicFramePr>
        <p:xfrm>
          <a:off x="3496669" y="4572000"/>
          <a:ext cx="2014538" cy="593725"/>
        </p:xfrm>
        <a:graphic>
          <a:graphicData uri="http://schemas.openxmlformats.org/presentationml/2006/ole">
            <p:oleObj spid="_x0000_s22641" name="Equation" r:id="rId6" imgW="863225" imgH="253890" progId="Equation.DSMT4">
              <p:embed/>
            </p:oleObj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3733800" y="5334000"/>
          <a:ext cx="1927225" cy="1096963"/>
        </p:xfrm>
        <a:graphic>
          <a:graphicData uri="http://schemas.openxmlformats.org/presentationml/2006/ole">
            <p:oleObj spid="_x0000_s22642" name="Equation" r:id="rId7" imgW="825500" imgH="469900" progId="Equation.DSMT4">
              <p:embed/>
            </p:oleObj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541538" y="2411743"/>
            <a:ext cx="7164280" cy="580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427238" y="2389861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1417838" y="2398914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408438" y="2398914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3322838" y="2411743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7590038" y="2457008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6599438" y="2469837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4389638" y="2420796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5532638" y="2447955"/>
            <a:ext cx="2286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75138" y="1876455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 smtClean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x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01558629"/>
              </p:ext>
            </p:extLst>
          </p:nvPr>
        </p:nvGraphicFramePr>
        <p:xfrm>
          <a:off x="3276600" y="228600"/>
          <a:ext cx="3048000" cy="618435"/>
        </p:xfrm>
        <a:graphic>
          <a:graphicData uri="http://schemas.openxmlformats.org/presentationml/2006/ole">
            <p:oleObj spid="_x0000_s16454" name="Equation" r:id="rId3" imgW="875920" imgH="177723" progId="Equation.DSMT4">
              <p:embed/>
            </p:oleObj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04800" y="1219200"/>
          <a:ext cx="8475662" cy="965200"/>
        </p:xfrm>
        <a:graphic>
          <a:graphicData uri="http://schemas.openxmlformats.org/presentationml/2006/ole">
            <p:oleObj spid="_x0000_s16455" name="Equation" r:id="rId4" imgW="3568700" imgH="406400" progId="Equation.DSMT4">
              <p:embed/>
            </p:oleObj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60963977"/>
              </p:ext>
            </p:extLst>
          </p:nvPr>
        </p:nvGraphicFramePr>
        <p:xfrm>
          <a:off x="1752600" y="2590800"/>
          <a:ext cx="6188441" cy="1720850"/>
        </p:xfrm>
        <a:graphic>
          <a:graphicData uri="http://schemas.openxmlformats.org/presentationml/2006/ole">
            <p:oleObj spid="_x0000_s16456" name="Equation" r:id="rId5" imgW="2374900" imgH="660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/>
        </p:nvGraphicFramePr>
        <p:xfrm>
          <a:off x="228600" y="104775"/>
          <a:ext cx="8258175" cy="885825"/>
        </p:xfrm>
        <a:graphic>
          <a:graphicData uri="http://schemas.openxmlformats.org/presentationml/2006/ole">
            <p:oleObj spid="_x0000_s23717" name="Equation" r:id="rId3" imgW="3670300" imgH="39370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/>
        </p:nvGraphicFramePr>
        <p:xfrm>
          <a:off x="533400" y="3200400"/>
          <a:ext cx="7734300" cy="414337"/>
        </p:xfrm>
        <a:graphic>
          <a:graphicData uri="http://schemas.openxmlformats.org/presentationml/2006/ole">
            <p:oleObj spid="_x0000_s23718" name="Equation" r:id="rId4" imgW="3314700" imgH="177800" progId="Equation.DSMT4">
              <p:embed/>
            </p:oleObj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990600" y="990600"/>
          <a:ext cx="1057275" cy="400050"/>
        </p:xfrm>
        <a:graphic>
          <a:graphicData uri="http://schemas.openxmlformats.org/presentationml/2006/ole">
            <p:oleObj spid="_x0000_s23719" name="Equation" r:id="rId5" imgW="469696" imgH="177723" progId="Equation.DSMT4">
              <p:embed/>
            </p:oleObj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4724400" y="1066800"/>
          <a:ext cx="3743325" cy="457200"/>
        </p:xfrm>
        <a:graphic>
          <a:graphicData uri="http://schemas.openxmlformats.org/presentationml/2006/ole">
            <p:oleObj spid="_x0000_s23720" name="Equation" r:id="rId6" imgW="1663700" imgH="203200" progId="Equation.DSMT4">
              <p:embed/>
            </p:oleObj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6477000" y="2590800"/>
          <a:ext cx="771525" cy="400050"/>
        </p:xfrm>
        <a:graphic>
          <a:graphicData uri="http://schemas.openxmlformats.org/presentationml/2006/ole">
            <p:oleObj spid="_x0000_s23721" name="Equation" r:id="rId7" imgW="342603" imgH="177646" progId="Equation.DSMT4">
              <p:embed/>
            </p:oleObj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6248400" y="1524000"/>
          <a:ext cx="1257300" cy="971550"/>
        </p:xfrm>
        <a:graphic>
          <a:graphicData uri="http://schemas.openxmlformats.org/presentationml/2006/ole">
            <p:oleObj spid="_x0000_s23722" name="Equation" r:id="rId8" imgW="558558" imgH="431613" progId="Equation.DSMT4">
              <p:embed/>
            </p:oleObj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3505200" y="5867400"/>
          <a:ext cx="2370137" cy="739775"/>
        </p:xfrm>
        <a:graphic>
          <a:graphicData uri="http://schemas.openxmlformats.org/presentationml/2006/ole">
            <p:oleObj spid="_x0000_s23723" name="Equation" r:id="rId9" imgW="1015559" imgH="317362" progId="Equation.DSMT4">
              <p:embed/>
            </p:oleObj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4003675" y="4291013"/>
          <a:ext cx="1096963" cy="1096962"/>
        </p:xfrm>
        <a:graphic>
          <a:graphicData uri="http://schemas.openxmlformats.org/presentationml/2006/ole">
            <p:oleObj spid="_x0000_s23724" name="Equation" r:id="rId10" imgW="469900" imgH="4699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ine Callout 1 55"/>
          <p:cNvSpPr/>
          <p:nvPr/>
        </p:nvSpPr>
        <p:spPr>
          <a:xfrm>
            <a:off x="3962400" y="373380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08000" y="2264229"/>
            <a:ext cx="863600" cy="2612571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228600" y="76200"/>
          <a:ext cx="6062663" cy="1628775"/>
        </p:xfrm>
        <a:graphic>
          <a:graphicData uri="http://schemas.openxmlformats.org/presentationml/2006/ole">
            <p:oleObj spid="_x0000_s17570" name="Equation" r:id="rId3" imgW="2552700" imgH="68580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/>
        </p:nvGraphicFramePr>
        <p:xfrm>
          <a:off x="1749425" y="2406650"/>
          <a:ext cx="6251575" cy="946150"/>
        </p:xfrm>
        <a:graphic>
          <a:graphicData uri="http://schemas.openxmlformats.org/presentationml/2006/ole">
            <p:oleObj spid="_x0000_s17571" name="Equation" r:id="rId4" imgW="2679700" imgH="406400" progId="Equation.DSMT4">
              <p:embed/>
            </p:oleObj>
          </a:graphicData>
        </a:graphic>
      </p:graphicFrame>
      <p:cxnSp>
        <p:nvCxnSpPr>
          <p:cNvPr id="14" name="Straight Connector 13"/>
          <p:cNvCxnSpPr>
            <a:endCxn id="51" idx="1"/>
          </p:cNvCxnSpPr>
          <p:nvPr/>
        </p:nvCxnSpPr>
        <p:spPr>
          <a:xfrm rot="10800000" flipV="1">
            <a:off x="508000" y="3570513"/>
            <a:ext cx="863600" cy="1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743200" y="3276600"/>
          <a:ext cx="546100" cy="1489075"/>
        </p:xfrm>
        <a:graphic>
          <a:graphicData uri="http://schemas.openxmlformats.org/presentationml/2006/ole">
            <p:oleObj spid="_x0000_s17572" name="Equation" r:id="rId5" imgW="203112" imgH="469696" progId="Equation.DSMT4">
              <p:embed/>
            </p:oleObj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905000" y="3733800"/>
            <a:ext cx="1876422" cy="1588532"/>
            <a:chOff x="76200" y="3709359"/>
            <a:chExt cx="1876422" cy="1588532"/>
          </a:xfrm>
        </p:grpSpPr>
        <p:sp>
          <p:nvSpPr>
            <p:cNvPr id="27" name="Line Callout 1 26"/>
            <p:cNvSpPr/>
            <p:nvPr/>
          </p:nvSpPr>
          <p:spPr>
            <a:xfrm>
              <a:off x="1495422" y="3709359"/>
              <a:ext cx="457200" cy="685800"/>
            </a:xfrm>
            <a:prstGeom prst="borderCallout1">
              <a:avLst>
                <a:gd name="adj1" fmla="val 46336"/>
                <a:gd name="adj2" fmla="val -11597"/>
                <a:gd name="adj3" fmla="val 168009"/>
                <a:gd name="adj4" fmla="val -175345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32" name="Line Callout 1 31"/>
          <p:cNvSpPr/>
          <p:nvPr/>
        </p:nvSpPr>
        <p:spPr>
          <a:xfrm rot="10800000">
            <a:off x="4076704" y="384334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10000" y="495300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35" name="Line Callout 1 34"/>
          <p:cNvSpPr/>
          <p:nvPr/>
        </p:nvSpPr>
        <p:spPr>
          <a:xfrm rot="10800000">
            <a:off x="5105400" y="381000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142751" y="495300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sp>
        <p:nvSpPr>
          <p:cNvPr id="40" name="Cube 39"/>
          <p:cNvSpPr/>
          <p:nvPr/>
        </p:nvSpPr>
        <p:spPr>
          <a:xfrm>
            <a:off x="7543800" y="228600"/>
            <a:ext cx="1295400" cy="2590800"/>
          </a:xfrm>
          <a:prstGeom prst="cub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8831094" y="1295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371490" y="-4467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401910" y="1051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52400" y="3388117"/>
            <a:ext cx="30480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6600"/>
                </a:solidFill>
              </a:rPr>
              <a:t>x</a:t>
            </a:r>
            <a:endParaRPr lang="en-US" dirty="0">
              <a:solidFill>
                <a:srgbClr val="3366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2400" y="2145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52400" y="4648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4191000" y="6096000"/>
          <a:ext cx="1927225" cy="471488"/>
        </p:xfrm>
        <a:graphic>
          <a:graphicData uri="http://schemas.openxmlformats.org/presentationml/2006/ole">
            <p:oleObj spid="_x0000_s17573" name="Equation" r:id="rId6" imgW="825500" imgH="203200" progId="Equation.DSMT4">
              <p:embed/>
            </p:oleObj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4038600" y="3810000"/>
          <a:ext cx="854075" cy="476250"/>
        </p:xfrm>
        <a:graphic>
          <a:graphicData uri="http://schemas.openxmlformats.org/presentationml/2006/ole">
            <p:oleObj spid="_x0000_s17574" name="Equation" r:id="rId7" imgW="317087" imgH="177569" progId="Equation.DSMT4">
              <p:embed/>
            </p:oleObj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3352800" y="3886200"/>
          <a:ext cx="341312" cy="376238"/>
        </p:xfrm>
        <a:graphic>
          <a:graphicData uri="http://schemas.openxmlformats.org/presentationml/2006/ole">
            <p:oleObj spid="_x0000_s17575" name="Equation" r:id="rId8" imgW="126835" imgH="139518" progId="Equation.DSMT4">
              <p:embed/>
            </p:oleObj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7467600" y="50292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5105400" y="3810000"/>
          <a:ext cx="1673225" cy="544513"/>
        </p:xfrm>
        <a:graphic>
          <a:graphicData uri="http://schemas.openxmlformats.org/presentationml/2006/ole">
            <p:oleObj spid="_x0000_s17576" name="Equation" r:id="rId9" imgW="622030" imgH="203112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1" grpId="0" animBg="1"/>
      <p:bldP spid="32" grpId="0" animBg="1"/>
      <p:bldP spid="33" grpId="0" animBg="1"/>
      <p:bldP spid="35" grpId="0" animBg="1"/>
      <p:bldP spid="36" grpId="0" animBg="1"/>
      <p:bldP spid="40" grpId="0" animBg="1"/>
      <p:bldP spid="47" grpId="0"/>
      <p:bldP spid="48" grpId="0"/>
      <p:bldP spid="49" grpId="1"/>
      <p:bldP spid="52" grpId="0"/>
      <p:bldP spid="53" grpId="0"/>
      <p:bldP spid="54" grpId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ine Callout 1 55"/>
          <p:cNvSpPr/>
          <p:nvPr/>
        </p:nvSpPr>
        <p:spPr>
          <a:xfrm>
            <a:off x="3962400" y="373380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08000" y="2264229"/>
            <a:ext cx="863600" cy="2612571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88883756"/>
              </p:ext>
            </p:extLst>
          </p:nvPr>
        </p:nvGraphicFramePr>
        <p:xfrm>
          <a:off x="2241550" y="2246313"/>
          <a:ext cx="5481638" cy="414337"/>
        </p:xfrm>
        <a:graphic>
          <a:graphicData uri="http://schemas.openxmlformats.org/presentationml/2006/ole">
            <p:oleObj spid="_x0000_s25743" name="Equation" r:id="rId3" imgW="2349360" imgH="177480" progId="Equation.DSMT4">
              <p:embed/>
            </p:oleObj>
          </a:graphicData>
        </a:graphic>
      </p:graphicFrame>
      <p:cxnSp>
        <p:nvCxnSpPr>
          <p:cNvPr id="14" name="Straight Connector 13"/>
          <p:cNvCxnSpPr>
            <a:endCxn id="51" idx="1"/>
          </p:cNvCxnSpPr>
          <p:nvPr/>
        </p:nvCxnSpPr>
        <p:spPr>
          <a:xfrm rot="10800000" flipV="1">
            <a:off x="508000" y="3570513"/>
            <a:ext cx="863600" cy="1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743200" y="3276600"/>
          <a:ext cx="546100" cy="1489075"/>
        </p:xfrm>
        <a:graphic>
          <a:graphicData uri="http://schemas.openxmlformats.org/presentationml/2006/ole">
            <p:oleObj spid="_x0000_s25744" name="Equation" r:id="rId4" imgW="203112" imgH="469696" progId="Equation.DSMT4">
              <p:embed/>
            </p:oleObj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905000" y="3733800"/>
            <a:ext cx="1949390" cy="1588532"/>
            <a:chOff x="76200" y="3709359"/>
            <a:chExt cx="1949390" cy="1588532"/>
          </a:xfrm>
        </p:grpSpPr>
        <p:sp>
          <p:nvSpPr>
            <p:cNvPr id="27" name="Line Callout 1 26"/>
            <p:cNvSpPr/>
            <p:nvPr/>
          </p:nvSpPr>
          <p:spPr>
            <a:xfrm>
              <a:off x="1187390" y="3709359"/>
              <a:ext cx="838200" cy="685800"/>
            </a:xfrm>
            <a:prstGeom prst="borderCallout1">
              <a:avLst>
                <a:gd name="adj1" fmla="val 46336"/>
                <a:gd name="adj2" fmla="val -11597"/>
                <a:gd name="adj3" fmla="val 170598"/>
                <a:gd name="adj4" fmla="val -106022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32" name="Line Callout 1 31"/>
          <p:cNvSpPr/>
          <p:nvPr/>
        </p:nvSpPr>
        <p:spPr>
          <a:xfrm rot="10800000">
            <a:off x="4076704" y="384334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10000" y="495300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35" name="Line Callout 1 34"/>
          <p:cNvSpPr/>
          <p:nvPr/>
        </p:nvSpPr>
        <p:spPr>
          <a:xfrm rot="10800000">
            <a:off x="5105400" y="381000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142751" y="495300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52400" y="3388117"/>
            <a:ext cx="30480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6600"/>
                </a:solidFill>
              </a:rPr>
              <a:t>x</a:t>
            </a:r>
            <a:endParaRPr lang="en-US" dirty="0">
              <a:solidFill>
                <a:srgbClr val="3366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2400" y="2145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52400" y="4648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4191000" y="6096000"/>
          <a:ext cx="1927225" cy="471488"/>
        </p:xfrm>
        <a:graphic>
          <a:graphicData uri="http://schemas.openxmlformats.org/presentationml/2006/ole">
            <p:oleObj spid="_x0000_s25745" name="Equation" r:id="rId5" imgW="825500" imgH="203200" progId="Equation.DSMT4">
              <p:embed/>
            </p:oleObj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4038600" y="3810000"/>
          <a:ext cx="854075" cy="476250"/>
        </p:xfrm>
        <a:graphic>
          <a:graphicData uri="http://schemas.openxmlformats.org/presentationml/2006/ole">
            <p:oleObj spid="_x0000_s25746" name="Equation" r:id="rId6" imgW="317087" imgH="177569" progId="Equation.DSMT4">
              <p:embed/>
            </p:oleObj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3352800" y="3886200"/>
          <a:ext cx="341312" cy="376238"/>
        </p:xfrm>
        <a:graphic>
          <a:graphicData uri="http://schemas.openxmlformats.org/presentationml/2006/ole">
            <p:oleObj spid="_x0000_s25747" name="Equation" r:id="rId7" imgW="126835" imgH="139518" progId="Equation.DSMT4">
              <p:embed/>
            </p:oleObj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7467600" y="50292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5105400" y="3810000"/>
          <a:ext cx="1673225" cy="544513"/>
        </p:xfrm>
        <a:graphic>
          <a:graphicData uri="http://schemas.openxmlformats.org/presentationml/2006/ole">
            <p:oleObj spid="_x0000_s25748" name="Equation" r:id="rId8" imgW="622030" imgH="203112" progId="Equation.DSMT4">
              <p:embed/>
            </p:oleObj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8853" y="228600"/>
            <a:ext cx="8454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Warning:  </a:t>
            </a:r>
            <a:r>
              <a:rPr lang="en-US" sz="2400" dirty="0" smtClean="0"/>
              <a:t>It’s possible to choose your coordinates many different ways.  The resulting integrals may look different, but all give the same answer.</a:t>
            </a:r>
            <a:endParaRPr lang="en-US" sz="24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66312863"/>
              </p:ext>
            </p:extLst>
          </p:nvPr>
        </p:nvGraphicFramePr>
        <p:xfrm>
          <a:off x="3042824" y="3810000"/>
          <a:ext cx="853285" cy="460987"/>
        </p:xfrm>
        <a:graphic>
          <a:graphicData uri="http://schemas.openxmlformats.org/presentationml/2006/ole">
            <p:oleObj spid="_x0000_s25749" name="Equation" r:id="rId9" imgW="33012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75576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32477E-6 L -3.33333E-6 0.3601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9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6.43072E-7 L -0.00035 -0.37104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185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53014966"/>
              </p:ext>
            </p:extLst>
          </p:nvPr>
        </p:nvGraphicFramePr>
        <p:xfrm>
          <a:off x="139700" y="216020"/>
          <a:ext cx="7027863" cy="1025525"/>
        </p:xfrm>
        <a:graphic>
          <a:graphicData uri="http://schemas.openxmlformats.org/presentationml/2006/ole">
            <p:oleObj spid="_x0000_s18585" name="Equation" r:id="rId3" imgW="2958840" imgH="431640" progId="Equation.DSMT4">
              <p:embed/>
            </p:oleObj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2519779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425205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3" y="3464653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28663" y="1860712"/>
            <a:ext cx="1110776" cy="3333750"/>
            <a:chOff x="728663" y="1860712"/>
            <a:chExt cx="1110776" cy="3333750"/>
          </a:xfrm>
        </p:grpSpPr>
        <p:sp>
          <p:nvSpPr>
            <p:cNvPr id="41" name="Flowchart: Magnetic Disk 40"/>
            <p:cNvSpPr/>
            <p:nvPr/>
          </p:nvSpPr>
          <p:spPr>
            <a:xfrm>
              <a:off x="739302" y="1860712"/>
              <a:ext cx="1100137" cy="333375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4">
                    <a:shade val="15000"/>
                    <a:satMod val="180000"/>
                  </a:schemeClr>
                </a:gs>
                <a:gs pos="68000">
                  <a:schemeClr val="accent4">
                    <a:shade val="45000"/>
                    <a:satMod val="170000"/>
                    <a:lumMod val="57000"/>
                  </a:schemeClr>
                </a:gs>
                <a:gs pos="93000">
                  <a:schemeClr val="accent4">
                    <a:tint val="99000"/>
                    <a:shade val="65000"/>
                    <a:satMod val="155000"/>
                  </a:schemeClr>
                </a:gs>
                <a:gs pos="100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  <a:effectLst>
              <a:outerShdw blurRad="50800" dist="381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19499998" lon="0" rev="0"/>
              </a:camera>
              <a:lightRig rig="threePt" dir="t"/>
            </a:scene3d>
            <a:sp3d z="6350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728663" y="3149695"/>
              <a:ext cx="1100138" cy="944874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68671977"/>
              </p:ext>
            </p:extLst>
          </p:nvPr>
        </p:nvGraphicFramePr>
        <p:xfrm>
          <a:off x="2511425" y="1726135"/>
          <a:ext cx="6251575" cy="946150"/>
        </p:xfrm>
        <a:graphic>
          <a:graphicData uri="http://schemas.openxmlformats.org/presentationml/2006/ole">
            <p:oleObj spid="_x0000_s18586" name="Equation" r:id="rId4" imgW="2679700" imgH="40640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98615929"/>
              </p:ext>
            </p:extLst>
          </p:nvPr>
        </p:nvGraphicFramePr>
        <p:xfrm>
          <a:off x="3405188" y="3333750"/>
          <a:ext cx="579437" cy="1489075"/>
        </p:xfrm>
        <a:graphic>
          <a:graphicData uri="http://schemas.openxmlformats.org/presentationml/2006/ole">
            <p:oleObj spid="_x0000_s18587" name="Equation" r:id="rId5" imgW="2156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876422" cy="1588532"/>
            <a:chOff x="76200" y="3709359"/>
            <a:chExt cx="18764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495422" y="3709359"/>
              <a:ext cx="457200" cy="685800"/>
            </a:xfrm>
            <a:prstGeom prst="borderCallout1">
              <a:avLst>
                <a:gd name="adj1" fmla="val 48925"/>
                <a:gd name="adj2" fmla="val 1995"/>
                <a:gd name="adj3" fmla="val 175776"/>
                <a:gd name="adj4" fmla="val -183112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17471249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p:oleObj spid="_x0000_s18588" name="Equation" r:id="rId6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46126734"/>
              </p:ext>
            </p:extLst>
          </p:nvPr>
        </p:nvGraphicFramePr>
        <p:xfrm>
          <a:off x="4029913" y="3943350"/>
          <a:ext cx="341312" cy="376238"/>
        </p:xfrm>
        <a:graphic>
          <a:graphicData uri="http://schemas.openxmlformats.org/presentationml/2006/ole">
            <p:oleObj spid="_x0000_s18589" name="Equation" r:id="rId7" imgW="126835" imgH="139518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31666841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p:oleObj spid="_x0000_s18590" name="Equation" r:id="rId8" imgW="54576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76139255"/>
              </p:ext>
            </p:extLst>
          </p:nvPr>
        </p:nvGraphicFramePr>
        <p:xfrm>
          <a:off x="139700" y="216020"/>
          <a:ext cx="7027863" cy="1025525"/>
        </p:xfrm>
        <a:graphic>
          <a:graphicData uri="http://schemas.openxmlformats.org/presentationml/2006/ole">
            <p:oleObj spid="_x0000_s28776" name="Equation" r:id="rId3" imgW="2958840" imgH="431640" progId="Equation.DSMT4">
              <p:embed/>
            </p:oleObj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4400550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3755" y="251460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3" y="3464653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28663" y="1860712"/>
            <a:ext cx="1110776" cy="3333750"/>
            <a:chOff x="728663" y="1860712"/>
            <a:chExt cx="1110776" cy="3333750"/>
          </a:xfrm>
        </p:grpSpPr>
        <p:sp>
          <p:nvSpPr>
            <p:cNvPr id="41" name="Flowchart: Magnetic Disk 40"/>
            <p:cNvSpPr/>
            <p:nvPr/>
          </p:nvSpPr>
          <p:spPr>
            <a:xfrm>
              <a:off x="739302" y="1860712"/>
              <a:ext cx="1100137" cy="333375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4">
                    <a:shade val="15000"/>
                    <a:satMod val="180000"/>
                  </a:schemeClr>
                </a:gs>
                <a:gs pos="68000">
                  <a:schemeClr val="accent4">
                    <a:shade val="45000"/>
                    <a:satMod val="170000"/>
                    <a:lumMod val="57000"/>
                  </a:schemeClr>
                </a:gs>
                <a:gs pos="93000">
                  <a:schemeClr val="accent4">
                    <a:tint val="99000"/>
                    <a:shade val="65000"/>
                    <a:satMod val="155000"/>
                  </a:schemeClr>
                </a:gs>
                <a:gs pos="100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  <a:effectLst>
              <a:outerShdw blurRad="50800" dist="381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19499998" lon="0" rev="0"/>
              </a:camera>
              <a:lightRig rig="threePt" dir="t"/>
            </a:scene3d>
            <a:sp3d z="6350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728663" y="3149695"/>
              <a:ext cx="1100138" cy="944874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83227024"/>
              </p:ext>
            </p:extLst>
          </p:nvPr>
        </p:nvGraphicFramePr>
        <p:xfrm>
          <a:off x="2911475" y="1992313"/>
          <a:ext cx="5451475" cy="412750"/>
        </p:xfrm>
        <a:graphic>
          <a:graphicData uri="http://schemas.openxmlformats.org/presentationml/2006/ole">
            <p:oleObj spid="_x0000_s28777" name="Equation" r:id="rId4" imgW="2336760" imgH="17748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05132258"/>
              </p:ext>
            </p:extLst>
          </p:nvPr>
        </p:nvGraphicFramePr>
        <p:xfrm>
          <a:off x="3165475" y="3349625"/>
          <a:ext cx="581025" cy="1489075"/>
        </p:xfrm>
        <a:graphic>
          <a:graphicData uri="http://schemas.openxmlformats.org/presentationml/2006/ole">
            <p:oleObj spid="_x0000_s28778" name="Equation" r:id="rId5" imgW="2156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89887" cy="1588532"/>
            <a:chOff x="76200" y="3709359"/>
            <a:chExt cx="1989887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075487" y="3709359"/>
              <a:ext cx="990600" cy="685800"/>
            </a:xfrm>
            <a:prstGeom prst="borderCallout1">
              <a:avLst>
                <a:gd name="adj1" fmla="val 48925"/>
                <a:gd name="adj2" fmla="val 950"/>
                <a:gd name="adj3" fmla="val 179660"/>
                <a:gd name="adj4" fmla="val -62301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09833459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p:oleObj spid="_x0000_s28779" name="Equation" r:id="rId6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44191400"/>
              </p:ext>
            </p:extLst>
          </p:nvPr>
        </p:nvGraphicFramePr>
        <p:xfrm>
          <a:off x="3563644" y="3885259"/>
          <a:ext cx="1057275" cy="479425"/>
        </p:xfrm>
        <a:graphic>
          <a:graphicData uri="http://schemas.openxmlformats.org/presentationml/2006/ole">
            <p:oleObj spid="_x0000_s28780" name="Equation" r:id="rId7" imgW="393480" imgH="1774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76591586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p:oleObj spid="_x0000_s28781" name="Equation" r:id="rId8" imgW="54576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8609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71224939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p:oleObj spid="_x0000_s27791" name="Equation" r:id="rId3" imgW="2641320" imgH="406080" progId="Equation.DSMT4">
              <p:embed/>
            </p:oleObj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2519779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4357691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51846469"/>
              </p:ext>
            </p:extLst>
          </p:nvPr>
        </p:nvGraphicFramePr>
        <p:xfrm>
          <a:off x="3178175" y="1962150"/>
          <a:ext cx="4918075" cy="473075"/>
        </p:xfrm>
        <a:graphic>
          <a:graphicData uri="http://schemas.openxmlformats.org/presentationml/2006/ole">
            <p:oleObj spid="_x0000_s27792" name="Equation" r:id="rId4" imgW="2108160" imgH="20304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60811480"/>
              </p:ext>
            </p:extLst>
          </p:nvPr>
        </p:nvGraphicFramePr>
        <p:xfrm>
          <a:off x="3079750" y="3294061"/>
          <a:ext cx="577850" cy="1489075"/>
        </p:xfrm>
        <a:graphic>
          <a:graphicData uri="http://schemas.openxmlformats.org/presentationml/2006/ole">
            <p:oleObj spid="_x0000_s27793" name="Equation" r:id="rId5" imgW="2156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52622" cy="1588532"/>
            <a:chOff x="76200" y="3709359"/>
            <a:chExt cx="19526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151687" y="3709359"/>
              <a:ext cx="877135" cy="685800"/>
            </a:xfrm>
            <a:prstGeom prst="borderCallout1">
              <a:avLst>
                <a:gd name="adj1" fmla="val 48925"/>
                <a:gd name="adj2" fmla="val 1995"/>
                <a:gd name="adj3" fmla="val 179659"/>
                <a:gd name="adj4" fmla="val -49511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19558854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p:oleObj spid="_x0000_s27794" name="Equation" r:id="rId6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65028473"/>
              </p:ext>
            </p:extLst>
          </p:nvPr>
        </p:nvGraphicFramePr>
        <p:xfrm>
          <a:off x="3657600" y="3892550"/>
          <a:ext cx="922338" cy="479425"/>
        </p:xfrm>
        <a:graphic>
          <a:graphicData uri="http://schemas.openxmlformats.org/presentationml/2006/ole">
            <p:oleObj spid="_x0000_s27795" name="Equation" r:id="rId7" imgW="342720" imgH="1774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734594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p:oleObj spid="_x0000_s27796" name="Equation" r:id="rId8" imgW="545760" imgH="228600" progId="Equation.DSMT4">
              <p:embed/>
            </p:oleObj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7480371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p:oleObj spid="_x0000_s27797" name="Equation" r:id="rId9" imgW="3835080" imgH="203040" progId="Equation.DSMT4">
              <p:embed/>
            </p:oleObj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66712" y="3288268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28612" y="1764268"/>
            <a:ext cx="50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138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52487788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p:oleObj spid="_x0000_s29817" name="Equation" r:id="rId3" imgW="2641320" imgH="406080" progId="Equation.DSMT4">
              <p:embed/>
            </p:oleObj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3" y="1479071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425205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17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51955117"/>
              </p:ext>
            </p:extLst>
          </p:nvPr>
        </p:nvGraphicFramePr>
        <p:xfrm>
          <a:off x="3178175" y="1962150"/>
          <a:ext cx="4918075" cy="473075"/>
        </p:xfrm>
        <a:graphic>
          <a:graphicData uri="http://schemas.openxmlformats.org/presentationml/2006/ole">
            <p:oleObj spid="_x0000_s29818" name="Equation" r:id="rId4" imgW="2108160" imgH="20304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45126337"/>
              </p:ext>
            </p:extLst>
          </p:nvPr>
        </p:nvGraphicFramePr>
        <p:xfrm>
          <a:off x="3079750" y="3409156"/>
          <a:ext cx="577850" cy="1449388"/>
        </p:xfrm>
        <a:graphic>
          <a:graphicData uri="http://schemas.openxmlformats.org/presentationml/2006/ole">
            <p:oleObj spid="_x0000_s29819" name="Equation" r:id="rId5" imgW="215640" imgH="4572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743200" y="3790950"/>
            <a:ext cx="1791535" cy="1588532"/>
            <a:chOff x="237287" y="3709359"/>
            <a:chExt cx="1791535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1151687" y="3709359"/>
              <a:ext cx="877135" cy="685800"/>
            </a:xfrm>
            <a:prstGeom prst="borderCallout1">
              <a:avLst>
                <a:gd name="adj1" fmla="val 48925"/>
                <a:gd name="adj2" fmla="val 1995"/>
                <a:gd name="adj3" fmla="val 180954"/>
                <a:gd name="adj4" fmla="val -3837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37287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50369707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p:oleObj spid="_x0000_s29820" name="Equation" r:id="rId6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51315016"/>
              </p:ext>
            </p:extLst>
          </p:nvPr>
        </p:nvGraphicFramePr>
        <p:xfrm>
          <a:off x="3946525" y="3943350"/>
          <a:ext cx="342900" cy="376238"/>
        </p:xfrm>
        <a:graphic>
          <a:graphicData uri="http://schemas.openxmlformats.org/presentationml/2006/ole">
            <p:oleObj spid="_x0000_s29821" name="Equation" r:id="rId7" imgW="126720" imgH="1396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68057512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p:oleObj spid="_x0000_s29822" name="Equation" r:id="rId8" imgW="545760" imgH="228600" progId="Equation.DSMT4">
              <p:embed/>
            </p:oleObj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56077647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p:oleObj spid="_x0000_s29823" name="Equation" r:id="rId9" imgW="3835080" imgH="203040" progId="Equation.DSMT4">
              <p:embed/>
            </p:oleObj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28600" y="3288268"/>
            <a:ext cx="485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04422" y="2362200"/>
            <a:ext cx="50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295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52487788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p:oleObj spid="_x0000_s30841" name="Equation" r:id="rId3" imgW="2641320" imgH="406080" progId="Equation.DSMT4">
              <p:embed/>
            </p:oleObj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52413" y="4390426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3754" y="243840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8028624"/>
              </p:ext>
            </p:extLst>
          </p:nvPr>
        </p:nvGraphicFramePr>
        <p:xfrm>
          <a:off x="2911475" y="1992313"/>
          <a:ext cx="5451475" cy="412750"/>
        </p:xfrm>
        <a:graphic>
          <a:graphicData uri="http://schemas.openxmlformats.org/presentationml/2006/ole">
            <p:oleObj spid="_x0000_s30842" name="Equation" r:id="rId4" imgW="2336760" imgH="17748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76648238"/>
              </p:ext>
            </p:extLst>
          </p:nvPr>
        </p:nvGraphicFramePr>
        <p:xfrm>
          <a:off x="2996937" y="3294061"/>
          <a:ext cx="544513" cy="1489075"/>
        </p:xfrm>
        <a:graphic>
          <a:graphicData uri="http://schemas.openxmlformats.org/presentationml/2006/ole">
            <p:oleObj spid="_x0000_s30843" name="Equation" r:id="rId5" imgW="2030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52622" cy="1588532"/>
            <a:chOff x="76200" y="3709359"/>
            <a:chExt cx="19526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999287" y="3709359"/>
              <a:ext cx="1029535" cy="685800"/>
            </a:xfrm>
            <a:prstGeom prst="borderCallout1">
              <a:avLst>
                <a:gd name="adj1" fmla="val 48925"/>
                <a:gd name="adj2" fmla="val 1995"/>
                <a:gd name="adj3" fmla="val 179660"/>
                <a:gd name="adj4" fmla="val -43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50369707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p:oleObj spid="_x0000_s30844" name="Equation" r:id="rId6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00270752"/>
              </p:ext>
            </p:extLst>
          </p:nvPr>
        </p:nvGraphicFramePr>
        <p:xfrm>
          <a:off x="3505200" y="3875996"/>
          <a:ext cx="1058862" cy="479425"/>
        </p:xfrm>
        <a:graphic>
          <a:graphicData uri="http://schemas.openxmlformats.org/presentationml/2006/ole">
            <p:oleObj spid="_x0000_s30845" name="Equation" r:id="rId7" imgW="393480" imgH="1774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68057512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p:oleObj spid="_x0000_s30846" name="Equation" r:id="rId8" imgW="545760" imgH="228600" progId="Equation.DSMT4">
              <p:embed/>
            </p:oleObj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56077647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p:oleObj spid="_x0000_s30847" name="Equation" r:id="rId9" imgW="3835080" imgH="203040" progId="Equation.DSMT4">
              <p:embed/>
            </p:oleObj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66712" y="3288268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28612" y="1594568"/>
            <a:ext cx="50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295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17467372"/>
              </p:ext>
            </p:extLst>
          </p:nvPr>
        </p:nvGraphicFramePr>
        <p:xfrm>
          <a:off x="507206" y="76200"/>
          <a:ext cx="6273800" cy="965200"/>
        </p:xfrm>
        <a:graphic>
          <a:graphicData uri="http://schemas.openxmlformats.org/presentationml/2006/ole">
            <p:oleObj spid="_x0000_s31858" name="Equation" r:id="rId3" imgW="2641320" imgH="406080" progId="Equation.DSMT4">
              <p:embed/>
            </p:oleObj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8614" y="3409309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3754" y="2438400"/>
            <a:ext cx="51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-5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639513" y="3790950"/>
            <a:ext cx="2971800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74370011"/>
              </p:ext>
            </p:extLst>
          </p:nvPr>
        </p:nvGraphicFramePr>
        <p:xfrm>
          <a:off x="2838450" y="1963738"/>
          <a:ext cx="5599113" cy="471487"/>
        </p:xfrm>
        <a:graphic>
          <a:graphicData uri="http://schemas.openxmlformats.org/presentationml/2006/ole">
            <p:oleObj spid="_x0000_s31859" name="Equation" r:id="rId4" imgW="2400120" imgH="20304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65731719"/>
              </p:ext>
            </p:extLst>
          </p:nvPr>
        </p:nvGraphicFramePr>
        <p:xfrm>
          <a:off x="2996937" y="3294061"/>
          <a:ext cx="544513" cy="1489075"/>
        </p:xfrm>
        <a:graphic>
          <a:graphicData uri="http://schemas.openxmlformats.org/presentationml/2006/ole">
            <p:oleObj spid="_x0000_s31860" name="Equation" r:id="rId5" imgW="2030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82113" y="3790950"/>
            <a:ext cx="1952622" cy="1588532"/>
            <a:chOff x="76200" y="3709359"/>
            <a:chExt cx="1952622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999287" y="3709359"/>
              <a:ext cx="1029535" cy="685800"/>
            </a:xfrm>
            <a:prstGeom prst="borderCallout1">
              <a:avLst>
                <a:gd name="adj1" fmla="val 48925"/>
                <a:gd name="adj2" fmla="val 1995"/>
                <a:gd name="adj3" fmla="val 179660"/>
                <a:gd name="adj4" fmla="val -43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753817" y="3900491"/>
            <a:ext cx="838200" cy="457200"/>
          </a:xfrm>
          <a:prstGeom prst="borderCallout1">
            <a:avLst>
              <a:gd name="adj1" fmla="val -3891"/>
              <a:gd name="adj2" fmla="val 41981"/>
              <a:gd name="adj3" fmla="val -139984"/>
              <a:gd name="adj4" fmla="val 74627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487113" y="5010150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782513" y="3867150"/>
            <a:ext cx="1676400" cy="533400"/>
          </a:xfrm>
          <a:prstGeom prst="borderCallout1">
            <a:avLst>
              <a:gd name="adj1" fmla="val -3891"/>
              <a:gd name="adj2" fmla="val 41981"/>
              <a:gd name="adj3" fmla="val -106516"/>
              <a:gd name="adj4" fmla="val 6570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819864" y="5010150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87099499"/>
              </p:ext>
            </p:extLst>
          </p:nvPr>
        </p:nvGraphicFramePr>
        <p:xfrm>
          <a:off x="4715713" y="3867150"/>
          <a:ext cx="854075" cy="476250"/>
        </p:xfrm>
        <a:graphic>
          <a:graphicData uri="http://schemas.openxmlformats.org/presentationml/2006/ole">
            <p:oleObj spid="_x0000_s31861" name="Equation" r:id="rId6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64194768"/>
              </p:ext>
            </p:extLst>
          </p:nvPr>
        </p:nvGraphicFramePr>
        <p:xfrm>
          <a:off x="3505200" y="3875996"/>
          <a:ext cx="1058862" cy="479425"/>
        </p:xfrm>
        <a:graphic>
          <a:graphicData uri="http://schemas.openxmlformats.org/presentationml/2006/ole">
            <p:oleObj spid="_x0000_s31862" name="Equation" r:id="rId7" imgW="393480" imgH="1774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44713" y="508635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42550646"/>
              </p:ext>
            </p:extLst>
          </p:nvPr>
        </p:nvGraphicFramePr>
        <p:xfrm>
          <a:off x="5884863" y="3833813"/>
          <a:ext cx="1468437" cy="611187"/>
        </p:xfrm>
        <a:graphic>
          <a:graphicData uri="http://schemas.openxmlformats.org/presentationml/2006/ole">
            <p:oleObj spid="_x0000_s31863" name="Equation" r:id="rId8" imgW="545760" imgH="228600" progId="Equation.DSMT4">
              <p:embed/>
            </p:oleObj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2899642"/>
              </p:ext>
            </p:extLst>
          </p:nvPr>
        </p:nvGraphicFramePr>
        <p:xfrm>
          <a:off x="0" y="685800"/>
          <a:ext cx="9109075" cy="482600"/>
        </p:xfrm>
        <a:graphic>
          <a:graphicData uri="http://schemas.openxmlformats.org/presentationml/2006/ole">
            <p:oleObj spid="_x0000_s31864" name="Equation" r:id="rId9" imgW="3835080" imgH="203040" progId="Equation.DSMT4">
              <p:embed/>
            </p:oleObj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8662" y="1779234"/>
            <a:ext cx="1355372" cy="3415228"/>
            <a:chOff x="728662" y="1779234"/>
            <a:chExt cx="1355372" cy="3415228"/>
          </a:xfrm>
        </p:grpSpPr>
        <p:grpSp>
          <p:nvGrpSpPr>
            <p:cNvPr id="4" name="Group 3"/>
            <p:cNvGrpSpPr/>
            <p:nvPr/>
          </p:nvGrpSpPr>
          <p:grpSpPr>
            <a:xfrm>
              <a:off x="739302" y="1860712"/>
              <a:ext cx="1100138" cy="3333750"/>
              <a:chOff x="739302" y="1860712"/>
              <a:chExt cx="1100138" cy="3333750"/>
            </a:xfrm>
          </p:grpSpPr>
          <p:sp>
            <p:nvSpPr>
              <p:cNvPr id="41" name="Flowchart: Magnetic Disk 40"/>
              <p:cNvSpPr/>
              <p:nvPr/>
            </p:nvSpPr>
            <p:spPr>
              <a:xfrm>
                <a:off x="739302" y="1860712"/>
                <a:ext cx="1100137" cy="3333750"/>
              </a:xfrm>
              <a:prstGeom prst="flowChartMagneticDisk">
                <a:avLst/>
              </a:prstGeom>
              <a:gradFill flip="none" rotWithShape="1">
                <a:gsLst>
                  <a:gs pos="6000">
                    <a:schemeClr val="accent4">
                      <a:shade val="15000"/>
                      <a:satMod val="180000"/>
                    </a:schemeClr>
                  </a:gs>
                  <a:gs pos="5500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bg1"/>
                  </a:gs>
                  <a:gs pos="45000">
                    <a:schemeClr val="accent4">
                      <a:tint val="99000"/>
                      <a:shade val="65000"/>
                      <a:satMod val="155000"/>
                    </a:scheme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  <a:effectLst>
                <a:outerShdw blurRad="50800" dist="381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19499998" lon="0" rev="0"/>
                </a:camera>
                <a:lightRig rig="threePt" dir="t"/>
              </a:scene3d>
              <a:sp3d z="63500"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/>
              <p:cNvSpPr/>
              <p:nvPr/>
            </p:nvSpPr>
            <p:spPr>
              <a:xfrm>
                <a:off x="739302" y="3832344"/>
                <a:ext cx="1100138" cy="412511"/>
              </a:xfrm>
              <a:prstGeom prst="arc">
                <a:avLst>
                  <a:gd name="adj1" fmla="val 89110"/>
                  <a:gd name="adj2" fmla="val 10983991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Half Frame 26"/>
            <p:cNvSpPr/>
            <p:nvPr/>
          </p:nvSpPr>
          <p:spPr>
            <a:xfrm>
              <a:off x="1779234" y="1779234"/>
              <a:ext cx="304800" cy="1084556"/>
            </a:xfrm>
            <a:prstGeom prst="halfFrame">
              <a:avLst>
                <a:gd name="adj1" fmla="val 20754"/>
                <a:gd name="adj2" fmla="val 23270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c 28"/>
            <p:cNvSpPr/>
            <p:nvPr/>
          </p:nvSpPr>
          <p:spPr>
            <a:xfrm>
              <a:off x="728662" y="3285639"/>
              <a:ext cx="1100138" cy="371961"/>
            </a:xfrm>
            <a:prstGeom prst="arc">
              <a:avLst>
                <a:gd name="adj1" fmla="val 36510"/>
                <a:gd name="adj2" fmla="val 10983991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28613" y="4495406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28600" y="1594568"/>
            <a:ext cx="661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5152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381001" y="2344006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283476" y="4928393"/>
            <a:ext cx="3344113" cy="685800"/>
          </a:xfrm>
          <a:prstGeom prst="borderCallout1">
            <a:avLst>
              <a:gd name="adj1" fmla="val 58373"/>
              <a:gd name="adj2" fmla="val 100520"/>
              <a:gd name="adj3" fmla="val 175436"/>
              <a:gd name="adj4" fmla="val 13490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5866743"/>
              </p:ext>
            </p:extLst>
          </p:nvPr>
        </p:nvGraphicFramePr>
        <p:xfrm>
          <a:off x="2851150" y="2038350"/>
          <a:ext cx="5480050" cy="471488"/>
        </p:xfrm>
        <a:graphic>
          <a:graphicData uri="http://schemas.openxmlformats.org/presentationml/2006/ole">
            <p:oleObj spid="_x0000_s32873" name="Equation" r:id="rId3" imgW="2349360" imgH="203040" progId="Equation.DSMT4">
              <p:embed/>
            </p:oleObj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23969084"/>
              </p:ext>
            </p:extLst>
          </p:nvPr>
        </p:nvGraphicFramePr>
        <p:xfrm>
          <a:off x="2997200" y="4430713"/>
          <a:ext cx="577850" cy="1489075"/>
        </p:xfrm>
        <a:graphic>
          <a:graphicData uri="http://schemas.openxmlformats.org/presentationml/2006/ole">
            <p:oleObj spid="_x0000_s32874" name="Equation" r:id="rId4" imgW="2156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98389" y="4928393"/>
            <a:ext cx="1532688" cy="1588532"/>
            <a:chOff x="76200" y="3709359"/>
            <a:chExt cx="1532688" cy="1588532"/>
          </a:xfrm>
        </p:grpSpPr>
        <p:sp>
          <p:nvSpPr>
            <p:cNvPr id="49" name="Line Callout 1 48"/>
            <p:cNvSpPr/>
            <p:nvPr/>
          </p:nvSpPr>
          <p:spPr>
            <a:xfrm>
              <a:off x="999288" y="3709359"/>
              <a:ext cx="609600" cy="685800"/>
            </a:xfrm>
            <a:prstGeom prst="borderCallout1">
              <a:avLst>
                <a:gd name="adj1" fmla="val 48925"/>
                <a:gd name="adj2" fmla="val 1995"/>
                <a:gd name="adj3" fmla="val 179660"/>
                <a:gd name="adj4" fmla="val -43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367832" y="5010912"/>
            <a:ext cx="838200" cy="523055"/>
          </a:xfrm>
          <a:prstGeom prst="borderCallout1">
            <a:avLst>
              <a:gd name="adj1" fmla="val -3891"/>
              <a:gd name="adj2" fmla="val 41981"/>
              <a:gd name="adj3" fmla="val -113955"/>
              <a:gd name="adj4" fmla="val 3341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503389" y="6147593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274076" y="5004593"/>
            <a:ext cx="2201113" cy="533400"/>
          </a:xfrm>
          <a:prstGeom prst="borderCallout1">
            <a:avLst>
              <a:gd name="adj1" fmla="val 2767"/>
              <a:gd name="adj2" fmla="val 56097"/>
              <a:gd name="adj3" fmla="val -104852"/>
              <a:gd name="adj4" fmla="val 3666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172200" y="6129837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44426494"/>
              </p:ext>
            </p:extLst>
          </p:nvPr>
        </p:nvGraphicFramePr>
        <p:xfrm>
          <a:off x="4343054" y="5017034"/>
          <a:ext cx="854075" cy="476250"/>
        </p:xfrm>
        <a:graphic>
          <a:graphicData uri="http://schemas.openxmlformats.org/presentationml/2006/ole">
            <p:oleObj spid="_x0000_s32875" name="Equation" r:id="rId5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21068114"/>
              </p:ext>
            </p:extLst>
          </p:nvPr>
        </p:nvGraphicFramePr>
        <p:xfrm>
          <a:off x="3655620" y="5063178"/>
          <a:ext cx="341313" cy="376238"/>
        </p:xfrm>
        <a:graphic>
          <a:graphicData uri="http://schemas.openxmlformats.org/presentationml/2006/ole">
            <p:oleObj spid="_x0000_s32876" name="Equation" r:id="rId6" imgW="126720" imgH="1396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60989" y="6223793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88579681"/>
              </p:ext>
            </p:extLst>
          </p:nvPr>
        </p:nvGraphicFramePr>
        <p:xfrm>
          <a:off x="5640413" y="4981485"/>
          <a:ext cx="1468437" cy="611187"/>
        </p:xfrm>
        <a:graphic>
          <a:graphicData uri="http://schemas.openxmlformats.org/presentationml/2006/ole">
            <p:oleObj spid="_x0000_s32877" name="Equation" r:id="rId7" imgW="545760" imgH="228600" progId="Equation.DSMT4">
              <p:embed/>
            </p:oleObj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14311" y="4495406"/>
            <a:ext cx="50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1487859"/>
              </p:ext>
            </p:extLst>
          </p:nvPr>
        </p:nvGraphicFramePr>
        <p:xfrm>
          <a:off x="139700" y="215900"/>
          <a:ext cx="7027863" cy="1025525"/>
        </p:xfrm>
        <a:graphic>
          <a:graphicData uri="http://schemas.openxmlformats.org/presentationml/2006/ole">
            <p:oleObj spid="_x0000_s32878" name="Equation" r:id="rId8" imgW="2958840" imgH="431640" progId="Equation.DSMT4">
              <p:embed/>
            </p:oleObj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756794" y="2362198"/>
            <a:ext cx="1066800" cy="2368299"/>
            <a:chOff x="756794" y="2348251"/>
            <a:chExt cx="1066800" cy="2368299"/>
          </a:xfrm>
        </p:grpSpPr>
        <p:sp>
          <p:nvSpPr>
            <p:cNvPr id="6" name="Isosceles Triangle 5"/>
            <p:cNvSpPr/>
            <p:nvPr/>
          </p:nvSpPr>
          <p:spPr>
            <a:xfrm rot="10800000">
              <a:off x="756794" y="2534827"/>
              <a:ext cx="1066800" cy="2181723"/>
            </a:xfrm>
            <a:prstGeom prst="triangle">
              <a:avLst/>
            </a:prstGeom>
            <a:gradFill flip="none" rotWithShape="1">
              <a:gsLst>
                <a:gs pos="0">
                  <a:schemeClr val="accent4">
                    <a:shade val="15000"/>
                    <a:satMod val="180000"/>
                  </a:schemeClr>
                </a:gs>
                <a:gs pos="50000">
                  <a:schemeClr val="accent4">
                    <a:shade val="45000"/>
                    <a:satMod val="170000"/>
                  </a:schemeClr>
                </a:gs>
                <a:gs pos="70000">
                  <a:schemeClr val="accent4">
                    <a:tint val="99000"/>
                    <a:shade val="65000"/>
                    <a:satMod val="155000"/>
                  </a:schemeClr>
                </a:gs>
                <a:gs pos="91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5400000" scaled="1"/>
              <a:tileRect/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756794" y="2348251"/>
              <a:ext cx="1066800" cy="344482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Oval 24"/>
          <p:cNvSpPr/>
          <p:nvPr/>
        </p:nvSpPr>
        <p:spPr>
          <a:xfrm rot="10800000">
            <a:off x="1094232" y="3889493"/>
            <a:ext cx="381000" cy="225307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>
              <a:rot lat="16499989" lon="10799999" rev="10799999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accent5">
                <a:satMod val="300000"/>
              </a:schemeClr>
            </a:contourClr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193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45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30" grpId="0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381001" y="2344006"/>
            <a:ext cx="357186" cy="38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8612" y="383398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5" name="Line Callout 1 44"/>
          <p:cNvSpPr/>
          <p:nvPr/>
        </p:nvSpPr>
        <p:spPr>
          <a:xfrm>
            <a:off x="4283476" y="4800600"/>
            <a:ext cx="3717524" cy="813593"/>
          </a:xfrm>
          <a:prstGeom prst="borderCallout1">
            <a:avLst>
              <a:gd name="adj1" fmla="val 58373"/>
              <a:gd name="adj2" fmla="val 100520"/>
              <a:gd name="adj3" fmla="val 173453"/>
              <a:gd name="adj4" fmla="val 11842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17897827"/>
              </p:ext>
            </p:extLst>
          </p:nvPr>
        </p:nvGraphicFramePr>
        <p:xfrm>
          <a:off x="2997200" y="4430713"/>
          <a:ext cx="577850" cy="1489075"/>
        </p:xfrm>
        <a:graphic>
          <a:graphicData uri="http://schemas.openxmlformats.org/presentationml/2006/ole">
            <p:oleObj spid="_x0000_s33965" name="Equation" r:id="rId4" imgW="215640" imgH="469800" progId="Equation.DSMT4">
              <p:embed/>
            </p:oleObj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2598389" y="4800600"/>
            <a:ext cx="1532688" cy="1716325"/>
            <a:chOff x="76200" y="3581566"/>
            <a:chExt cx="1532688" cy="1716325"/>
          </a:xfrm>
        </p:grpSpPr>
        <p:sp>
          <p:nvSpPr>
            <p:cNvPr id="49" name="Line Callout 1 48"/>
            <p:cNvSpPr/>
            <p:nvPr/>
          </p:nvSpPr>
          <p:spPr>
            <a:xfrm>
              <a:off x="999288" y="3581566"/>
              <a:ext cx="609600" cy="813593"/>
            </a:xfrm>
            <a:prstGeom prst="borderCallout1">
              <a:avLst>
                <a:gd name="adj1" fmla="val 48925"/>
                <a:gd name="adj2" fmla="val 1995"/>
                <a:gd name="adj3" fmla="val 163925"/>
                <a:gd name="adj4" fmla="val -37998"/>
              </a:avLst>
            </a:prstGeom>
            <a:ln w="1905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200" y="4928559"/>
              <a:ext cx="1146468" cy="369332"/>
            </a:xfrm>
            <a:prstGeom prst="rect">
              <a:avLst/>
            </a:prstGeom>
            <a:noFill/>
            <a:ln>
              <a:solidFill>
                <a:srgbClr val="3366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336600"/>
                  </a:solidFill>
                </a:rPr>
                <a:t>Distance</a:t>
              </a:r>
              <a:endParaRPr lang="en-US" b="1" dirty="0">
                <a:solidFill>
                  <a:srgbClr val="336600"/>
                </a:solidFill>
              </a:endParaRPr>
            </a:p>
          </p:txBody>
        </p:sp>
      </p:grpSp>
      <p:sp>
        <p:nvSpPr>
          <p:cNvPr id="51" name="Line Callout 1 50"/>
          <p:cNvSpPr/>
          <p:nvPr/>
        </p:nvSpPr>
        <p:spPr>
          <a:xfrm rot="10800000">
            <a:off x="4367832" y="4876800"/>
            <a:ext cx="838200" cy="636809"/>
          </a:xfrm>
          <a:prstGeom prst="borderCallout1">
            <a:avLst>
              <a:gd name="adj1" fmla="val -3891"/>
              <a:gd name="adj2" fmla="val 41981"/>
              <a:gd name="adj3" fmla="val -97210"/>
              <a:gd name="adj4" fmla="val 27961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503389" y="6147593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53" name="Line Callout 1 52"/>
          <p:cNvSpPr/>
          <p:nvPr/>
        </p:nvSpPr>
        <p:spPr>
          <a:xfrm rot="10800000">
            <a:off x="5274074" y="4876800"/>
            <a:ext cx="2574525" cy="636809"/>
          </a:xfrm>
          <a:prstGeom prst="borderCallout1">
            <a:avLst>
              <a:gd name="adj1" fmla="val 2767"/>
              <a:gd name="adj2" fmla="val 56097"/>
              <a:gd name="adj3" fmla="val -94800"/>
              <a:gd name="adj4" fmla="val 43055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172200" y="6129837"/>
            <a:ext cx="1029449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Volume</a:t>
            </a:r>
            <a:endParaRPr lang="en-US" b="1" dirty="0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32355579"/>
              </p:ext>
            </p:extLst>
          </p:nvPr>
        </p:nvGraphicFramePr>
        <p:xfrm>
          <a:off x="4343054" y="4953000"/>
          <a:ext cx="854075" cy="476250"/>
        </p:xfrm>
        <a:graphic>
          <a:graphicData uri="http://schemas.openxmlformats.org/presentationml/2006/ole">
            <p:oleObj spid="_x0000_s33966" name="Equation" r:id="rId5" imgW="317087" imgH="177569" progId="Equation.DSMT4">
              <p:embed/>
            </p:oleObj>
          </a:graphicData>
        </a:graphic>
      </p:graphicFrame>
      <p:graphicFrame>
        <p:nvGraphicFramePr>
          <p:cNvPr id="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49229273"/>
              </p:ext>
            </p:extLst>
          </p:nvPr>
        </p:nvGraphicFramePr>
        <p:xfrm>
          <a:off x="3655620" y="4981621"/>
          <a:ext cx="341313" cy="376238"/>
        </p:xfrm>
        <a:graphic>
          <a:graphicData uri="http://schemas.openxmlformats.org/presentationml/2006/ole">
            <p:oleObj spid="_x0000_s33967" name="Equation" r:id="rId6" imgW="126720" imgH="139680" progId="Equation.DSMT4">
              <p:embed/>
            </p:oleObj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8160989" y="6223793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311" y="4495406"/>
            <a:ext cx="50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81951669"/>
              </p:ext>
            </p:extLst>
          </p:nvPr>
        </p:nvGraphicFramePr>
        <p:xfrm>
          <a:off x="50495" y="13424"/>
          <a:ext cx="2624137" cy="482600"/>
        </p:xfrm>
        <a:graphic>
          <a:graphicData uri="http://schemas.openxmlformats.org/presentationml/2006/ole">
            <p:oleObj spid="_x0000_s33968" name="Equation" r:id="rId7" imgW="1104840" imgH="203040" progId="Equation.DSMT4">
              <p:embed/>
            </p:oleObj>
          </a:graphicData>
        </a:graphic>
      </p:graphicFrame>
      <p:sp>
        <p:nvSpPr>
          <p:cNvPr id="6" name="Isosceles Triangle 5"/>
          <p:cNvSpPr/>
          <p:nvPr/>
        </p:nvSpPr>
        <p:spPr>
          <a:xfrm rot="10800000">
            <a:off x="756794" y="2548774"/>
            <a:ext cx="1066800" cy="2181723"/>
          </a:xfrm>
          <a:prstGeom prst="triangle">
            <a:avLst/>
          </a:prstGeom>
          <a:gradFill flip="none" rotWithShape="1">
            <a:gsLst>
              <a:gs pos="0">
                <a:schemeClr val="accent4">
                  <a:shade val="15000"/>
                  <a:satMod val="180000"/>
                </a:schemeClr>
              </a:gs>
              <a:gs pos="50000">
                <a:schemeClr val="accent4">
                  <a:shade val="45000"/>
                  <a:satMod val="170000"/>
                </a:schemeClr>
              </a:gs>
              <a:gs pos="70000">
                <a:schemeClr val="accent4">
                  <a:tint val="99000"/>
                  <a:shade val="65000"/>
                  <a:satMod val="155000"/>
                </a:schemeClr>
              </a:gs>
              <a:gs pos="91000">
                <a:schemeClr val="accent4">
                  <a:tint val="95500"/>
                  <a:shade val="100000"/>
                  <a:satMod val="155000"/>
                </a:schemeClr>
              </a:gs>
            </a:gsLst>
            <a:lin ang="5400000" scaled="1"/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Triangle 1"/>
          <p:cNvSpPr/>
          <p:nvPr/>
        </p:nvSpPr>
        <p:spPr>
          <a:xfrm rot="10800000">
            <a:off x="759752" y="2534441"/>
            <a:ext cx="530441" cy="2196056"/>
          </a:xfrm>
          <a:prstGeom prst="rtTriangle">
            <a:avLst/>
          </a:prstGeom>
          <a:gradFill flip="none" rotWithShape="1">
            <a:lin ang="5400000" scaled="1"/>
            <a:tileRect/>
          </a:gradFill>
          <a:ln w="19050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221527" y="659166"/>
            <a:ext cx="356570" cy="2189050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1569025"/>
            <a:ext cx="50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10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Right Brace 30"/>
          <p:cNvSpPr/>
          <p:nvPr/>
        </p:nvSpPr>
        <p:spPr>
          <a:xfrm rot="16200000">
            <a:off x="3629836" y="230807"/>
            <a:ext cx="230048" cy="530434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756794" y="2362200"/>
            <a:ext cx="1066800" cy="344482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66920" y="11668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>
            <a:off x="2837646" y="2146602"/>
            <a:ext cx="210354" cy="797822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28121" y="2371681"/>
            <a:ext cx="79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10-x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Right Brace 35"/>
          <p:cNvSpPr/>
          <p:nvPr/>
        </p:nvSpPr>
        <p:spPr>
          <a:xfrm rot="16200000">
            <a:off x="2514571" y="1832714"/>
            <a:ext cx="196756" cy="251593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75594" y="1531334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66791922"/>
              </p:ext>
            </p:extLst>
          </p:nvPr>
        </p:nvGraphicFramePr>
        <p:xfrm>
          <a:off x="7301358" y="214622"/>
          <a:ext cx="1719262" cy="915987"/>
        </p:xfrm>
        <a:graphic>
          <a:graphicData uri="http://schemas.openxmlformats.org/presentationml/2006/ole">
            <p:oleObj spid="_x0000_s33969" name="Equation" r:id="rId8" imgW="736560" imgH="393480" progId="Equation.DSMT4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16678840"/>
              </p:ext>
            </p:extLst>
          </p:nvPr>
        </p:nvGraphicFramePr>
        <p:xfrm>
          <a:off x="5948363" y="457200"/>
          <a:ext cx="1214437" cy="473075"/>
        </p:xfrm>
        <a:graphic>
          <a:graphicData uri="http://schemas.openxmlformats.org/presentationml/2006/ole">
            <p:oleObj spid="_x0000_s33970" name="Equation" r:id="rId9" imgW="520560" imgH="203040" progId="Equation.DSMT4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00589172"/>
              </p:ext>
            </p:extLst>
          </p:nvPr>
        </p:nvGraphicFramePr>
        <p:xfrm>
          <a:off x="6686924" y="1876487"/>
          <a:ext cx="2141537" cy="935037"/>
        </p:xfrm>
        <a:graphic>
          <a:graphicData uri="http://schemas.openxmlformats.org/presentationml/2006/ole">
            <p:oleObj spid="_x0000_s33971" name="Equation" r:id="rId10" imgW="901440" imgH="393480" progId="Equation.DSMT4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56589320"/>
              </p:ext>
            </p:extLst>
          </p:nvPr>
        </p:nvGraphicFramePr>
        <p:xfrm>
          <a:off x="7116763" y="1993900"/>
          <a:ext cx="1763712" cy="701675"/>
        </p:xfrm>
        <a:graphic>
          <a:graphicData uri="http://schemas.openxmlformats.org/presentationml/2006/ole">
            <p:oleObj spid="_x0000_s33972" name="Equation" r:id="rId11" imgW="876240" imgH="469800" progId="Equation.DSMT4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05418549"/>
              </p:ext>
            </p:extLst>
          </p:nvPr>
        </p:nvGraphicFramePr>
        <p:xfrm>
          <a:off x="5608320" y="5095049"/>
          <a:ext cx="374650" cy="373063"/>
        </p:xfrm>
        <a:graphic>
          <a:graphicData uri="http://schemas.openxmlformats.org/presentationml/2006/ole">
            <p:oleObj spid="_x0000_s33973" name="Equation" r:id="rId12" imgW="139680" imgH="139680" progId="Equation.DSMT4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24774746"/>
              </p:ext>
            </p:extLst>
          </p:nvPr>
        </p:nvGraphicFramePr>
        <p:xfrm>
          <a:off x="6858000" y="4969271"/>
          <a:ext cx="512762" cy="476250"/>
        </p:xfrm>
        <a:graphic>
          <a:graphicData uri="http://schemas.openxmlformats.org/presentationml/2006/ole">
            <p:oleObj spid="_x0000_s33974" name="Equation" r:id="rId13" imgW="190440" imgH="177480" progId="Equation.DSMT4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02149072"/>
              </p:ext>
            </p:extLst>
          </p:nvPr>
        </p:nvGraphicFramePr>
        <p:xfrm>
          <a:off x="6144768" y="4953000"/>
          <a:ext cx="392112" cy="452438"/>
        </p:xfrm>
        <a:graphic>
          <a:graphicData uri="http://schemas.openxmlformats.org/presentationml/2006/ole">
            <p:oleObj spid="_x0000_s33975" name="Equation" r:id="rId14" imgW="164880" imgH="190440" progId="Equation.DSMT4">
              <p:embed/>
            </p:oleObj>
          </a:graphicData>
        </a:graphic>
      </p:graphicFrame>
      <p:sp>
        <p:nvSpPr>
          <p:cNvPr id="39" name="Oval 38"/>
          <p:cNvSpPr/>
          <p:nvPr/>
        </p:nvSpPr>
        <p:spPr>
          <a:xfrm rot="10800000">
            <a:off x="1094232" y="3889493"/>
            <a:ext cx="381000" cy="225307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>
              <a:rot lat="16499989" lon="10799999" rev="10799999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accent5">
                <a:satMod val="300000"/>
              </a:schemeClr>
            </a:contourClr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/>
          <p:cNvSpPr/>
          <p:nvPr/>
        </p:nvSpPr>
        <p:spPr>
          <a:xfrm rot="10800000">
            <a:off x="1098325" y="3912249"/>
            <a:ext cx="194828" cy="790815"/>
          </a:xfrm>
          <a:prstGeom prst="rt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 prst="softRound"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432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08651E-6 L 0.29618 -0.2738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9" y="-1369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L 0.29705 -0.2638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61" y="-131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05 -0.26382 L 0.15694 -0.2571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4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07407E-6 L -0.03715 -0.00254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8" y="-13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0139 L 0.0474 0.0037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85185E-6 L -0.16371 0.41551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4" y="2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5" grpId="0"/>
      <p:bldP spid="31" grpId="0" animBg="1"/>
      <p:bldP spid="32" grpId="0"/>
      <p:bldP spid="34" grpId="0" animBg="1"/>
      <p:bldP spid="35" grpId="0"/>
      <p:bldP spid="36" grpId="0" animBg="1"/>
      <p:bldP spid="37" grpId="0"/>
      <p:bldP spid="28" grpId="0" animBg="1"/>
      <p:bldP spid="28" grpId="1" animBg="1"/>
      <p:bldP spid="28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59068078"/>
              </p:ext>
            </p:extLst>
          </p:nvPr>
        </p:nvGraphicFramePr>
        <p:xfrm>
          <a:off x="1905000" y="1524000"/>
          <a:ext cx="5233987" cy="533400"/>
        </p:xfrm>
        <a:graphic>
          <a:graphicData uri="http://schemas.openxmlformats.org/presentationml/2006/ole">
            <p:oleObj spid="_x0000_s37890" name="Equation" r:id="rId3" imgW="1993680" imgH="203040" progId="Equation.DSMT4">
              <p:embed/>
            </p:oleObj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7000" y="304800"/>
            <a:ext cx="350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Hydrostatic Force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355513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37916508"/>
              </p:ext>
            </p:extLst>
          </p:nvPr>
        </p:nvGraphicFramePr>
        <p:xfrm>
          <a:off x="128587" y="51816"/>
          <a:ext cx="8086725" cy="971550"/>
        </p:xfrm>
        <a:graphic>
          <a:graphicData uri="http://schemas.openxmlformats.org/presentationml/2006/ole">
            <p:oleObj spid="_x0000_s38914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724400" y="1371600"/>
            <a:ext cx="4343400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10200" y="1934507"/>
            <a:ext cx="2971800" cy="10321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07752486"/>
              </p:ext>
            </p:extLst>
          </p:nvPr>
        </p:nvGraphicFramePr>
        <p:xfrm>
          <a:off x="609600" y="1788596"/>
          <a:ext cx="2192337" cy="473075"/>
        </p:xfrm>
        <a:graphic>
          <a:graphicData uri="http://schemas.openxmlformats.org/presentationml/2006/ole">
            <p:oleObj spid="_x0000_s38915" name="Equation" r:id="rId4" imgW="93960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05400" y="130759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176479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280684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5400" y="2265926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" name="Straight Connector 6"/>
          <p:cNvCxnSpPr>
            <a:stCxn id="3" idx="1"/>
            <a:endCxn id="3" idx="3"/>
          </p:cNvCxnSpPr>
          <p:nvPr/>
        </p:nvCxnSpPr>
        <p:spPr>
          <a:xfrm>
            <a:off x="5410200" y="2450592"/>
            <a:ext cx="29718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97518724"/>
              </p:ext>
            </p:extLst>
          </p:nvPr>
        </p:nvGraphicFramePr>
        <p:xfrm>
          <a:off x="3200400" y="4286250"/>
          <a:ext cx="546100" cy="1449388"/>
        </p:xfrm>
        <a:graphic>
          <a:graphicData uri="http://schemas.openxmlformats.org/presentationml/2006/ole">
            <p:oleObj spid="_x0000_s38916" name="Equation" r:id="rId5" imgW="203040" imgH="457200" progId="Equation.DSMT4">
              <p:embed/>
            </p:oleObj>
          </a:graphicData>
        </a:graphic>
      </p:graphicFrame>
      <p:sp>
        <p:nvSpPr>
          <p:cNvPr id="40" name="Line Callout 1 39"/>
          <p:cNvSpPr/>
          <p:nvPr/>
        </p:nvSpPr>
        <p:spPr>
          <a:xfrm>
            <a:off x="4876800" y="4800599"/>
            <a:ext cx="4572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903433" y="6031992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42" name="Line Callout 1 41"/>
          <p:cNvSpPr/>
          <p:nvPr/>
        </p:nvSpPr>
        <p:spPr>
          <a:xfrm rot="10800000">
            <a:off x="3695702" y="4800600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048000" y="6031992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44" name="Line Callout 1 43"/>
          <p:cNvSpPr/>
          <p:nvPr/>
        </p:nvSpPr>
        <p:spPr>
          <a:xfrm rot="10800000">
            <a:off x="5562601" y="4805078"/>
            <a:ext cx="1219199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7338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467856" y="5959364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4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06405726"/>
              </p:ext>
            </p:extLst>
          </p:nvPr>
        </p:nvGraphicFramePr>
        <p:xfrm>
          <a:off x="3744912" y="4833654"/>
          <a:ext cx="854075" cy="476250"/>
        </p:xfrm>
        <a:graphic>
          <a:graphicData uri="http://schemas.openxmlformats.org/presentationml/2006/ole">
            <p:oleObj spid="_x0000_s38917" name="Equation" r:id="rId6" imgW="317087" imgH="177569" progId="Equation.DSMT4">
              <p:embed/>
            </p:oleObj>
          </a:graphicData>
        </a:graphic>
      </p:graphicFrame>
      <p:graphicFrame>
        <p:nvGraphicFramePr>
          <p:cNvPr id="4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3552563"/>
              </p:ext>
            </p:extLst>
          </p:nvPr>
        </p:nvGraphicFramePr>
        <p:xfrm>
          <a:off x="4934712" y="4890706"/>
          <a:ext cx="341312" cy="376238"/>
        </p:xfrm>
        <a:graphic>
          <a:graphicData uri="http://schemas.openxmlformats.org/presentationml/2006/ole">
            <p:oleObj spid="_x0000_s38918" name="Equation" r:id="rId7" imgW="126720" imgH="139680" progId="Equation.DSMT4">
              <p:embed/>
            </p:oleObj>
          </a:graphicData>
        </a:graphic>
      </p:graphicFrame>
      <p:graphicFrame>
        <p:nvGraphicFramePr>
          <p:cNvPr id="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75190602"/>
              </p:ext>
            </p:extLst>
          </p:nvPr>
        </p:nvGraphicFramePr>
        <p:xfrm>
          <a:off x="5638800" y="4800600"/>
          <a:ext cx="1093788" cy="544513"/>
        </p:xfrm>
        <a:graphic>
          <a:graphicData uri="http://schemas.openxmlformats.org/presentationml/2006/ole">
            <p:oleObj spid="_x0000_s38919" name="Equation" r:id="rId8" imgW="406080" imgH="203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34" grpId="0"/>
      <p:bldP spid="35" grpId="0"/>
      <p:bldP spid="36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87508573"/>
              </p:ext>
            </p:extLst>
          </p:nvPr>
        </p:nvGraphicFramePr>
        <p:xfrm>
          <a:off x="300037" y="76200"/>
          <a:ext cx="8086725" cy="971550"/>
        </p:xfrm>
        <a:graphic>
          <a:graphicData uri="http://schemas.openxmlformats.org/presentationml/2006/ole">
            <p:oleObj spid="_x0000_s39938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724400" y="1130808"/>
            <a:ext cx="4343400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10200" y="1693715"/>
            <a:ext cx="2971800" cy="10321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29310512"/>
              </p:ext>
            </p:extLst>
          </p:nvPr>
        </p:nvGraphicFramePr>
        <p:xfrm>
          <a:off x="152400" y="1788596"/>
          <a:ext cx="4413250" cy="473075"/>
        </p:xfrm>
        <a:graphic>
          <a:graphicData uri="http://schemas.openxmlformats.org/presentationml/2006/ole">
            <p:oleObj spid="_x0000_s39939" name="Equation" r:id="rId4" imgW="189216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04816" y="1066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15240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256605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5400" y="202513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" name="Straight Connector 6"/>
          <p:cNvCxnSpPr>
            <a:stCxn id="3" idx="1"/>
            <a:endCxn id="3" idx="3"/>
          </p:cNvCxnSpPr>
          <p:nvPr/>
        </p:nvCxnSpPr>
        <p:spPr>
          <a:xfrm>
            <a:off x="5410200" y="2209800"/>
            <a:ext cx="29718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80104948"/>
              </p:ext>
            </p:extLst>
          </p:nvPr>
        </p:nvGraphicFramePr>
        <p:xfrm>
          <a:off x="3200400" y="4267200"/>
          <a:ext cx="546100" cy="1489075"/>
        </p:xfrm>
        <a:graphic>
          <a:graphicData uri="http://schemas.openxmlformats.org/presentationml/2006/ole">
            <p:oleObj spid="_x0000_s39940" name="Equation" r:id="rId5" imgW="203040" imgH="4698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4782312" y="4800599"/>
            <a:ext cx="9144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903433" y="6031992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3695702" y="4800600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048000" y="6031992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5867401" y="4777645"/>
            <a:ext cx="1219199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7338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67856" y="5959364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37028672"/>
              </p:ext>
            </p:extLst>
          </p:nvPr>
        </p:nvGraphicFramePr>
        <p:xfrm>
          <a:off x="3744912" y="4833654"/>
          <a:ext cx="854075" cy="476250"/>
        </p:xfrm>
        <a:graphic>
          <a:graphicData uri="http://schemas.openxmlformats.org/presentationml/2006/ole">
            <p:oleObj spid="_x0000_s39941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06692666"/>
              </p:ext>
            </p:extLst>
          </p:nvPr>
        </p:nvGraphicFramePr>
        <p:xfrm>
          <a:off x="4794250" y="4840288"/>
          <a:ext cx="920750" cy="479425"/>
        </p:xfrm>
        <a:graphic>
          <a:graphicData uri="http://schemas.openxmlformats.org/presentationml/2006/ole">
            <p:oleObj spid="_x0000_s39942" name="Equation" r:id="rId7" imgW="342720" imgH="1774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25957878"/>
              </p:ext>
            </p:extLst>
          </p:nvPr>
        </p:nvGraphicFramePr>
        <p:xfrm>
          <a:off x="5925312" y="4805078"/>
          <a:ext cx="1093788" cy="544513"/>
        </p:xfrm>
        <a:graphic>
          <a:graphicData uri="http://schemas.openxmlformats.org/presentationml/2006/ole">
            <p:oleObj spid="_x0000_s39943" name="Equation" r:id="rId8" imgW="406080" imgH="20304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1638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30915408"/>
              </p:ext>
            </p:extLst>
          </p:nvPr>
        </p:nvGraphicFramePr>
        <p:xfrm>
          <a:off x="300037" y="76200"/>
          <a:ext cx="8086725" cy="971550"/>
        </p:xfrm>
        <a:graphic>
          <a:graphicData uri="http://schemas.openxmlformats.org/presentationml/2006/ole">
            <p:oleObj spid="_x0000_s40962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724400" y="1130808"/>
            <a:ext cx="4343400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10200" y="1693715"/>
            <a:ext cx="2971800" cy="10321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40604293"/>
              </p:ext>
            </p:extLst>
          </p:nvPr>
        </p:nvGraphicFramePr>
        <p:xfrm>
          <a:off x="0" y="1810616"/>
          <a:ext cx="4524375" cy="430068"/>
        </p:xfrm>
        <a:graphic>
          <a:graphicData uri="http://schemas.openxmlformats.org/presentationml/2006/ole">
            <p:oleObj spid="_x0000_s40963" name="Equation" r:id="rId4" imgW="213336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05400" y="1066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15240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5400" y="256605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5400" y="202513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" name="Straight Connector 6"/>
          <p:cNvCxnSpPr>
            <a:stCxn id="3" idx="1"/>
            <a:endCxn id="3" idx="3"/>
          </p:cNvCxnSpPr>
          <p:nvPr/>
        </p:nvCxnSpPr>
        <p:spPr>
          <a:xfrm>
            <a:off x="5410200" y="2209800"/>
            <a:ext cx="29718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64888541"/>
              </p:ext>
            </p:extLst>
          </p:nvPr>
        </p:nvGraphicFramePr>
        <p:xfrm>
          <a:off x="3200400" y="4267200"/>
          <a:ext cx="546100" cy="1489075"/>
        </p:xfrm>
        <a:graphic>
          <a:graphicData uri="http://schemas.openxmlformats.org/presentationml/2006/ole">
            <p:oleObj spid="_x0000_s40964" name="Equation" r:id="rId5" imgW="203040" imgH="4698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4782312" y="4800599"/>
            <a:ext cx="9144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903433" y="6031992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3695702" y="4800600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048000" y="6031992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5867401" y="4777645"/>
            <a:ext cx="1219199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7338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67856" y="5959364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07017267"/>
              </p:ext>
            </p:extLst>
          </p:nvPr>
        </p:nvGraphicFramePr>
        <p:xfrm>
          <a:off x="3744912" y="4833654"/>
          <a:ext cx="854075" cy="476250"/>
        </p:xfrm>
        <a:graphic>
          <a:graphicData uri="http://schemas.openxmlformats.org/presentationml/2006/ole">
            <p:oleObj spid="_x0000_s40965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53746"/>
              </p:ext>
            </p:extLst>
          </p:nvPr>
        </p:nvGraphicFramePr>
        <p:xfrm>
          <a:off x="4810125" y="4840288"/>
          <a:ext cx="887413" cy="479425"/>
        </p:xfrm>
        <a:graphic>
          <a:graphicData uri="http://schemas.openxmlformats.org/presentationml/2006/ole">
            <p:oleObj spid="_x0000_s40966" name="Equation" r:id="rId7" imgW="330120" imgH="1774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62685165"/>
              </p:ext>
            </p:extLst>
          </p:nvPr>
        </p:nvGraphicFramePr>
        <p:xfrm>
          <a:off x="5925312" y="4805078"/>
          <a:ext cx="1093788" cy="544513"/>
        </p:xfrm>
        <a:graphic>
          <a:graphicData uri="http://schemas.openxmlformats.org/presentationml/2006/ole">
            <p:oleObj spid="_x0000_s40967" name="Equation" r:id="rId8" imgW="406080" imgH="20304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31394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77689438"/>
              </p:ext>
            </p:extLst>
          </p:nvPr>
        </p:nvGraphicFramePr>
        <p:xfrm>
          <a:off x="328612" y="95250"/>
          <a:ext cx="8086725" cy="971550"/>
        </p:xfrm>
        <a:graphic>
          <a:graphicData uri="http://schemas.openxmlformats.org/presentationml/2006/ole">
            <p:oleObj spid="_x0000_s41986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70389772"/>
              </p:ext>
            </p:extLst>
          </p:nvPr>
        </p:nvGraphicFramePr>
        <p:xfrm>
          <a:off x="166687" y="3543300"/>
          <a:ext cx="4024313" cy="419100"/>
        </p:xfrm>
        <a:graphic>
          <a:graphicData uri="http://schemas.openxmlformats.org/presentationml/2006/ole">
            <p:oleObj spid="_x0000_s41987" name="Equation" r:id="rId4" imgW="190476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60384755"/>
              </p:ext>
            </p:extLst>
          </p:nvPr>
        </p:nvGraphicFramePr>
        <p:xfrm>
          <a:off x="4330700" y="4641850"/>
          <a:ext cx="546100" cy="1487488"/>
        </p:xfrm>
        <a:graphic>
          <a:graphicData uri="http://schemas.openxmlformats.org/presentationml/2006/ole">
            <p:oleObj spid="_x0000_s41988" name="Equation" r:id="rId5" imgW="203040" imgH="4698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5791201" y="5181075"/>
            <a:ext cx="914922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4695826" y="5181076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6781800" y="5158121"/>
            <a:ext cx="2209800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29683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33694123"/>
              </p:ext>
            </p:extLst>
          </p:nvPr>
        </p:nvGraphicFramePr>
        <p:xfrm>
          <a:off x="4724400" y="5214130"/>
          <a:ext cx="854075" cy="476250"/>
        </p:xfrm>
        <a:graphic>
          <a:graphicData uri="http://schemas.openxmlformats.org/presentationml/2006/ole">
            <p:oleObj spid="_x0000_s41989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26731867"/>
              </p:ext>
            </p:extLst>
          </p:nvPr>
        </p:nvGraphicFramePr>
        <p:xfrm>
          <a:off x="5791200" y="5207000"/>
          <a:ext cx="892175" cy="469900"/>
        </p:xfrm>
        <a:graphic>
          <a:graphicData uri="http://schemas.openxmlformats.org/presentationml/2006/ole">
            <p:oleObj spid="_x0000_s41990" name="Equation" r:id="rId7" imgW="342720" imgH="1774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75767057"/>
              </p:ext>
            </p:extLst>
          </p:nvPr>
        </p:nvGraphicFramePr>
        <p:xfrm>
          <a:off x="7492825" y="5227320"/>
          <a:ext cx="411162" cy="374650"/>
        </p:xfrm>
        <a:graphic>
          <a:graphicData uri="http://schemas.openxmlformats.org/presentationml/2006/ole">
            <p:oleObj spid="_x0000_s41991" name="Equation" r:id="rId8" imgW="152280" imgH="139680" progId="Equation.DSMT4">
              <p:embed/>
            </p:oleObj>
          </a:graphicData>
        </a:graphic>
      </p:graphicFrame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53312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14624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3771243"/>
              </p:ext>
            </p:extLst>
          </p:nvPr>
        </p:nvGraphicFramePr>
        <p:xfrm>
          <a:off x="8464120" y="5181600"/>
          <a:ext cx="512763" cy="476250"/>
        </p:xfrm>
        <a:graphic>
          <a:graphicData uri="http://schemas.openxmlformats.org/presentationml/2006/ole">
            <p:oleObj spid="_x0000_s41992" name="Equation" r:id="rId9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9387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3" grpId="0" animBg="1"/>
      <p:bldP spid="39" grpId="0" animBg="1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ine Callout 1 46"/>
          <p:cNvSpPr/>
          <p:nvPr/>
        </p:nvSpPr>
        <p:spPr>
          <a:xfrm rot="10800000">
            <a:off x="6781800" y="5057193"/>
            <a:ext cx="2209800" cy="685798"/>
          </a:xfrm>
          <a:prstGeom prst="borderCallout1">
            <a:avLst>
              <a:gd name="adj1" fmla="val -3891"/>
              <a:gd name="adj2" fmla="val 41981"/>
              <a:gd name="adj3" fmla="val -108964"/>
              <a:gd name="adj4" fmla="val 30527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71636397"/>
              </p:ext>
            </p:extLst>
          </p:nvPr>
        </p:nvGraphicFramePr>
        <p:xfrm>
          <a:off x="76200" y="152400"/>
          <a:ext cx="5394325" cy="454025"/>
        </p:xfrm>
        <a:graphic>
          <a:graphicData uri="http://schemas.openxmlformats.org/presentationml/2006/ole">
            <p:oleObj spid="_x0000_s43010" name="Equation" r:id="rId3" imgW="2400120" imgH="2030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/>
          <p:cNvSpPr/>
          <p:nvPr/>
        </p:nvSpPr>
        <p:spPr>
          <a:xfrm rot="10800000">
            <a:off x="904352" y="1713243"/>
            <a:ext cx="1108490" cy="1378689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 w="19050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62643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Triangle 23"/>
          <p:cNvSpPr/>
          <p:nvPr/>
        </p:nvSpPr>
        <p:spPr>
          <a:xfrm rot="10800000">
            <a:off x="1438455" y="2352869"/>
            <a:ext cx="559296" cy="776102"/>
          </a:xfrm>
          <a:prstGeom prst="rt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 prst="softRound"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4476" y="1828800"/>
            <a:ext cx="50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5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5638076" y="580883"/>
            <a:ext cx="230048" cy="1143000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62600" y="697468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Right Brace 27"/>
          <p:cNvSpPr/>
          <p:nvPr/>
        </p:nvSpPr>
        <p:spPr>
          <a:xfrm>
            <a:off x="4861249" y="2010695"/>
            <a:ext cx="214603" cy="797819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96069" y="2228462"/>
            <a:ext cx="79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5-x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ight Brace 29"/>
          <p:cNvSpPr/>
          <p:nvPr/>
        </p:nvSpPr>
        <p:spPr>
          <a:xfrm rot="16200000">
            <a:off x="4242081" y="1481771"/>
            <a:ext cx="272956" cy="573501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123631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</a:t>
            </a:r>
            <a:r>
              <a:rPr lang="en-US" dirty="0" smtClean="0">
                <a:solidFill>
                  <a:srgbClr val="FF0000"/>
                </a:solidFill>
              </a:rPr>
              <a:t> 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>
            <a:off x="6425230" y="1371600"/>
            <a:ext cx="356570" cy="1350850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395288" y="3505200"/>
          <a:ext cx="1390650" cy="1333500"/>
        </p:xfrm>
        <a:graphic>
          <a:graphicData uri="http://schemas.openxmlformats.org/presentationml/2006/ole">
            <p:oleObj spid="_x0000_s43011" name="Equation" r:id="rId4" imgW="596880" imgH="571320" progId="Equation.DSMT4">
              <p:embed/>
            </p:oleObj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304800" y="5105400"/>
          <a:ext cx="1865313" cy="919163"/>
        </p:xfrm>
        <a:graphic>
          <a:graphicData uri="http://schemas.openxmlformats.org/presentationml/2006/ole">
            <p:oleObj spid="_x0000_s43012" name="Equation" r:id="rId5" imgW="799920" imgH="393480" progId="Equation.DSMT4">
              <p:embed/>
            </p:oleObj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838200" y="5181600"/>
          <a:ext cx="1136239" cy="766763"/>
        </p:xfrm>
        <a:graphic>
          <a:graphicData uri="http://schemas.openxmlformats.org/presentationml/2006/ole">
            <p:oleObj spid="_x0000_s43013" name="Equation" r:id="rId6" imgW="583920" imgH="393480" progId="Equation.DSMT4">
              <p:embed/>
            </p:oleObj>
          </a:graphicData>
        </a:graphic>
      </p:graphicFrame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28800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60384755"/>
              </p:ext>
            </p:extLst>
          </p:nvPr>
        </p:nvGraphicFramePr>
        <p:xfrm>
          <a:off x="4330700" y="4641850"/>
          <a:ext cx="546100" cy="1487488"/>
        </p:xfrm>
        <a:graphic>
          <a:graphicData uri="http://schemas.openxmlformats.org/presentationml/2006/ole">
            <p:oleObj spid="_x0000_s43014" name="Equation" r:id="rId7" imgW="203040" imgH="469800" progId="Equation.DSMT4">
              <p:embed/>
            </p:oleObj>
          </a:graphicData>
        </a:graphic>
      </p:graphicFrame>
      <p:sp>
        <p:nvSpPr>
          <p:cNvPr id="42" name="Line Callout 1 41"/>
          <p:cNvSpPr/>
          <p:nvPr/>
        </p:nvSpPr>
        <p:spPr>
          <a:xfrm>
            <a:off x="5791201" y="5105401"/>
            <a:ext cx="914922" cy="618034"/>
          </a:xfrm>
          <a:prstGeom prst="borderCallout1">
            <a:avLst>
              <a:gd name="adj1" fmla="val 96915"/>
              <a:gd name="adj2" fmla="val 58403"/>
              <a:gd name="adj3" fmla="val 212273"/>
              <a:gd name="adj4" fmla="val 6763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45" name="Line Callout 1 44"/>
          <p:cNvSpPr/>
          <p:nvPr/>
        </p:nvSpPr>
        <p:spPr>
          <a:xfrm rot="10800000">
            <a:off x="4695825" y="5105399"/>
            <a:ext cx="952497" cy="618033"/>
          </a:xfrm>
          <a:prstGeom prst="borderCallout1">
            <a:avLst>
              <a:gd name="adj1" fmla="val -3891"/>
              <a:gd name="adj2" fmla="val 41981"/>
              <a:gd name="adj3" fmla="val -109571"/>
              <a:gd name="adj4" fmla="val 70788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33694123"/>
              </p:ext>
            </p:extLst>
          </p:nvPr>
        </p:nvGraphicFramePr>
        <p:xfrm>
          <a:off x="4724400" y="5181600"/>
          <a:ext cx="854075" cy="476250"/>
        </p:xfrm>
        <a:graphic>
          <a:graphicData uri="http://schemas.openxmlformats.org/presentationml/2006/ole">
            <p:oleObj spid="_x0000_s43015" name="Equation" r:id="rId8" imgW="317087" imgH="177569" progId="Equation.DSMT4">
              <p:embed/>
            </p:oleObj>
          </a:graphicData>
        </a:graphic>
      </p:graphicFrame>
      <p:graphicFrame>
        <p:nvGraphicFramePr>
          <p:cNvPr id="5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26731867"/>
              </p:ext>
            </p:extLst>
          </p:nvPr>
        </p:nvGraphicFramePr>
        <p:xfrm>
          <a:off x="5791200" y="5181600"/>
          <a:ext cx="892175" cy="469900"/>
        </p:xfrm>
        <a:graphic>
          <a:graphicData uri="http://schemas.openxmlformats.org/presentationml/2006/ole">
            <p:oleObj spid="_x0000_s43016" name="Equation" r:id="rId9" imgW="342720" imgH="177480" progId="Equation.DSMT4">
              <p:embed/>
            </p:oleObj>
          </a:graphicData>
        </a:graphic>
      </p:graphicFrame>
      <p:graphicFrame>
        <p:nvGraphicFramePr>
          <p:cNvPr id="5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75767057"/>
              </p:ext>
            </p:extLst>
          </p:nvPr>
        </p:nvGraphicFramePr>
        <p:xfrm>
          <a:off x="7492825" y="5227320"/>
          <a:ext cx="411162" cy="374650"/>
        </p:xfrm>
        <a:graphic>
          <a:graphicData uri="http://schemas.openxmlformats.org/presentationml/2006/ole">
            <p:oleObj spid="_x0000_s43017" name="Equation" r:id="rId10" imgW="152280" imgH="139680" progId="Equation.DSMT4">
              <p:embed/>
            </p:oleObj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3771243"/>
              </p:ext>
            </p:extLst>
          </p:nvPr>
        </p:nvGraphicFramePr>
        <p:xfrm>
          <a:off x="8464120" y="5181600"/>
          <a:ext cx="512763" cy="476250"/>
        </p:xfrm>
        <a:graphic>
          <a:graphicData uri="http://schemas.openxmlformats.org/presentationml/2006/ole">
            <p:oleObj spid="_x0000_s43018" name="Equation" r:id="rId11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420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0.47378 -0.05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1" y="-25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7116E-6 L 0.47552 -0.0476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" y="-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934 -0.04722 L 0.29479 -0.0474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68785 -0.0224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4" y="-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4" grpId="0" animBg="1"/>
      <p:bldP spid="24" grpId="1" animBg="1"/>
      <p:bldP spid="24" grpId="2" animBg="1"/>
      <p:bldP spid="23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77689438"/>
              </p:ext>
            </p:extLst>
          </p:nvPr>
        </p:nvGraphicFramePr>
        <p:xfrm>
          <a:off x="328612" y="95250"/>
          <a:ext cx="8086725" cy="971550"/>
        </p:xfrm>
        <a:graphic>
          <a:graphicData uri="http://schemas.openxmlformats.org/presentationml/2006/ole">
            <p:oleObj spid="_x0000_s44034" name="Equation" r:id="rId3" imgW="3593880" imgH="4316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70389772"/>
              </p:ext>
            </p:extLst>
          </p:nvPr>
        </p:nvGraphicFramePr>
        <p:xfrm>
          <a:off x="228600" y="3429000"/>
          <a:ext cx="1911350" cy="428625"/>
        </p:xfrm>
        <a:graphic>
          <a:graphicData uri="http://schemas.openxmlformats.org/presentationml/2006/ole">
            <p:oleObj spid="_x0000_s44035" name="Equation" r:id="rId4" imgW="901440" imgH="20304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60384755"/>
              </p:ext>
            </p:extLst>
          </p:nvPr>
        </p:nvGraphicFramePr>
        <p:xfrm>
          <a:off x="4572000" y="4667250"/>
          <a:ext cx="546100" cy="1449388"/>
        </p:xfrm>
        <a:graphic>
          <a:graphicData uri="http://schemas.openxmlformats.org/presentationml/2006/ole">
            <p:oleObj spid="_x0000_s44036" name="Equation" r:id="rId5" imgW="203040" imgH="4572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6154435" y="5181075"/>
            <a:ext cx="551687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5067825" y="5181076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32217"/>
              <a:gd name="adj4" fmla="val 75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6781800" y="5158121"/>
            <a:ext cx="2209800" cy="533400"/>
          </a:xfrm>
          <a:prstGeom prst="borderCallout1">
            <a:avLst>
              <a:gd name="adj1" fmla="val -3891"/>
              <a:gd name="adj2" fmla="val 41981"/>
              <a:gd name="adj3" fmla="val -118516"/>
              <a:gd name="adj4" fmla="val 29683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33694123"/>
              </p:ext>
            </p:extLst>
          </p:nvPr>
        </p:nvGraphicFramePr>
        <p:xfrm>
          <a:off x="5117035" y="5214130"/>
          <a:ext cx="854075" cy="476250"/>
        </p:xfrm>
        <a:graphic>
          <a:graphicData uri="http://schemas.openxmlformats.org/presentationml/2006/ole">
            <p:oleObj spid="_x0000_s44037" name="Equation" r:id="rId6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26731867"/>
              </p:ext>
            </p:extLst>
          </p:nvPr>
        </p:nvGraphicFramePr>
        <p:xfrm>
          <a:off x="6275556" y="5263342"/>
          <a:ext cx="341313" cy="377825"/>
        </p:xfrm>
        <a:graphic>
          <a:graphicData uri="http://schemas.openxmlformats.org/presentationml/2006/ole">
            <p:oleObj spid="_x0000_s44038" name="Equation" r:id="rId7" imgW="126720" imgH="1396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75767057"/>
              </p:ext>
            </p:extLst>
          </p:nvPr>
        </p:nvGraphicFramePr>
        <p:xfrm>
          <a:off x="7492825" y="5227320"/>
          <a:ext cx="411162" cy="374650"/>
        </p:xfrm>
        <a:graphic>
          <a:graphicData uri="http://schemas.openxmlformats.org/presentationml/2006/ole">
            <p:oleObj spid="_x0000_s44039" name="Equation" r:id="rId8" imgW="152280" imgH="139680" progId="Equation.DSMT4">
              <p:embed/>
            </p:oleObj>
          </a:graphicData>
        </a:graphic>
      </p:graphicFrame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53312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14624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3771243"/>
              </p:ext>
            </p:extLst>
          </p:nvPr>
        </p:nvGraphicFramePr>
        <p:xfrm>
          <a:off x="8464120" y="5181600"/>
          <a:ext cx="512763" cy="476250"/>
        </p:xfrm>
        <a:graphic>
          <a:graphicData uri="http://schemas.openxmlformats.org/presentationml/2006/ole">
            <p:oleObj spid="_x0000_s44040" name="Equation" r:id="rId9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9387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34" grpId="0"/>
      <p:bldP spid="35" grpId="0"/>
      <p:bldP spid="36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3" grpId="0" animBg="1"/>
      <p:bldP spid="39" grpId="0" animBg="1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71636397"/>
              </p:ext>
            </p:extLst>
          </p:nvPr>
        </p:nvGraphicFramePr>
        <p:xfrm>
          <a:off x="76200" y="152400"/>
          <a:ext cx="5394325" cy="454025"/>
        </p:xfrm>
        <a:graphic>
          <a:graphicData uri="http://schemas.openxmlformats.org/presentationml/2006/ole">
            <p:oleObj spid="_x0000_s45058" name="Equation" r:id="rId3" imgW="2400120" imgH="203040" progId="Equation.DSMT4">
              <p:embed/>
            </p:oleObj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14470" y="1143000"/>
            <a:ext cx="2885851" cy="2133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4524" y="113600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443" y="1575850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643" y="2907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2145268"/>
            <a:ext cx="2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71998535"/>
              </p:ext>
            </p:extLst>
          </p:nvPr>
        </p:nvGraphicFramePr>
        <p:xfrm>
          <a:off x="4572000" y="4667250"/>
          <a:ext cx="546100" cy="1449388"/>
        </p:xfrm>
        <a:graphic>
          <a:graphicData uri="http://schemas.openxmlformats.org/presentationml/2006/ole">
            <p:oleObj spid="_x0000_s45059" name="Equation" r:id="rId4" imgW="203040" imgH="457200" progId="Equation.DSMT4">
              <p:embed/>
            </p:oleObj>
          </a:graphicData>
        </a:graphic>
      </p:graphicFrame>
      <p:sp>
        <p:nvSpPr>
          <p:cNvPr id="14" name="Line Callout 1 13"/>
          <p:cNvSpPr/>
          <p:nvPr/>
        </p:nvSpPr>
        <p:spPr>
          <a:xfrm>
            <a:off x="6154435" y="5076826"/>
            <a:ext cx="551687" cy="694234"/>
          </a:xfrm>
          <a:prstGeom prst="borderCallout1">
            <a:avLst>
              <a:gd name="adj1" fmla="val 96915"/>
              <a:gd name="adj2" fmla="val 58403"/>
              <a:gd name="adj3" fmla="val 190602"/>
              <a:gd name="adj4" fmla="val 91100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75556" y="6412468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16" name="Line Callout 1 15"/>
          <p:cNvSpPr/>
          <p:nvPr/>
        </p:nvSpPr>
        <p:spPr>
          <a:xfrm rot="10800000">
            <a:off x="5067824" y="5076824"/>
            <a:ext cx="952497" cy="694233"/>
          </a:xfrm>
          <a:prstGeom prst="borderCallout1">
            <a:avLst>
              <a:gd name="adj1" fmla="val -3891"/>
              <a:gd name="adj2" fmla="val 41981"/>
              <a:gd name="adj3" fmla="val -89685"/>
              <a:gd name="adj4" fmla="val 8868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20123" y="6412468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18" name="Line Callout 1 17"/>
          <p:cNvSpPr/>
          <p:nvPr/>
        </p:nvSpPr>
        <p:spPr>
          <a:xfrm rot="10800000">
            <a:off x="6800850" y="5076825"/>
            <a:ext cx="1828800" cy="700419"/>
          </a:xfrm>
          <a:prstGeom prst="borderCallout1">
            <a:avLst>
              <a:gd name="adj1" fmla="val -3891"/>
              <a:gd name="adj2" fmla="val 41981"/>
              <a:gd name="adj3" fmla="val -79079"/>
              <a:gd name="adj4" fmla="val 29162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839979" y="6339840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13514180"/>
              </p:ext>
            </p:extLst>
          </p:nvPr>
        </p:nvGraphicFramePr>
        <p:xfrm>
          <a:off x="5117035" y="5214130"/>
          <a:ext cx="854075" cy="476250"/>
        </p:xfrm>
        <a:graphic>
          <a:graphicData uri="http://schemas.openxmlformats.org/presentationml/2006/ole">
            <p:oleObj spid="_x0000_s45060" name="Equation" r:id="rId5" imgW="317087" imgH="177569" progId="Equation.DSMT4">
              <p:embed/>
            </p:oleObj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03337051"/>
              </p:ext>
            </p:extLst>
          </p:nvPr>
        </p:nvGraphicFramePr>
        <p:xfrm>
          <a:off x="6275556" y="5263342"/>
          <a:ext cx="341313" cy="377825"/>
        </p:xfrm>
        <a:graphic>
          <a:graphicData uri="http://schemas.openxmlformats.org/presentationml/2006/ole">
            <p:oleObj spid="_x0000_s45061" name="Equation" r:id="rId6" imgW="126720" imgH="139680" progId="Equation.DSMT4">
              <p:embed/>
            </p:oleObj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09928689"/>
              </p:ext>
            </p:extLst>
          </p:nvPr>
        </p:nvGraphicFramePr>
        <p:xfrm>
          <a:off x="7315200" y="5257800"/>
          <a:ext cx="411162" cy="374650"/>
        </p:xfrm>
        <a:graphic>
          <a:graphicData uri="http://schemas.openxmlformats.org/presentationml/2006/ole">
            <p:oleObj spid="_x0000_s45062" name="Equation" r:id="rId7" imgW="152280" imgH="139680" progId="Equation.DSMT4">
              <p:embed/>
            </p:oleObj>
          </a:graphicData>
        </a:graphic>
      </p:graphicFrame>
      <p:sp>
        <p:nvSpPr>
          <p:cNvPr id="33" name="Isosceles Triangle 32"/>
          <p:cNvSpPr/>
          <p:nvPr/>
        </p:nvSpPr>
        <p:spPr>
          <a:xfrm rot="10800000">
            <a:off x="868015" y="1699468"/>
            <a:ext cx="2289657" cy="1392466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06208954"/>
              </p:ext>
            </p:extLst>
          </p:nvPr>
        </p:nvGraphicFramePr>
        <p:xfrm>
          <a:off x="8077200" y="5181600"/>
          <a:ext cx="512763" cy="476250"/>
        </p:xfrm>
        <a:graphic>
          <a:graphicData uri="http://schemas.openxmlformats.org/presentationml/2006/ole">
            <p:oleObj spid="_x0000_s45063" name="Equation" r:id="rId8" imgW="190440" imgH="177480" progId="Equation.DSMT4">
              <p:embed/>
            </p:oleObj>
          </a:graphicData>
        </a:graphic>
      </p:graphicFrame>
      <p:sp>
        <p:nvSpPr>
          <p:cNvPr id="25" name="Right Triangle 24"/>
          <p:cNvSpPr/>
          <p:nvPr/>
        </p:nvSpPr>
        <p:spPr>
          <a:xfrm rot="10800000">
            <a:off x="904352" y="1713243"/>
            <a:ext cx="1108490" cy="1378689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 w="19050"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62643" y="2316480"/>
            <a:ext cx="126742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Triangle 23"/>
          <p:cNvSpPr/>
          <p:nvPr/>
        </p:nvSpPr>
        <p:spPr>
          <a:xfrm rot="10800000">
            <a:off x="1438455" y="2352869"/>
            <a:ext cx="559296" cy="776102"/>
          </a:xfrm>
          <a:prstGeom prst="rt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 prst="softRound"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4476" y="1828800"/>
            <a:ext cx="50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5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5638076" y="580883"/>
            <a:ext cx="230048" cy="1143000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62600" y="697468"/>
            <a:ext cx="35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Right Brace 27"/>
          <p:cNvSpPr/>
          <p:nvPr/>
        </p:nvSpPr>
        <p:spPr>
          <a:xfrm>
            <a:off x="4861249" y="2010695"/>
            <a:ext cx="214603" cy="797819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96069" y="2228462"/>
            <a:ext cx="79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7-x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ight Brace 29"/>
          <p:cNvSpPr/>
          <p:nvPr/>
        </p:nvSpPr>
        <p:spPr>
          <a:xfrm rot="16200000">
            <a:off x="4242081" y="1481771"/>
            <a:ext cx="272956" cy="573501"/>
          </a:xfrm>
          <a:prstGeom prst="rightBrace">
            <a:avLst>
              <a:gd name="adj1" fmla="val 33786"/>
              <a:gd name="adj2" fmla="val 48719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123631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</a:t>
            </a:r>
            <a:r>
              <a:rPr lang="en-US" dirty="0" smtClean="0">
                <a:solidFill>
                  <a:srgbClr val="FF0000"/>
                </a:solidFill>
              </a:rPr>
              <a:t> 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>
            <a:off x="6425230" y="1371600"/>
            <a:ext cx="356570" cy="1350850"/>
          </a:xfrm>
          <a:prstGeom prst="rightBrace">
            <a:avLst>
              <a:gd name="adj1" fmla="val 69381"/>
              <a:gd name="adj2" fmla="val 49191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381000" y="3505200"/>
          <a:ext cx="1420813" cy="1333500"/>
        </p:xfrm>
        <a:graphic>
          <a:graphicData uri="http://schemas.openxmlformats.org/presentationml/2006/ole">
            <p:oleObj spid="_x0000_s45064" name="Equation" r:id="rId9" imgW="609480" imgH="571320" progId="Equation.DSMT4">
              <p:embed/>
            </p:oleObj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304800" y="5105400"/>
          <a:ext cx="1865313" cy="919163"/>
        </p:xfrm>
        <a:graphic>
          <a:graphicData uri="http://schemas.openxmlformats.org/presentationml/2006/ole">
            <p:oleObj spid="_x0000_s45065" name="Equation" r:id="rId10" imgW="799920" imgH="393480" progId="Equation.DSMT4">
              <p:embed/>
            </p:oleObj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838200" y="5181600"/>
          <a:ext cx="1136239" cy="766763"/>
        </p:xfrm>
        <a:graphic>
          <a:graphicData uri="http://schemas.openxmlformats.org/presentationml/2006/ole">
            <p:oleObj spid="_x0000_s45066" name="Equation" r:id="rId11" imgW="583920" imgH="393480" progId="Equation.DSMT4">
              <p:embed/>
            </p:oleObj>
          </a:graphicData>
        </a:graphic>
      </p:graphicFrame>
      <p:sp>
        <p:nvSpPr>
          <p:cNvPr id="39" name="Left Brace 38"/>
          <p:cNvSpPr/>
          <p:nvPr/>
        </p:nvSpPr>
        <p:spPr>
          <a:xfrm rot="5400000">
            <a:off x="1881561" y="1434047"/>
            <a:ext cx="231578" cy="1319927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828800" y="1657290"/>
            <a:ext cx="21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xmlns="" val="11420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0.47378 -0.05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1" y="-25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7116E-6 L 0.47552 -0.0476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" y="-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934 -0.04722 L 0.29479 -0.0474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66285 -0.0224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" y="-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4" grpId="0" animBg="1"/>
      <p:bldP spid="24" grpId="1" animBg="1"/>
      <p:bldP spid="24" grpId="2" animBg="1"/>
      <p:bldP spid="23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48728254"/>
              </p:ext>
            </p:extLst>
          </p:nvPr>
        </p:nvGraphicFramePr>
        <p:xfrm>
          <a:off x="15431" y="158750"/>
          <a:ext cx="9115425" cy="457200"/>
        </p:xfrm>
        <a:graphic>
          <a:graphicData uri="http://schemas.openxmlformats.org/presentationml/2006/ole">
            <p:oleObj spid="_x0000_s46082" name="Equation" r:id="rId3" imgW="4051080" imgH="20304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07847911"/>
              </p:ext>
            </p:extLst>
          </p:nvPr>
        </p:nvGraphicFramePr>
        <p:xfrm>
          <a:off x="746125" y="5143500"/>
          <a:ext cx="2162175" cy="652463"/>
        </p:xfrm>
        <a:graphic>
          <a:graphicData uri="http://schemas.openxmlformats.org/presentationml/2006/ole">
            <p:oleObj spid="_x0000_s46083" name="Equation" r:id="rId4" imgW="927000" imgH="279360" progId="Equation.DSMT4">
              <p:embed/>
            </p:oleObj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97077908"/>
              </p:ext>
            </p:extLst>
          </p:nvPr>
        </p:nvGraphicFramePr>
        <p:xfrm>
          <a:off x="381000" y="940612"/>
          <a:ext cx="4400550" cy="1028700"/>
        </p:xfrm>
        <a:graphic>
          <a:graphicData uri="http://schemas.openxmlformats.org/presentationml/2006/ole">
            <p:oleObj spid="_x0000_s46084" name="Equation" r:id="rId5" imgW="1955520" imgH="457200" progId="Equation.DSMT4">
              <p:embed/>
            </p:oleObj>
          </a:graphicData>
        </a:graphic>
      </p:graphicFrame>
      <p:grpSp>
        <p:nvGrpSpPr>
          <p:cNvPr id="3" name="Group 14"/>
          <p:cNvGrpSpPr/>
          <p:nvPr/>
        </p:nvGrpSpPr>
        <p:grpSpPr>
          <a:xfrm>
            <a:off x="-431800" y="1377950"/>
            <a:ext cx="3067640" cy="2660650"/>
            <a:chOff x="-431800" y="1377950"/>
            <a:chExt cx="3067640" cy="2660650"/>
          </a:xfrm>
        </p:grpSpPr>
        <p:cxnSp>
          <p:nvCxnSpPr>
            <p:cNvPr id="43" name="Straight Connector 42"/>
            <p:cNvCxnSpPr/>
            <p:nvPr/>
          </p:nvCxnSpPr>
          <p:spPr>
            <a:xfrm rot="5400000">
              <a:off x="-260554" y="3123406"/>
              <a:ext cx="1829594" cy="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97440" y="2437606"/>
              <a:ext cx="2438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Arc 45"/>
            <p:cNvSpPr/>
            <p:nvPr/>
          </p:nvSpPr>
          <p:spPr>
            <a:xfrm>
              <a:off x="-431800" y="1377950"/>
              <a:ext cx="2189201" cy="2134394"/>
            </a:xfrm>
            <a:prstGeom prst="arc">
              <a:avLst>
                <a:gd name="adj1" fmla="val 11450"/>
                <a:gd name="adj2" fmla="val 5415422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/>
            <p:cNvCxnSpPr/>
            <p:nvPr/>
          </p:nvCxnSpPr>
          <p:spPr>
            <a:xfrm flipV="1">
              <a:off x="658167" y="3159500"/>
              <a:ext cx="810232" cy="10755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737573" y="2830274"/>
            <a:ext cx="73082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½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w</a:t>
            </a:r>
            <a:endParaRPr lang="en-US" dirty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52302067"/>
              </p:ext>
            </p:extLst>
          </p:nvPr>
        </p:nvGraphicFramePr>
        <p:xfrm>
          <a:off x="1707152" y="2667396"/>
          <a:ext cx="1857375" cy="628650"/>
        </p:xfrm>
        <a:graphic>
          <a:graphicData uri="http://schemas.openxmlformats.org/presentationml/2006/ole">
            <p:oleObj spid="_x0000_s46085" name="Equation" r:id="rId6" imgW="825500" imgH="279400" progId="Equation.DSMT4">
              <p:embed/>
            </p:oleObj>
          </a:graphicData>
        </a:graphic>
      </p:graphicFrame>
      <p:graphicFrame>
        <p:nvGraphicFramePr>
          <p:cNvPr id="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93950576"/>
              </p:ext>
            </p:extLst>
          </p:nvPr>
        </p:nvGraphicFramePr>
        <p:xfrm>
          <a:off x="4191523" y="4633433"/>
          <a:ext cx="546100" cy="1489075"/>
        </p:xfrm>
        <a:graphic>
          <a:graphicData uri="http://schemas.openxmlformats.org/presentationml/2006/ole">
            <p:oleObj spid="_x0000_s46086" name="Equation" r:id="rId7" imgW="203040" imgH="469800" progId="Equation.DSMT4">
              <p:embed/>
            </p:oleObj>
          </a:graphicData>
        </a:graphic>
      </p:graphicFrame>
      <p:sp>
        <p:nvSpPr>
          <p:cNvPr id="31" name="Line Callout 1 30"/>
          <p:cNvSpPr/>
          <p:nvPr/>
        </p:nvSpPr>
        <p:spPr>
          <a:xfrm>
            <a:off x="5773435" y="5166832"/>
            <a:ext cx="685800" cy="542359"/>
          </a:xfrm>
          <a:prstGeom prst="borderCallout1">
            <a:avLst>
              <a:gd name="adj1" fmla="val 96915"/>
              <a:gd name="adj2" fmla="val 58403"/>
              <a:gd name="adj3" fmla="val 230390"/>
              <a:gd name="adj4" fmla="val 68655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894556" y="6398225"/>
            <a:ext cx="861133" cy="369332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Depth</a:t>
            </a:r>
          </a:p>
        </p:txBody>
      </p:sp>
      <p:sp>
        <p:nvSpPr>
          <p:cNvPr id="33" name="Line Callout 1 32"/>
          <p:cNvSpPr/>
          <p:nvPr/>
        </p:nvSpPr>
        <p:spPr>
          <a:xfrm rot="10800000">
            <a:off x="4686825" y="5166833"/>
            <a:ext cx="952497" cy="542357"/>
          </a:xfrm>
          <a:prstGeom prst="borderCallout1">
            <a:avLst>
              <a:gd name="adj1" fmla="val -3891"/>
              <a:gd name="adj2" fmla="val 41981"/>
              <a:gd name="adj3" fmla="val -128845"/>
              <a:gd name="adj4" fmla="val 9200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039123" y="6398225"/>
            <a:ext cx="1019831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Density</a:t>
            </a:r>
            <a:endParaRPr lang="en-US" b="1" dirty="0"/>
          </a:p>
        </p:txBody>
      </p:sp>
      <p:sp>
        <p:nvSpPr>
          <p:cNvPr id="38" name="Line Callout 1 37"/>
          <p:cNvSpPr/>
          <p:nvPr/>
        </p:nvSpPr>
        <p:spPr>
          <a:xfrm rot="10800000">
            <a:off x="6573533" y="5143878"/>
            <a:ext cx="2265666" cy="533400"/>
          </a:xfrm>
          <a:prstGeom prst="borderCallout1">
            <a:avLst>
              <a:gd name="adj1" fmla="val -3891"/>
              <a:gd name="adj2" fmla="val 41981"/>
              <a:gd name="adj3" fmla="val -123658"/>
              <a:gd name="adj4" fmla="val 35700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458979" y="6325597"/>
            <a:ext cx="694421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Area</a:t>
            </a:r>
            <a:endParaRPr lang="en-US" b="1" dirty="0"/>
          </a:p>
        </p:txBody>
      </p:sp>
      <p:graphicFrame>
        <p:nvGraphicFramePr>
          <p:cNvPr id="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44950179"/>
              </p:ext>
            </p:extLst>
          </p:nvPr>
        </p:nvGraphicFramePr>
        <p:xfrm>
          <a:off x="4736035" y="5199887"/>
          <a:ext cx="854075" cy="476250"/>
        </p:xfrm>
        <a:graphic>
          <a:graphicData uri="http://schemas.openxmlformats.org/presentationml/2006/ole">
            <p:oleObj spid="_x0000_s46087" name="Equation" r:id="rId8" imgW="317087" imgH="177569" progId="Equation.DSMT4">
              <p:embed/>
            </p:oleObj>
          </a:graphicData>
        </a:graphic>
      </p:graphicFrame>
      <p:graphicFrame>
        <p:nvGraphicFramePr>
          <p:cNvPr id="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28545527"/>
              </p:ext>
            </p:extLst>
          </p:nvPr>
        </p:nvGraphicFramePr>
        <p:xfrm>
          <a:off x="5943600" y="5224463"/>
          <a:ext cx="374650" cy="444500"/>
        </p:xfrm>
        <a:graphic>
          <a:graphicData uri="http://schemas.openxmlformats.org/presentationml/2006/ole">
            <p:oleObj spid="_x0000_s46088" name="Equation" r:id="rId9" imgW="139680" imgH="164880" progId="Equation.DSMT4">
              <p:embed/>
            </p:oleObj>
          </a:graphicData>
        </a:graphic>
      </p:graphicFrame>
      <p:graphicFrame>
        <p:nvGraphicFramePr>
          <p:cNvPr id="5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26589232"/>
              </p:ext>
            </p:extLst>
          </p:nvPr>
        </p:nvGraphicFramePr>
        <p:xfrm>
          <a:off x="7251700" y="5224463"/>
          <a:ext cx="412750" cy="373062"/>
        </p:xfrm>
        <a:graphic>
          <a:graphicData uri="http://schemas.openxmlformats.org/presentationml/2006/ole">
            <p:oleObj spid="_x0000_s46089" name="Equation" r:id="rId10" imgW="152280" imgH="139680" progId="Equation.DSMT4">
              <p:embed/>
            </p:oleObj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6272318" y="956093"/>
            <a:ext cx="2947882" cy="171130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hord 1"/>
          <p:cNvSpPr/>
          <p:nvPr/>
        </p:nvSpPr>
        <p:spPr>
          <a:xfrm rot="16200000">
            <a:off x="6766276" y="-208789"/>
            <a:ext cx="2121377" cy="2329270"/>
          </a:xfrm>
          <a:prstGeom prst="chord">
            <a:avLst>
              <a:gd name="adj1" fmla="val 5401374"/>
              <a:gd name="adj2" fmla="val 16200000"/>
            </a:avLst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>
              <a:rot lat="0" lon="0" rev="0"/>
            </a:camera>
            <a:lightRig rig="glow" dir="t">
              <a:rot lat="0" lon="0" rev="16200000"/>
            </a:lightRig>
          </a:scene3d>
          <a:sp3d contourW="1000" prstMaterial="dkEdge">
            <a:bevelT/>
            <a:contourClr>
              <a:schemeClr val="accent4">
                <a:satMod val="30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379947" y="9144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9235" y="1831869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4247" y="148763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y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989064" y="1672303"/>
            <a:ext cx="1676400" cy="1049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/>
          <p:cNvSpPr/>
          <p:nvPr/>
        </p:nvSpPr>
        <p:spPr>
          <a:xfrm rot="5400000">
            <a:off x="7711473" y="646210"/>
            <a:ext cx="231579" cy="1676400"/>
          </a:xfrm>
          <a:prstGeom prst="leftBrace">
            <a:avLst>
              <a:gd name="adj1" fmla="val 9914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7620000" y="100226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69739049"/>
              </p:ext>
            </p:extLst>
          </p:nvPr>
        </p:nvGraphicFramePr>
        <p:xfrm>
          <a:off x="420688" y="4057650"/>
          <a:ext cx="2816225" cy="919163"/>
        </p:xfrm>
        <a:graphic>
          <a:graphicData uri="http://schemas.openxmlformats.org/presentationml/2006/ole">
            <p:oleObj spid="_x0000_s46090" name="Equation" r:id="rId11" imgW="1206360" imgH="393480" progId="Equation.DSMT4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43749634"/>
              </p:ext>
            </p:extLst>
          </p:nvPr>
        </p:nvGraphicFramePr>
        <p:xfrm>
          <a:off x="8213725" y="5110163"/>
          <a:ext cx="546100" cy="544512"/>
        </p:xfrm>
        <a:graphic>
          <a:graphicData uri="http://schemas.openxmlformats.org/presentationml/2006/ole">
            <p:oleObj spid="_x0000_s46091" name="Equation" r:id="rId12" imgW="203040" imgH="203040" progId="Equation.DSMT4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68609947"/>
              </p:ext>
            </p:extLst>
          </p:nvPr>
        </p:nvGraphicFramePr>
        <p:xfrm>
          <a:off x="1399089" y="5174358"/>
          <a:ext cx="1547255" cy="634564"/>
        </p:xfrm>
        <a:graphic>
          <a:graphicData uri="http://schemas.openxmlformats.org/presentationml/2006/ole">
            <p:oleObj spid="_x0000_s46092" name="Equation" r:id="rId13" imgW="67284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5875 -0.0118 " pathEditMode="relative" rAng="0" ptsTypes="AA">
                                      <p:cBhvr>
                                        <p:cTn id="17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75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31" grpId="0" animBg="1"/>
      <p:bldP spid="32" grpId="0" animBg="1"/>
      <p:bldP spid="33" grpId="0" animBg="1"/>
      <p:bldP spid="34" grpId="0" animBg="1"/>
      <p:bldP spid="38" grpId="0" animBg="1"/>
      <p:bldP spid="42" grpId="0" animBg="1"/>
      <p:bldP spid="53" grpId="0" animBg="1"/>
      <p:bldP spid="2" grpId="0" animBg="1"/>
      <p:bldP spid="63" grpId="0"/>
      <p:bldP spid="64" grpId="0"/>
      <p:bldP spid="65" grpId="0"/>
      <p:bldP spid="8" grpId="0" animBg="1"/>
      <p:bldP spid="6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198438" y="3352800"/>
          <a:ext cx="8716962" cy="482600"/>
        </p:xfrm>
        <a:graphic>
          <a:graphicData uri="http://schemas.openxmlformats.org/presentationml/2006/ole">
            <p:oleObj spid="_x0000_s34818" name="Equation" r:id="rId3" imgW="3670200" imgH="203040" progId="Equation.DSMT4">
              <p:embed/>
            </p:oleObj>
          </a:graphicData>
        </a:graphic>
      </p:graphicFrame>
      <p:graphicFrame>
        <p:nvGraphicFramePr>
          <p:cNvPr id="2090" name="Object 42"/>
          <p:cNvGraphicFramePr>
            <a:graphicFrameLocks noChangeAspect="1"/>
          </p:cNvGraphicFramePr>
          <p:nvPr/>
        </p:nvGraphicFramePr>
        <p:xfrm>
          <a:off x="152400" y="1143000"/>
          <a:ext cx="8972550" cy="457200"/>
        </p:xfrm>
        <a:graphic>
          <a:graphicData uri="http://schemas.openxmlformats.org/presentationml/2006/ole">
            <p:oleObj spid="_x0000_s34819" name="Equation" r:id="rId4" imgW="3987720" imgH="203040" progId="Equation.DSMT4">
              <p:embed/>
            </p:oleObj>
          </a:graphicData>
        </a:graphic>
      </p:graphicFrame>
      <p:graphicFrame>
        <p:nvGraphicFramePr>
          <p:cNvPr id="2096" name="Object 48"/>
          <p:cNvGraphicFramePr>
            <a:graphicFrameLocks noChangeAspect="1"/>
          </p:cNvGraphicFramePr>
          <p:nvPr/>
        </p:nvGraphicFramePr>
        <p:xfrm>
          <a:off x="2895600" y="1828800"/>
          <a:ext cx="3970337" cy="1066800"/>
        </p:xfrm>
        <a:graphic>
          <a:graphicData uri="http://schemas.openxmlformats.org/presentationml/2006/ole">
            <p:oleObj spid="_x0000_s34820" name="Equation" r:id="rId5" imgW="1701720" imgH="457200" progId="Equation.DSMT4">
              <p:embed/>
            </p:oleObj>
          </a:graphicData>
        </a:graphic>
      </p:graphicFrame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2962275" y="3886200"/>
          <a:ext cx="3644900" cy="1719263"/>
        </p:xfrm>
        <a:graphic>
          <a:graphicData uri="http://schemas.openxmlformats.org/presentationml/2006/ole">
            <p:oleObj spid="_x0000_s34821" name="Equation" r:id="rId6" imgW="1562040" imgH="736560" progId="Equation.DSMT4">
              <p:embed/>
            </p:oleObj>
          </a:graphicData>
        </a:graphic>
      </p:graphicFrame>
      <p:graphicFrame>
        <p:nvGraphicFramePr>
          <p:cNvPr id="2098" name="Object 50"/>
          <p:cNvGraphicFramePr>
            <a:graphicFrameLocks noChangeAspect="1"/>
          </p:cNvGraphicFramePr>
          <p:nvPr/>
        </p:nvGraphicFramePr>
        <p:xfrm>
          <a:off x="2630487" y="5622925"/>
          <a:ext cx="6665913" cy="1006475"/>
        </p:xfrm>
        <a:graphic>
          <a:graphicData uri="http://schemas.openxmlformats.org/presentationml/2006/ole">
            <p:oleObj spid="_x0000_s34822" name="Equation" r:id="rId7" imgW="2857320" imgH="43164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152400"/>
            <a:ext cx="632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Moments and Center of Mass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 Callout 1 44"/>
          <p:cNvSpPr/>
          <p:nvPr/>
        </p:nvSpPr>
        <p:spPr>
          <a:xfrm rot="10800000">
            <a:off x="7296538" y="3163076"/>
            <a:ext cx="1828800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33869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ine Callout 1 42"/>
          <p:cNvSpPr/>
          <p:nvPr/>
        </p:nvSpPr>
        <p:spPr>
          <a:xfrm>
            <a:off x="6019800" y="2953758"/>
            <a:ext cx="1158336" cy="1008642"/>
          </a:xfrm>
          <a:prstGeom prst="borderCallout1">
            <a:avLst>
              <a:gd name="adj1" fmla="val 100615"/>
              <a:gd name="adj2" fmla="val 58403"/>
              <a:gd name="adj3" fmla="val 146694"/>
              <a:gd name="adj4" fmla="val -12228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101600" y="3163669"/>
          <a:ext cx="889000" cy="563563"/>
        </p:xfrm>
        <a:graphic>
          <a:graphicData uri="http://schemas.openxmlformats.org/presentationml/2006/ole">
            <p:oleObj spid="_x0000_s35842" name="Equation" r:id="rId3" imgW="380880" imgH="241200" progId="Equation.DSMT4">
              <p:embed/>
            </p:oleObj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3886200" y="5562600"/>
          <a:ext cx="2697162" cy="1096963"/>
        </p:xfrm>
        <a:graphic>
          <a:graphicData uri="http://schemas.openxmlformats.org/presentationml/2006/ole">
            <p:oleObj spid="_x0000_s35843" name="Equation" r:id="rId4" imgW="1155600" imgH="469800" progId="Equation.DSMT4">
              <p:embed/>
            </p:oleObj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4724400" y="3124200"/>
          <a:ext cx="858837" cy="534988"/>
        </p:xfrm>
        <a:graphic>
          <a:graphicData uri="http://schemas.openxmlformats.org/presentationml/2006/ole">
            <p:oleObj spid="_x0000_s35844" name="Equation" r:id="rId5" imgW="368280" imgH="228600" progId="Equation.DSMT4">
              <p:embed/>
            </p:oleObj>
          </a:graphicData>
        </a:graphic>
      </p:graphicFrame>
      <p:grpSp>
        <p:nvGrpSpPr>
          <p:cNvPr id="2" name="Group 48"/>
          <p:cNvGrpSpPr/>
          <p:nvPr/>
        </p:nvGrpSpPr>
        <p:grpSpPr>
          <a:xfrm>
            <a:off x="5288776" y="-1371600"/>
            <a:ext cx="4007624" cy="3962400"/>
            <a:chOff x="5288776" y="-1371600"/>
            <a:chExt cx="4007624" cy="3962400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5866605" y="1287731"/>
              <a:ext cx="2279124" cy="8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47"/>
            <p:cNvGrpSpPr/>
            <p:nvPr/>
          </p:nvGrpSpPr>
          <p:grpSpPr>
            <a:xfrm>
              <a:off x="5288776" y="-1371600"/>
              <a:ext cx="4007624" cy="3962400"/>
              <a:chOff x="5257800" y="-1371600"/>
              <a:chExt cx="4007624" cy="3962400"/>
            </a:xfrm>
          </p:grpSpPr>
          <p:sp>
            <p:nvSpPr>
              <p:cNvPr id="24" name="Arc 23"/>
              <p:cNvSpPr/>
              <p:nvPr/>
            </p:nvSpPr>
            <p:spPr>
              <a:xfrm>
                <a:off x="5257800" y="-1371600"/>
                <a:ext cx="3657600" cy="3429000"/>
              </a:xfrm>
              <a:prstGeom prst="arc">
                <a:avLst>
                  <a:gd name="adj1" fmla="val 21294563"/>
                  <a:gd name="adj2" fmla="val 557650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6570132" y="2055817"/>
                <a:ext cx="2421467" cy="268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8615275" y="2080479"/>
                <a:ext cx="650149" cy="51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2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553200" y="87083"/>
                <a:ext cx="382440" cy="4552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4</a:t>
                </a:r>
                <a:endParaRPr lang="en-US" dirty="0"/>
              </a:p>
            </p:txBody>
          </p:sp>
          <p:cxnSp>
            <p:nvCxnSpPr>
              <p:cNvPr id="26" name="Straight Connector 25"/>
              <p:cNvCxnSpPr>
                <a:stCxn id="24" idx="2"/>
                <a:endCxn id="24" idx="0"/>
              </p:cNvCxnSpPr>
              <p:nvPr/>
            </p:nvCxnSpPr>
            <p:spPr>
              <a:xfrm rot="10800000" flipH="1">
                <a:off x="6998595" y="180720"/>
                <a:ext cx="1908605" cy="18746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TextBox 26"/>
          <p:cNvSpPr txBox="1"/>
          <p:nvPr/>
        </p:nvSpPr>
        <p:spPr>
          <a:xfrm>
            <a:off x="7636934" y="2057400"/>
            <a:ext cx="440267" cy="3825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806084" y="1219200"/>
            <a:ext cx="118716" cy="6858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304800" y="152400"/>
          <a:ext cx="5097463" cy="534988"/>
        </p:xfrm>
        <a:graphic>
          <a:graphicData uri="http://schemas.openxmlformats.org/presentationml/2006/ole">
            <p:oleObj spid="_x0000_s35845" name="Equation" r:id="rId6" imgW="2184120" imgH="228600" progId="Equation.DSMT4">
              <p:embed/>
            </p:oleObj>
          </a:graphicData>
        </a:graphic>
      </p:graphicFrame>
      <p:sp>
        <p:nvSpPr>
          <p:cNvPr id="37" name="Oval 36"/>
          <p:cNvSpPr/>
          <p:nvPr/>
        </p:nvSpPr>
        <p:spPr>
          <a:xfrm>
            <a:off x="7800393" y="1514669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304800" y="1066800"/>
          <a:ext cx="5006975" cy="965200"/>
        </p:xfrm>
        <a:graphic>
          <a:graphicData uri="http://schemas.openxmlformats.org/presentationml/2006/ole">
            <p:oleObj spid="_x0000_s35846" name="Equation" r:id="rId7" imgW="2108160" imgH="406080" progId="Equation.DSMT4">
              <p:embed/>
            </p:oleObj>
          </a:graphicData>
        </a:graphic>
      </p:graphicFrame>
      <p:sp>
        <p:nvSpPr>
          <p:cNvPr id="38" name="Line Callout 1 37"/>
          <p:cNvSpPr/>
          <p:nvPr/>
        </p:nvSpPr>
        <p:spPr>
          <a:xfrm>
            <a:off x="1447800" y="3239869"/>
            <a:ext cx="457200" cy="542359"/>
          </a:xfrm>
          <a:prstGeom prst="borderCallout1">
            <a:avLst>
              <a:gd name="adj1" fmla="val 96915"/>
              <a:gd name="adj2" fmla="val 58403"/>
              <a:gd name="adj3" fmla="val 199423"/>
              <a:gd name="adj4" fmla="val -47671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81000" y="4306669"/>
            <a:ext cx="1449436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y-axis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0" name="Line Callout 1 39"/>
          <p:cNvSpPr/>
          <p:nvPr/>
        </p:nvSpPr>
        <p:spPr>
          <a:xfrm rot="10800000">
            <a:off x="1981200" y="3239869"/>
            <a:ext cx="1828800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33869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667000" y="4382869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1066800" y="2935069"/>
          <a:ext cx="474662" cy="1096963"/>
        </p:xfrm>
        <a:graphic>
          <a:graphicData uri="http://schemas.openxmlformats.org/presentationml/2006/ole">
            <p:oleObj spid="_x0000_s35847" name="Equation" r:id="rId8" imgW="203040" imgH="469800" progId="Equation.DSMT4">
              <p:embed/>
            </p:oleObj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1524000" y="3316069"/>
          <a:ext cx="385762" cy="385763"/>
        </p:xfrm>
        <a:graphic>
          <a:graphicData uri="http://schemas.openxmlformats.org/presentationml/2006/ole">
            <p:oleObj spid="_x0000_s35848" name="Equation" r:id="rId9" imgW="164880" imgH="164880" progId="Equation.DSMT4">
              <p:embed/>
            </p:oleObj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/>
        </p:nvGraphicFramePr>
        <p:xfrm>
          <a:off x="2057400" y="3239869"/>
          <a:ext cx="1778000" cy="533400"/>
        </p:xfrm>
        <a:graphic>
          <a:graphicData uri="http://schemas.openxmlformats.org/presentationml/2006/ole">
            <p:oleObj spid="_x0000_s35849" name="Equation" r:id="rId10" imgW="761760" imgH="228600" progId="Equation.DSMT4">
              <p:embed/>
            </p:oleObj>
          </a:graphicData>
        </a:graphic>
      </p:graphicFrame>
      <p:graphicFrame>
        <p:nvGraphicFramePr>
          <p:cNvPr id="24591" name="Object 15"/>
          <p:cNvGraphicFramePr>
            <a:graphicFrameLocks noChangeAspect="1"/>
          </p:cNvGraphicFramePr>
          <p:nvPr/>
        </p:nvGraphicFramePr>
        <p:xfrm>
          <a:off x="7367588" y="3124200"/>
          <a:ext cx="1776412" cy="533400"/>
        </p:xfrm>
        <a:graphic>
          <a:graphicData uri="http://schemas.openxmlformats.org/presentationml/2006/ole">
            <p:oleObj spid="_x0000_s35850" name="Equation" r:id="rId11" imgW="761760" imgH="228600" progId="Equation.DSMT4">
              <p:embed/>
            </p:oleObj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/>
        </p:nvGraphicFramePr>
        <p:xfrm>
          <a:off x="6045200" y="2892425"/>
          <a:ext cx="1184275" cy="979488"/>
        </p:xfrm>
        <a:graphic>
          <a:graphicData uri="http://schemas.openxmlformats.org/presentationml/2006/ole">
            <p:oleObj spid="_x0000_s35851" name="Equation" r:id="rId12" imgW="507960" imgH="419040" progId="Equation.DSMT4">
              <p:embed/>
            </p:oleObj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5562600" y="2819400"/>
          <a:ext cx="474663" cy="1295400"/>
        </p:xfrm>
        <a:graphic>
          <a:graphicData uri="http://schemas.openxmlformats.org/presentationml/2006/ole">
            <p:oleObj spid="_x0000_s35852" name="Equation" r:id="rId13" imgW="203040" imgH="469800" progId="Equation.DSMT4">
              <p:embed/>
            </p:oleObj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257800" y="4419600"/>
            <a:ext cx="1676400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x-axis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01000" y="4267200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3" grpId="0" animBg="1"/>
      <p:bldP spid="27" grpId="0"/>
      <p:bldP spid="28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 Callout 1 44"/>
          <p:cNvSpPr/>
          <p:nvPr/>
        </p:nvSpPr>
        <p:spPr>
          <a:xfrm rot="10800000">
            <a:off x="6839338" y="3351248"/>
            <a:ext cx="2256455" cy="533400"/>
          </a:xfrm>
          <a:prstGeom prst="borderCallout1">
            <a:avLst>
              <a:gd name="adj1" fmla="val -3891"/>
              <a:gd name="adj2" fmla="val 41981"/>
              <a:gd name="adj3" fmla="val -146644"/>
              <a:gd name="adj4" fmla="val 36764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ine Callout 1 42"/>
          <p:cNvSpPr/>
          <p:nvPr/>
        </p:nvSpPr>
        <p:spPr>
          <a:xfrm>
            <a:off x="5010538" y="3159972"/>
            <a:ext cx="1752600" cy="1008642"/>
          </a:xfrm>
          <a:prstGeom prst="borderCallout1">
            <a:avLst>
              <a:gd name="adj1" fmla="val 100615"/>
              <a:gd name="adj2" fmla="val 58403"/>
              <a:gd name="adj3" fmla="val 143919"/>
              <a:gd name="adj4" fmla="val 35154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97" name="Object 49"/>
          <p:cNvGraphicFramePr>
            <a:graphicFrameLocks noChangeAspect="1"/>
          </p:cNvGraphicFramePr>
          <p:nvPr/>
        </p:nvGraphicFramePr>
        <p:xfrm>
          <a:off x="1447800" y="2362200"/>
          <a:ext cx="889000" cy="563563"/>
        </p:xfrm>
        <a:graphic>
          <a:graphicData uri="http://schemas.openxmlformats.org/presentationml/2006/ole">
            <p:oleObj spid="_x0000_s36866" name="Equation" r:id="rId3" imgW="380880" imgH="241200" progId="Equation.DSMT4">
              <p:embed/>
            </p:oleObj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3814763" y="5761037"/>
          <a:ext cx="2994025" cy="1096963"/>
        </p:xfrm>
        <a:graphic>
          <a:graphicData uri="http://schemas.openxmlformats.org/presentationml/2006/ole">
            <p:oleObj spid="_x0000_s36867" name="Equation" r:id="rId4" imgW="1282680" imgH="469800" progId="Equation.DSMT4">
              <p:embed/>
            </p:oleObj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6324600" y="2362200"/>
          <a:ext cx="858837" cy="534988"/>
        </p:xfrm>
        <a:graphic>
          <a:graphicData uri="http://schemas.openxmlformats.org/presentationml/2006/ole">
            <p:oleObj spid="_x0000_s36868" name="Equation" r:id="rId5" imgW="368280" imgH="228600" progId="Equation.DSMT4">
              <p:embed/>
            </p:oleObj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304800" y="1066800"/>
          <a:ext cx="5006975" cy="965200"/>
        </p:xfrm>
        <a:graphic>
          <a:graphicData uri="http://schemas.openxmlformats.org/presentationml/2006/ole">
            <p:oleObj spid="_x0000_s36869" name="Equation" r:id="rId6" imgW="2108160" imgH="406080" progId="Equation.DSMT4">
              <p:embed/>
            </p:oleObj>
          </a:graphicData>
        </a:graphic>
      </p:graphicFrame>
      <p:sp>
        <p:nvSpPr>
          <p:cNvPr id="38" name="Line Callout 1 37"/>
          <p:cNvSpPr/>
          <p:nvPr/>
        </p:nvSpPr>
        <p:spPr>
          <a:xfrm>
            <a:off x="609600" y="3239869"/>
            <a:ext cx="457200" cy="542359"/>
          </a:xfrm>
          <a:prstGeom prst="borderCallout1">
            <a:avLst>
              <a:gd name="adj1" fmla="val 96915"/>
              <a:gd name="adj2" fmla="val 58403"/>
              <a:gd name="adj3" fmla="val 204584"/>
              <a:gd name="adj4" fmla="val -27263"/>
            </a:avLst>
          </a:prstGeom>
          <a:gradFill>
            <a:gsLst>
              <a:gs pos="0">
                <a:schemeClr val="bg1"/>
              </a:gs>
              <a:gs pos="67000">
                <a:srgbClr val="92D050">
                  <a:alpha val="62000"/>
                </a:srgbClr>
              </a:gs>
              <a:gs pos="100000">
                <a:srgbClr val="00B050">
                  <a:alpha val="32000"/>
                </a:srgbClr>
              </a:gs>
            </a:gsLst>
          </a:gradFill>
          <a:ln w="19050">
            <a:solidFill>
              <a:srgbClr val="0059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52400" y="4343400"/>
            <a:ext cx="1449436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y-axis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0" name="Line Callout 1 39"/>
          <p:cNvSpPr/>
          <p:nvPr/>
        </p:nvSpPr>
        <p:spPr>
          <a:xfrm rot="10800000">
            <a:off x="1193800" y="3262094"/>
            <a:ext cx="2285999" cy="533400"/>
          </a:xfrm>
          <a:prstGeom prst="borderCallout1">
            <a:avLst>
              <a:gd name="adj1" fmla="val -3891"/>
              <a:gd name="adj2" fmla="val 41981"/>
              <a:gd name="adj3" fmla="val -111659"/>
              <a:gd name="adj4" fmla="val 38767"/>
            </a:avLst>
          </a:prstGeom>
          <a:ln w="285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162634" y="4405094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268517" y="2971800"/>
          <a:ext cx="533400" cy="1066800"/>
        </p:xfrm>
        <a:graphic>
          <a:graphicData uri="http://schemas.openxmlformats.org/presentationml/2006/ole">
            <p:oleObj spid="_x0000_s36870" name="Equation" r:id="rId7" imgW="228600" imgH="457200" progId="Equation.DSMT4">
              <p:embed/>
            </p:oleObj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686841" y="3338294"/>
          <a:ext cx="385762" cy="385763"/>
        </p:xfrm>
        <a:graphic>
          <a:graphicData uri="http://schemas.openxmlformats.org/presentationml/2006/ole">
            <p:oleObj spid="_x0000_s36871" name="Equation" r:id="rId8" imgW="164880" imgH="164880" progId="Equation.DSMT4">
              <p:embed/>
            </p:oleObj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/>
        </p:nvGraphicFramePr>
        <p:xfrm>
          <a:off x="1193800" y="3262313"/>
          <a:ext cx="2311400" cy="533400"/>
        </p:xfrm>
        <a:graphic>
          <a:graphicData uri="http://schemas.openxmlformats.org/presentationml/2006/ole">
            <p:oleObj spid="_x0000_s36872" name="Equation" r:id="rId9" imgW="990360" imgH="228600" progId="Equation.DSMT4">
              <p:embed/>
            </p:oleObj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/>
        </p:nvGraphicFramePr>
        <p:xfrm>
          <a:off x="5016888" y="3159972"/>
          <a:ext cx="1746250" cy="979488"/>
        </p:xfrm>
        <a:graphic>
          <a:graphicData uri="http://schemas.openxmlformats.org/presentationml/2006/ole">
            <p:oleObj spid="_x0000_s36873" name="Equation" r:id="rId10" imgW="749160" imgH="419040" progId="Equation.DSMT4">
              <p:embed/>
            </p:oleObj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4629538" y="3007572"/>
          <a:ext cx="533400" cy="1260475"/>
        </p:xfrm>
        <a:graphic>
          <a:graphicData uri="http://schemas.openxmlformats.org/presentationml/2006/ole">
            <p:oleObj spid="_x0000_s36874" name="Equation" r:id="rId11" imgW="228600" imgH="457200" progId="Equation.DSMT4">
              <p:embed/>
            </p:oleObj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239138" y="4607772"/>
            <a:ext cx="1676400" cy="646331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6600"/>
                </a:solidFill>
              </a:rPr>
              <a:t>Distance to</a:t>
            </a:r>
          </a:p>
          <a:p>
            <a:pPr algn="ctr"/>
            <a:r>
              <a:rPr lang="en-US" b="1" dirty="0" smtClean="0">
                <a:solidFill>
                  <a:srgbClr val="336600"/>
                </a:solidFill>
              </a:rPr>
              <a:t>x-axis</a:t>
            </a:r>
            <a:endParaRPr lang="en-US" b="1" dirty="0" smtClean="0">
              <a:solidFill>
                <a:srgbClr val="3366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53738" y="4683972"/>
            <a:ext cx="745717" cy="369332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96600"/>
                </a:solidFill>
              </a:rPr>
              <a:t>Mass</a:t>
            </a:r>
            <a:endParaRPr lang="en-US" b="1" dirty="0">
              <a:solidFill>
                <a:srgbClr val="9966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77200" y="637593"/>
            <a:ext cx="152400" cy="5334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152400" y="228600"/>
          <a:ext cx="5275263" cy="534988"/>
        </p:xfrm>
        <a:graphic>
          <a:graphicData uri="http://schemas.openxmlformats.org/presentationml/2006/ole">
            <p:oleObj spid="_x0000_s36875" name="Equation" r:id="rId12" imgW="2260440" imgH="228600" progId="Equation.DSMT4">
              <p:embed/>
            </p:oleObj>
          </a:graphicData>
        </a:graphic>
      </p:graphicFrame>
      <p:grpSp>
        <p:nvGrpSpPr>
          <p:cNvPr id="2" name="Group 29"/>
          <p:cNvGrpSpPr/>
          <p:nvPr/>
        </p:nvGrpSpPr>
        <p:grpSpPr>
          <a:xfrm>
            <a:off x="6515876" y="-533400"/>
            <a:ext cx="2323321" cy="2590800"/>
            <a:chOff x="1273446" y="-329241"/>
            <a:chExt cx="1366660" cy="2311235"/>
          </a:xfrm>
        </p:grpSpPr>
        <p:sp>
          <p:nvSpPr>
            <p:cNvPr id="35" name="Arc 34"/>
            <p:cNvSpPr/>
            <p:nvPr/>
          </p:nvSpPr>
          <p:spPr>
            <a:xfrm>
              <a:off x="1273446" y="-329241"/>
              <a:ext cx="1120589" cy="1835392"/>
            </a:xfrm>
            <a:prstGeom prst="arc">
              <a:avLst>
                <a:gd name="adj1" fmla="val 21264036"/>
                <a:gd name="adj2" fmla="val 792436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8"/>
            <p:cNvGrpSpPr/>
            <p:nvPr/>
          </p:nvGrpSpPr>
          <p:grpSpPr>
            <a:xfrm>
              <a:off x="1295400" y="305594"/>
              <a:ext cx="1344706" cy="1676400"/>
              <a:chOff x="1295400" y="305594"/>
              <a:chExt cx="1344706" cy="1676400"/>
            </a:xfrm>
          </p:grpSpPr>
          <p:grpSp>
            <p:nvGrpSpPr>
              <p:cNvPr id="4" name="Group 16"/>
              <p:cNvGrpSpPr/>
              <p:nvPr/>
            </p:nvGrpSpPr>
            <p:grpSpPr>
              <a:xfrm>
                <a:off x="1295400" y="305594"/>
                <a:ext cx="1344706" cy="1676400"/>
                <a:chOff x="1295400" y="305594"/>
                <a:chExt cx="1344706" cy="1676400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 rot="5400000">
                  <a:off x="990600" y="1143000"/>
                  <a:ext cx="16764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V="1">
                  <a:off x="1295400" y="1506152"/>
                  <a:ext cx="1344706" cy="178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TextBox 50"/>
                <p:cNvSpPr txBox="1"/>
                <p:nvPr/>
              </p:nvSpPr>
              <p:spPr>
                <a:xfrm>
                  <a:off x="2371166" y="1574129"/>
                  <a:ext cx="184062" cy="3294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</p:grpSp>
          <p:cxnSp>
            <p:nvCxnSpPr>
              <p:cNvPr id="47" name="Straight Connector 46"/>
              <p:cNvCxnSpPr/>
              <p:nvPr/>
            </p:nvCxnSpPr>
            <p:spPr>
              <a:xfrm flipV="1">
                <a:off x="1474695" y="418513"/>
                <a:ext cx="1039904" cy="10196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1429872" y="1574129"/>
                <a:ext cx="229324" cy="3294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-2</a:t>
                </a:r>
                <a:endParaRPr lang="en-US" dirty="0"/>
              </a:p>
            </p:txBody>
          </p:sp>
        </p:grpSp>
      </p:grpSp>
      <p:sp>
        <p:nvSpPr>
          <p:cNvPr id="37" name="Oval 36"/>
          <p:cNvSpPr/>
          <p:nvPr/>
        </p:nvSpPr>
        <p:spPr>
          <a:xfrm>
            <a:off x="8086531" y="838200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001000" y="1600200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6813938" y="3312372"/>
          <a:ext cx="2311400" cy="533400"/>
        </p:xfrm>
        <a:graphic>
          <a:graphicData uri="http://schemas.openxmlformats.org/presentationml/2006/ole">
            <p:oleObj spid="_x0000_s36876" name="Equation" r:id="rId13" imgW="99036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3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6" grpId="0" animBg="1"/>
      <p:bldP spid="52" grpId="0" animBg="1"/>
      <p:bldP spid="37" grpId="0" animBg="1"/>
      <p:bldP spid="5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2500</TotalTime>
  <Words>231</Words>
  <Application>Microsoft Office PowerPoint</Application>
  <PresentationFormat>On-screen Show (4:3)</PresentationFormat>
  <Paragraphs>178</Paragraphs>
  <Slides>27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theme</vt:lpstr>
      <vt:lpstr>Equation</vt:lpstr>
      <vt:lpstr>MathType 6.0 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478</cp:revision>
  <dcterms:created xsi:type="dcterms:W3CDTF">2006-08-16T00:00:00Z</dcterms:created>
  <dcterms:modified xsi:type="dcterms:W3CDTF">2011-01-31T18:45:54Z</dcterms:modified>
</cp:coreProperties>
</file>