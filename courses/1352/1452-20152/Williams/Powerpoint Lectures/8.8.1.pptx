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3"/>
  </p:notesMasterIdLst>
  <p:sldIdLst>
    <p:sldId id="256" r:id="rId2"/>
    <p:sldId id="264" r:id="rId3"/>
    <p:sldId id="266" r:id="rId4"/>
    <p:sldId id="265" r:id="rId5"/>
    <p:sldId id="258" r:id="rId6"/>
    <p:sldId id="268" r:id="rId7"/>
    <p:sldId id="270" r:id="rId8"/>
    <p:sldId id="271" r:id="rId9"/>
    <p:sldId id="272" r:id="rId10"/>
    <p:sldId id="273" r:id="rId11"/>
    <p:sldId id="259" r:id="rId12"/>
    <p:sldId id="274" r:id="rId13"/>
    <p:sldId id="275" r:id="rId14"/>
    <p:sldId id="290" r:id="rId15"/>
    <p:sldId id="280" r:id="rId16"/>
    <p:sldId id="260" r:id="rId17"/>
    <p:sldId id="262" r:id="rId18"/>
    <p:sldId id="277" r:id="rId19"/>
    <p:sldId id="276" r:id="rId20"/>
    <p:sldId id="278" r:id="rId21"/>
    <p:sldId id="263" r:id="rId22"/>
    <p:sldId id="261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4" autoAdjust="0"/>
    <p:restoredTop sz="94718" autoAdjust="0"/>
  </p:normalViewPr>
  <p:slideViewPr>
    <p:cSldViewPr>
      <p:cViewPr varScale="1">
        <p:scale>
          <a:sx n="106" d="100"/>
          <a:sy n="106" d="100"/>
        </p:scale>
        <p:origin x="-91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Relationship Id="rId9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image" Target="../media/image25.wmf"/><Relationship Id="rId7" Type="http://schemas.openxmlformats.org/officeDocument/2006/relationships/image" Target="../media/image29.wmf"/><Relationship Id="rId2" Type="http://schemas.openxmlformats.org/officeDocument/2006/relationships/image" Target="../media/image24.wmf"/><Relationship Id="rId1" Type="http://schemas.openxmlformats.org/officeDocument/2006/relationships/image" Target="../media/image21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Relationship Id="rId9" Type="http://schemas.openxmlformats.org/officeDocument/2006/relationships/image" Target="../media/image31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image" Target="../media/image42.wmf"/><Relationship Id="rId3" Type="http://schemas.openxmlformats.org/officeDocument/2006/relationships/image" Target="../media/image33.wmf"/><Relationship Id="rId7" Type="http://schemas.openxmlformats.org/officeDocument/2006/relationships/image" Target="../media/image36.wmf"/><Relationship Id="rId12" Type="http://schemas.openxmlformats.org/officeDocument/2006/relationships/image" Target="../media/image41.wmf"/><Relationship Id="rId2" Type="http://schemas.openxmlformats.org/officeDocument/2006/relationships/image" Target="../media/image32.wmf"/><Relationship Id="rId1" Type="http://schemas.openxmlformats.org/officeDocument/2006/relationships/image" Target="../media/image21.wmf"/><Relationship Id="rId6" Type="http://schemas.openxmlformats.org/officeDocument/2006/relationships/image" Target="../media/image35.wmf"/><Relationship Id="rId11" Type="http://schemas.openxmlformats.org/officeDocument/2006/relationships/image" Target="../media/image40.wmf"/><Relationship Id="rId5" Type="http://schemas.openxmlformats.org/officeDocument/2006/relationships/image" Target="../media/image27.wmf"/><Relationship Id="rId15" Type="http://schemas.openxmlformats.org/officeDocument/2006/relationships/image" Target="../media/image44.wmf"/><Relationship Id="rId10" Type="http://schemas.openxmlformats.org/officeDocument/2006/relationships/image" Target="../media/image39.wmf"/><Relationship Id="rId4" Type="http://schemas.openxmlformats.org/officeDocument/2006/relationships/image" Target="../media/image34.wmf"/><Relationship Id="rId9" Type="http://schemas.openxmlformats.org/officeDocument/2006/relationships/image" Target="../media/image38.wmf"/><Relationship Id="rId14" Type="http://schemas.openxmlformats.org/officeDocument/2006/relationships/image" Target="../media/image43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image" Target="../media/image42.wmf"/><Relationship Id="rId18" Type="http://schemas.openxmlformats.org/officeDocument/2006/relationships/image" Target="../media/image54.wmf"/><Relationship Id="rId3" Type="http://schemas.openxmlformats.org/officeDocument/2006/relationships/image" Target="../media/image46.wmf"/><Relationship Id="rId7" Type="http://schemas.openxmlformats.org/officeDocument/2006/relationships/image" Target="../media/image49.wmf"/><Relationship Id="rId12" Type="http://schemas.openxmlformats.org/officeDocument/2006/relationships/image" Target="../media/image41.wmf"/><Relationship Id="rId17" Type="http://schemas.openxmlformats.org/officeDocument/2006/relationships/image" Target="../media/image53.wmf"/><Relationship Id="rId2" Type="http://schemas.openxmlformats.org/officeDocument/2006/relationships/image" Target="../media/image45.wmf"/><Relationship Id="rId16" Type="http://schemas.openxmlformats.org/officeDocument/2006/relationships/image" Target="../media/image52.wmf"/><Relationship Id="rId20" Type="http://schemas.openxmlformats.org/officeDocument/2006/relationships/image" Target="../media/image56.wmf"/><Relationship Id="rId1" Type="http://schemas.openxmlformats.org/officeDocument/2006/relationships/image" Target="../media/image21.wmf"/><Relationship Id="rId6" Type="http://schemas.openxmlformats.org/officeDocument/2006/relationships/image" Target="../media/image48.wmf"/><Relationship Id="rId11" Type="http://schemas.openxmlformats.org/officeDocument/2006/relationships/image" Target="../media/image40.wmf"/><Relationship Id="rId5" Type="http://schemas.openxmlformats.org/officeDocument/2006/relationships/image" Target="../media/image27.wmf"/><Relationship Id="rId15" Type="http://schemas.openxmlformats.org/officeDocument/2006/relationships/image" Target="../media/image44.wmf"/><Relationship Id="rId10" Type="http://schemas.openxmlformats.org/officeDocument/2006/relationships/image" Target="../media/image39.wmf"/><Relationship Id="rId19" Type="http://schemas.openxmlformats.org/officeDocument/2006/relationships/image" Target="../media/image55.wmf"/><Relationship Id="rId4" Type="http://schemas.openxmlformats.org/officeDocument/2006/relationships/image" Target="../media/image47.wmf"/><Relationship Id="rId9" Type="http://schemas.openxmlformats.org/officeDocument/2006/relationships/image" Target="../media/image51.wmf"/><Relationship Id="rId14" Type="http://schemas.openxmlformats.org/officeDocument/2006/relationships/image" Target="../media/image4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image" Target="../media/image73.wmf"/><Relationship Id="rId3" Type="http://schemas.openxmlformats.org/officeDocument/2006/relationships/image" Target="../media/image65.wmf"/><Relationship Id="rId7" Type="http://schemas.openxmlformats.org/officeDocument/2006/relationships/image" Target="../media/image69.wmf"/><Relationship Id="rId12" Type="http://schemas.openxmlformats.org/officeDocument/2006/relationships/image" Target="../media/image62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6" Type="http://schemas.openxmlformats.org/officeDocument/2006/relationships/image" Target="../media/image68.wmf"/><Relationship Id="rId11" Type="http://schemas.openxmlformats.org/officeDocument/2006/relationships/image" Target="../media/image53.wmf"/><Relationship Id="rId5" Type="http://schemas.openxmlformats.org/officeDocument/2006/relationships/image" Target="../media/image67.wmf"/><Relationship Id="rId10" Type="http://schemas.openxmlformats.org/officeDocument/2006/relationships/image" Target="../media/image72.wmf"/><Relationship Id="rId4" Type="http://schemas.openxmlformats.org/officeDocument/2006/relationships/image" Target="../media/image66.wmf"/><Relationship Id="rId9" Type="http://schemas.openxmlformats.org/officeDocument/2006/relationships/image" Target="../media/image71.wmf"/><Relationship Id="rId14" Type="http://schemas.openxmlformats.org/officeDocument/2006/relationships/image" Target="../media/image74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image" Target="../media/image62.wmf"/><Relationship Id="rId3" Type="http://schemas.openxmlformats.org/officeDocument/2006/relationships/image" Target="../media/image77.wmf"/><Relationship Id="rId7" Type="http://schemas.openxmlformats.org/officeDocument/2006/relationships/image" Target="../media/image81.wmf"/><Relationship Id="rId12" Type="http://schemas.openxmlformats.org/officeDocument/2006/relationships/image" Target="../media/image53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Relationship Id="rId6" Type="http://schemas.openxmlformats.org/officeDocument/2006/relationships/image" Target="../media/image80.wmf"/><Relationship Id="rId11" Type="http://schemas.openxmlformats.org/officeDocument/2006/relationships/image" Target="../media/image85.wmf"/><Relationship Id="rId5" Type="http://schemas.openxmlformats.org/officeDocument/2006/relationships/image" Target="../media/image79.wmf"/><Relationship Id="rId10" Type="http://schemas.openxmlformats.org/officeDocument/2006/relationships/image" Target="../media/image84.wmf"/><Relationship Id="rId4" Type="http://schemas.openxmlformats.org/officeDocument/2006/relationships/image" Target="../media/image78.wmf"/><Relationship Id="rId9" Type="http://schemas.openxmlformats.org/officeDocument/2006/relationships/image" Target="../media/image83.wmf"/><Relationship Id="rId14" Type="http://schemas.openxmlformats.org/officeDocument/2006/relationships/image" Target="../media/image8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5" Type="http://schemas.openxmlformats.org/officeDocument/2006/relationships/image" Target="../media/image91.wmf"/><Relationship Id="rId4" Type="http://schemas.openxmlformats.org/officeDocument/2006/relationships/image" Target="../media/image90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3.wmf"/><Relationship Id="rId1" Type="http://schemas.openxmlformats.org/officeDocument/2006/relationships/image" Target="../media/image92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Relationship Id="rId4" Type="http://schemas.openxmlformats.org/officeDocument/2006/relationships/image" Target="../media/image9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Relationship Id="rId5" Type="http://schemas.openxmlformats.org/officeDocument/2006/relationships/image" Target="../media/image102.wmf"/><Relationship Id="rId4" Type="http://schemas.openxmlformats.org/officeDocument/2006/relationships/image" Target="../media/image10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5" Type="http://schemas.openxmlformats.org/officeDocument/2006/relationships/image" Target="../media/image107.wmf"/><Relationship Id="rId4" Type="http://schemas.openxmlformats.org/officeDocument/2006/relationships/image" Target="../media/image106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7" Type="http://schemas.openxmlformats.org/officeDocument/2006/relationships/image" Target="../media/image124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6" Type="http://schemas.openxmlformats.org/officeDocument/2006/relationships/image" Target="../media/image123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5" Type="http://schemas.openxmlformats.org/officeDocument/2006/relationships/image" Target="../media/image129.wmf"/><Relationship Id="rId4" Type="http://schemas.openxmlformats.org/officeDocument/2006/relationships/image" Target="../media/image128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1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3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5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8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0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85276-4348-4BFB-9B63-AF9E9308948B}" type="datetimeFigureOut">
              <a:rPr lang="en-US" smtClean="0"/>
              <a:pPr/>
              <a:t>4/15/2011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A0A9C-EF98-4743-B4E5-7BB3700F86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331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A0A9C-EF98-4743-B4E5-7BB3700F861F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64209EF-4DC6-44A9-BAAE-1F8B8035F6AE}" type="datetime1">
              <a:rPr lang="en-US" smtClean="0"/>
              <a:pPr/>
              <a:t>4/15/2011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234BD95-98E8-4734-9974-37C1D765B88C}" type="datetime1">
              <a:rPr lang="en-US" smtClean="0"/>
              <a:pPr/>
              <a:t>4/15/2011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34D968-7D26-4366-9831-D4B854822173}" type="datetime1">
              <a:rPr lang="en-US" smtClean="0"/>
              <a:pPr/>
              <a:t>4/15/2011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2D4892-F3B6-4B89-BAE5-177089BFE8F6}" type="datetime1">
              <a:rPr lang="en-US" smtClean="0"/>
              <a:pPr/>
              <a:t>4/15/2011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993100-9B0A-4074-ACF2-147E6CC84FB9}" type="datetime1">
              <a:rPr lang="en-US" smtClean="0"/>
              <a:pPr/>
              <a:t>4/15/2011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531E0D-A74B-4F68-BF77-3FB64E60CF19}" type="datetime1">
              <a:rPr lang="en-US" smtClean="0"/>
              <a:pPr/>
              <a:t>4/15/2011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7F5C82F-B5B4-4C51-830A-456FEAE1A573}" type="datetime1">
              <a:rPr lang="en-US" smtClean="0"/>
              <a:pPr/>
              <a:t>4/15/2011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16AA0AE-4D0A-495C-A0C9-D86839E64676}" type="datetime1">
              <a:rPr lang="en-US" smtClean="0"/>
              <a:pPr/>
              <a:t>4/15/2011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C46CFDD-C88B-4216-B04F-A0B7D94C3C32}" type="datetime1">
              <a:rPr lang="en-US" smtClean="0"/>
              <a:pPr/>
              <a:t>4/15/2011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861479-A97F-41B4-A8A3-37CABFF7D618}" type="datetime1">
              <a:rPr lang="en-US" smtClean="0"/>
              <a:pPr/>
              <a:t>4/15/2011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8FDBC3-02E6-4FAC-A7D1-2A1295A64F79}" type="datetime1">
              <a:rPr lang="en-US" smtClean="0"/>
              <a:pPr/>
              <a:t>4/15/2011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D0119D1-034A-4000-A2CB-3EDD362C4136}" type="datetime1">
              <a:rPr lang="en-US" smtClean="0"/>
              <a:pPr/>
              <a:t>4/15/2011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8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17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4.wmf"/><Relationship Id="rId1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.wmf"/><Relationship Id="rId20" Type="http://schemas.openxmlformats.org/officeDocument/2006/relationships/image" Target="../media/image18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13.wmf"/><Relationship Id="rId19" Type="http://schemas.openxmlformats.org/officeDocument/2006/relationships/oleObject" Target="../embeddings/oleObject17.bin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9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28.bin"/><Relationship Id="rId18" Type="http://schemas.openxmlformats.org/officeDocument/2006/relationships/image" Target="../media/image30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7.wmf"/><Relationship Id="rId17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9.wmf"/><Relationship Id="rId20" Type="http://schemas.openxmlformats.org/officeDocument/2006/relationships/image" Target="../media/image31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5" Type="http://schemas.openxmlformats.org/officeDocument/2006/relationships/oleObject" Target="../embeddings/oleObject29.bin"/><Relationship Id="rId10" Type="http://schemas.openxmlformats.org/officeDocument/2006/relationships/image" Target="../media/image26.wmf"/><Relationship Id="rId19" Type="http://schemas.openxmlformats.org/officeDocument/2006/relationships/oleObject" Target="../embeddings/oleObject31.bin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28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37.bin"/><Relationship Id="rId18" Type="http://schemas.openxmlformats.org/officeDocument/2006/relationships/image" Target="../media/image37.wmf"/><Relationship Id="rId26" Type="http://schemas.openxmlformats.org/officeDocument/2006/relationships/image" Target="../media/image41.wmf"/><Relationship Id="rId3" Type="http://schemas.openxmlformats.org/officeDocument/2006/relationships/oleObject" Target="../embeddings/oleObject32.bin"/><Relationship Id="rId21" Type="http://schemas.openxmlformats.org/officeDocument/2006/relationships/oleObject" Target="../embeddings/oleObject41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27.wmf"/><Relationship Id="rId17" Type="http://schemas.openxmlformats.org/officeDocument/2006/relationships/oleObject" Target="../embeddings/oleObject39.bin"/><Relationship Id="rId25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6.wmf"/><Relationship Id="rId20" Type="http://schemas.openxmlformats.org/officeDocument/2006/relationships/image" Target="../media/image38.wmf"/><Relationship Id="rId29" Type="http://schemas.openxmlformats.org/officeDocument/2006/relationships/oleObject" Target="../embeddings/oleObject45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6.bin"/><Relationship Id="rId24" Type="http://schemas.openxmlformats.org/officeDocument/2006/relationships/image" Target="../media/image40.wmf"/><Relationship Id="rId32" Type="http://schemas.openxmlformats.org/officeDocument/2006/relationships/image" Target="../media/image44.wmf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38.bin"/><Relationship Id="rId23" Type="http://schemas.openxmlformats.org/officeDocument/2006/relationships/oleObject" Target="../embeddings/oleObject42.bin"/><Relationship Id="rId28" Type="http://schemas.openxmlformats.org/officeDocument/2006/relationships/image" Target="../media/image42.wmf"/><Relationship Id="rId10" Type="http://schemas.openxmlformats.org/officeDocument/2006/relationships/image" Target="../media/image34.wmf"/><Relationship Id="rId19" Type="http://schemas.openxmlformats.org/officeDocument/2006/relationships/oleObject" Target="../embeddings/oleObject40.bin"/><Relationship Id="rId31" Type="http://schemas.openxmlformats.org/officeDocument/2006/relationships/oleObject" Target="../embeddings/oleObject46.bin"/><Relationship Id="rId4" Type="http://schemas.openxmlformats.org/officeDocument/2006/relationships/image" Target="../media/image21.w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35.wmf"/><Relationship Id="rId22" Type="http://schemas.openxmlformats.org/officeDocument/2006/relationships/image" Target="../media/image39.wmf"/><Relationship Id="rId27" Type="http://schemas.openxmlformats.org/officeDocument/2006/relationships/oleObject" Target="../embeddings/oleObject44.bin"/><Relationship Id="rId30" Type="http://schemas.openxmlformats.org/officeDocument/2006/relationships/image" Target="../media/image43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oleObject" Target="../embeddings/oleObject52.bin"/><Relationship Id="rId18" Type="http://schemas.openxmlformats.org/officeDocument/2006/relationships/image" Target="../media/image50.wmf"/><Relationship Id="rId26" Type="http://schemas.openxmlformats.org/officeDocument/2006/relationships/image" Target="../media/image41.wmf"/><Relationship Id="rId39" Type="http://schemas.openxmlformats.org/officeDocument/2006/relationships/image" Target="../media/image54.wmf"/><Relationship Id="rId3" Type="http://schemas.openxmlformats.org/officeDocument/2006/relationships/oleObject" Target="../embeddings/oleObject47.bin"/><Relationship Id="rId21" Type="http://schemas.openxmlformats.org/officeDocument/2006/relationships/oleObject" Target="../embeddings/oleObject56.bin"/><Relationship Id="rId34" Type="http://schemas.openxmlformats.org/officeDocument/2006/relationships/image" Target="../media/image52.wmf"/><Relationship Id="rId42" Type="http://schemas.openxmlformats.org/officeDocument/2006/relationships/oleObject" Target="../embeddings/oleObject67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27.wmf"/><Relationship Id="rId17" Type="http://schemas.openxmlformats.org/officeDocument/2006/relationships/oleObject" Target="../embeddings/oleObject54.bin"/><Relationship Id="rId25" Type="http://schemas.openxmlformats.org/officeDocument/2006/relationships/oleObject" Target="../embeddings/oleObject58.bin"/><Relationship Id="rId33" Type="http://schemas.openxmlformats.org/officeDocument/2006/relationships/oleObject" Target="../embeddings/oleObject62.bin"/><Relationship Id="rId38" Type="http://schemas.openxmlformats.org/officeDocument/2006/relationships/oleObject" Target="../embeddings/oleObject6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9.wmf"/><Relationship Id="rId20" Type="http://schemas.openxmlformats.org/officeDocument/2006/relationships/image" Target="../media/image51.wmf"/><Relationship Id="rId29" Type="http://schemas.openxmlformats.org/officeDocument/2006/relationships/oleObject" Target="../embeddings/oleObject60.bin"/><Relationship Id="rId41" Type="http://schemas.openxmlformats.org/officeDocument/2006/relationships/image" Target="../media/image55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51.bin"/><Relationship Id="rId24" Type="http://schemas.openxmlformats.org/officeDocument/2006/relationships/image" Target="../media/image40.wmf"/><Relationship Id="rId32" Type="http://schemas.openxmlformats.org/officeDocument/2006/relationships/image" Target="../media/image44.wmf"/><Relationship Id="rId37" Type="http://schemas.openxmlformats.org/officeDocument/2006/relationships/image" Target="../media/image53.wmf"/><Relationship Id="rId40" Type="http://schemas.openxmlformats.org/officeDocument/2006/relationships/oleObject" Target="../embeddings/oleObject66.bin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3.bin"/><Relationship Id="rId23" Type="http://schemas.openxmlformats.org/officeDocument/2006/relationships/oleObject" Target="../embeddings/oleObject57.bin"/><Relationship Id="rId28" Type="http://schemas.openxmlformats.org/officeDocument/2006/relationships/image" Target="../media/image42.wmf"/><Relationship Id="rId36" Type="http://schemas.openxmlformats.org/officeDocument/2006/relationships/oleObject" Target="../embeddings/oleObject64.bin"/><Relationship Id="rId10" Type="http://schemas.openxmlformats.org/officeDocument/2006/relationships/image" Target="../media/image47.wmf"/><Relationship Id="rId19" Type="http://schemas.openxmlformats.org/officeDocument/2006/relationships/oleObject" Target="../embeddings/oleObject55.bin"/><Relationship Id="rId31" Type="http://schemas.openxmlformats.org/officeDocument/2006/relationships/oleObject" Target="../embeddings/oleObject61.bin"/><Relationship Id="rId4" Type="http://schemas.openxmlformats.org/officeDocument/2006/relationships/image" Target="../media/image21.w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48.wmf"/><Relationship Id="rId22" Type="http://schemas.openxmlformats.org/officeDocument/2006/relationships/image" Target="../media/image39.wmf"/><Relationship Id="rId27" Type="http://schemas.openxmlformats.org/officeDocument/2006/relationships/oleObject" Target="../embeddings/oleObject59.bin"/><Relationship Id="rId30" Type="http://schemas.openxmlformats.org/officeDocument/2006/relationships/image" Target="../media/image43.wmf"/><Relationship Id="rId35" Type="http://schemas.openxmlformats.org/officeDocument/2006/relationships/oleObject" Target="../embeddings/oleObject63.bin"/><Relationship Id="rId43" Type="http://schemas.openxmlformats.org/officeDocument/2006/relationships/image" Target="../media/image56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oleObject" Target="../embeddings/oleObject73.bin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12" Type="http://schemas.openxmlformats.org/officeDocument/2006/relationships/image" Target="../media/image6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72.bin"/><Relationship Id="rId5" Type="http://schemas.openxmlformats.org/officeDocument/2006/relationships/oleObject" Target="../embeddings/oleObject69.bin"/><Relationship Id="rId10" Type="http://schemas.openxmlformats.org/officeDocument/2006/relationships/image" Target="../media/image60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71.bin"/><Relationship Id="rId14" Type="http://schemas.openxmlformats.org/officeDocument/2006/relationships/image" Target="../media/image62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13" Type="http://schemas.openxmlformats.org/officeDocument/2006/relationships/oleObject" Target="../embeddings/oleObject79.bin"/><Relationship Id="rId18" Type="http://schemas.openxmlformats.org/officeDocument/2006/relationships/image" Target="../media/image70.wmf"/><Relationship Id="rId26" Type="http://schemas.openxmlformats.org/officeDocument/2006/relationships/oleObject" Target="../embeddings/oleObject86.bin"/><Relationship Id="rId3" Type="http://schemas.openxmlformats.org/officeDocument/2006/relationships/oleObject" Target="../embeddings/oleObject74.bin"/><Relationship Id="rId21" Type="http://schemas.openxmlformats.org/officeDocument/2006/relationships/oleObject" Target="../embeddings/oleObject83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67.wmf"/><Relationship Id="rId17" Type="http://schemas.openxmlformats.org/officeDocument/2006/relationships/oleObject" Target="../embeddings/oleObject81.bin"/><Relationship Id="rId25" Type="http://schemas.openxmlformats.org/officeDocument/2006/relationships/oleObject" Target="../embeddings/oleObject8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9.wmf"/><Relationship Id="rId20" Type="http://schemas.openxmlformats.org/officeDocument/2006/relationships/image" Target="../media/image71.wmf"/><Relationship Id="rId29" Type="http://schemas.openxmlformats.org/officeDocument/2006/relationships/oleObject" Target="../embeddings/oleObject88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4.wmf"/><Relationship Id="rId11" Type="http://schemas.openxmlformats.org/officeDocument/2006/relationships/oleObject" Target="../embeddings/oleObject78.bin"/><Relationship Id="rId24" Type="http://schemas.openxmlformats.org/officeDocument/2006/relationships/image" Target="../media/image53.wmf"/><Relationship Id="rId32" Type="http://schemas.openxmlformats.org/officeDocument/2006/relationships/image" Target="../media/image74.wmf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23" Type="http://schemas.openxmlformats.org/officeDocument/2006/relationships/oleObject" Target="../embeddings/oleObject84.bin"/><Relationship Id="rId28" Type="http://schemas.openxmlformats.org/officeDocument/2006/relationships/image" Target="../media/image62.wmf"/><Relationship Id="rId10" Type="http://schemas.openxmlformats.org/officeDocument/2006/relationships/image" Target="../media/image66.wmf"/><Relationship Id="rId19" Type="http://schemas.openxmlformats.org/officeDocument/2006/relationships/oleObject" Target="../embeddings/oleObject82.bin"/><Relationship Id="rId31" Type="http://schemas.openxmlformats.org/officeDocument/2006/relationships/oleObject" Target="../embeddings/oleObject89.bin"/><Relationship Id="rId4" Type="http://schemas.openxmlformats.org/officeDocument/2006/relationships/image" Target="../media/image63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68.wmf"/><Relationship Id="rId22" Type="http://schemas.openxmlformats.org/officeDocument/2006/relationships/image" Target="../media/image72.wmf"/><Relationship Id="rId27" Type="http://schemas.openxmlformats.org/officeDocument/2006/relationships/oleObject" Target="../embeddings/oleObject87.bin"/><Relationship Id="rId30" Type="http://schemas.openxmlformats.org/officeDocument/2006/relationships/image" Target="../media/image7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13" Type="http://schemas.openxmlformats.org/officeDocument/2006/relationships/oleObject" Target="../embeddings/oleObject95.bin"/><Relationship Id="rId18" Type="http://schemas.openxmlformats.org/officeDocument/2006/relationships/image" Target="../media/image82.wmf"/><Relationship Id="rId26" Type="http://schemas.openxmlformats.org/officeDocument/2006/relationships/image" Target="../media/image53.wmf"/><Relationship Id="rId3" Type="http://schemas.openxmlformats.org/officeDocument/2006/relationships/oleObject" Target="../embeddings/oleObject90.bin"/><Relationship Id="rId21" Type="http://schemas.openxmlformats.org/officeDocument/2006/relationships/oleObject" Target="../embeddings/oleObject99.bin"/><Relationship Id="rId7" Type="http://schemas.openxmlformats.org/officeDocument/2006/relationships/oleObject" Target="../embeddings/oleObject92.bin"/><Relationship Id="rId12" Type="http://schemas.openxmlformats.org/officeDocument/2006/relationships/image" Target="../media/image79.wmf"/><Relationship Id="rId17" Type="http://schemas.openxmlformats.org/officeDocument/2006/relationships/oleObject" Target="../embeddings/oleObject97.bin"/><Relationship Id="rId25" Type="http://schemas.openxmlformats.org/officeDocument/2006/relationships/oleObject" Target="../embeddings/oleObject10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1.wmf"/><Relationship Id="rId20" Type="http://schemas.openxmlformats.org/officeDocument/2006/relationships/image" Target="../media/image83.wmf"/><Relationship Id="rId29" Type="http://schemas.openxmlformats.org/officeDocument/2006/relationships/image" Target="../media/image62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6.wmf"/><Relationship Id="rId11" Type="http://schemas.openxmlformats.org/officeDocument/2006/relationships/oleObject" Target="../embeddings/oleObject94.bin"/><Relationship Id="rId24" Type="http://schemas.openxmlformats.org/officeDocument/2006/relationships/image" Target="../media/image85.wmf"/><Relationship Id="rId5" Type="http://schemas.openxmlformats.org/officeDocument/2006/relationships/oleObject" Target="../embeddings/oleObject91.bin"/><Relationship Id="rId15" Type="http://schemas.openxmlformats.org/officeDocument/2006/relationships/oleObject" Target="../embeddings/oleObject96.bin"/><Relationship Id="rId23" Type="http://schemas.openxmlformats.org/officeDocument/2006/relationships/oleObject" Target="../embeddings/oleObject100.bin"/><Relationship Id="rId28" Type="http://schemas.openxmlformats.org/officeDocument/2006/relationships/oleObject" Target="../embeddings/oleObject103.bin"/><Relationship Id="rId10" Type="http://schemas.openxmlformats.org/officeDocument/2006/relationships/image" Target="../media/image78.wmf"/><Relationship Id="rId19" Type="http://schemas.openxmlformats.org/officeDocument/2006/relationships/oleObject" Target="../embeddings/oleObject98.bin"/><Relationship Id="rId31" Type="http://schemas.openxmlformats.org/officeDocument/2006/relationships/image" Target="../media/image86.wmf"/><Relationship Id="rId4" Type="http://schemas.openxmlformats.org/officeDocument/2006/relationships/image" Target="../media/image75.wmf"/><Relationship Id="rId9" Type="http://schemas.openxmlformats.org/officeDocument/2006/relationships/oleObject" Target="../embeddings/oleObject93.bin"/><Relationship Id="rId14" Type="http://schemas.openxmlformats.org/officeDocument/2006/relationships/image" Target="../media/image80.wmf"/><Relationship Id="rId22" Type="http://schemas.openxmlformats.org/officeDocument/2006/relationships/image" Target="../media/image84.wmf"/><Relationship Id="rId27" Type="http://schemas.openxmlformats.org/officeDocument/2006/relationships/oleObject" Target="../embeddings/oleObject102.bin"/><Relationship Id="rId30" Type="http://schemas.openxmlformats.org/officeDocument/2006/relationships/oleObject" Target="../embeddings/oleObject104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12" Type="http://schemas.openxmlformats.org/officeDocument/2006/relationships/image" Target="../media/image9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8.wmf"/><Relationship Id="rId11" Type="http://schemas.openxmlformats.org/officeDocument/2006/relationships/oleObject" Target="../embeddings/oleObject109.bin"/><Relationship Id="rId5" Type="http://schemas.openxmlformats.org/officeDocument/2006/relationships/oleObject" Target="../embeddings/oleObject106.bin"/><Relationship Id="rId10" Type="http://schemas.openxmlformats.org/officeDocument/2006/relationships/image" Target="../media/image90.wmf"/><Relationship Id="rId4" Type="http://schemas.openxmlformats.org/officeDocument/2006/relationships/image" Target="../media/image87.wmf"/><Relationship Id="rId9" Type="http://schemas.openxmlformats.org/officeDocument/2006/relationships/oleObject" Target="../embeddings/oleObject108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93.wmf"/><Relationship Id="rId5" Type="http://schemas.openxmlformats.org/officeDocument/2006/relationships/oleObject" Target="../embeddings/oleObject111.bin"/><Relationship Id="rId4" Type="http://schemas.openxmlformats.org/officeDocument/2006/relationships/image" Target="../media/image9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5.wmf"/><Relationship Id="rId5" Type="http://schemas.openxmlformats.org/officeDocument/2006/relationships/oleObject" Target="../embeddings/oleObject113.bin"/><Relationship Id="rId10" Type="http://schemas.openxmlformats.org/officeDocument/2006/relationships/image" Target="../media/image97.wmf"/><Relationship Id="rId4" Type="http://schemas.openxmlformats.org/officeDocument/2006/relationships/image" Target="../media/image94.wmf"/><Relationship Id="rId9" Type="http://schemas.openxmlformats.org/officeDocument/2006/relationships/oleObject" Target="../embeddings/oleObject115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oleObject" Target="../embeddings/oleObject116.bin"/><Relationship Id="rId7" Type="http://schemas.openxmlformats.org/officeDocument/2006/relationships/oleObject" Target="../embeddings/oleObject118.bin"/><Relationship Id="rId12" Type="http://schemas.openxmlformats.org/officeDocument/2006/relationships/image" Target="../media/image10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9.wmf"/><Relationship Id="rId11" Type="http://schemas.openxmlformats.org/officeDocument/2006/relationships/oleObject" Target="../embeddings/oleObject120.bin"/><Relationship Id="rId5" Type="http://schemas.openxmlformats.org/officeDocument/2006/relationships/oleObject" Target="../embeddings/oleObject117.bin"/><Relationship Id="rId10" Type="http://schemas.openxmlformats.org/officeDocument/2006/relationships/image" Target="../media/image101.wmf"/><Relationship Id="rId4" Type="http://schemas.openxmlformats.org/officeDocument/2006/relationships/image" Target="../media/image98.wmf"/><Relationship Id="rId9" Type="http://schemas.openxmlformats.org/officeDocument/2006/relationships/oleObject" Target="../embeddings/oleObject119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3.bin"/><Relationship Id="rId12" Type="http://schemas.openxmlformats.org/officeDocument/2006/relationships/image" Target="../media/image10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125.bin"/><Relationship Id="rId5" Type="http://schemas.openxmlformats.org/officeDocument/2006/relationships/oleObject" Target="../embeddings/oleObject122.bin"/><Relationship Id="rId10" Type="http://schemas.openxmlformats.org/officeDocument/2006/relationships/image" Target="../media/image106.wmf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124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3" Type="http://schemas.openxmlformats.org/officeDocument/2006/relationships/oleObject" Target="../embeddings/oleObject126.bin"/><Relationship Id="rId7" Type="http://schemas.openxmlformats.org/officeDocument/2006/relationships/oleObject" Target="../embeddings/oleObject128.bin"/><Relationship Id="rId12" Type="http://schemas.openxmlformats.org/officeDocument/2006/relationships/image" Target="../media/image1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09.wmf"/><Relationship Id="rId11" Type="http://schemas.openxmlformats.org/officeDocument/2006/relationships/oleObject" Target="../embeddings/oleObject130.bin"/><Relationship Id="rId5" Type="http://schemas.openxmlformats.org/officeDocument/2006/relationships/oleObject" Target="../embeddings/oleObject127.bin"/><Relationship Id="rId10" Type="http://schemas.openxmlformats.org/officeDocument/2006/relationships/image" Target="../media/image111.wmf"/><Relationship Id="rId4" Type="http://schemas.openxmlformats.org/officeDocument/2006/relationships/image" Target="../media/image108.wmf"/><Relationship Id="rId9" Type="http://schemas.openxmlformats.org/officeDocument/2006/relationships/oleObject" Target="../embeddings/oleObject129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3" Type="http://schemas.openxmlformats.org/officeDocument/2006/relationships/oleObject" Target="../embeddings/oleObject131.bin"/><Relationship Id="rId7" Type="http://schemas.openxmlformats.org/officeDocument/2006/relationships/oleObject" Target="../embeddings/oleObject133.bin"/><Relationship Id="rId12" Type="http://schemas.openxmlformats.org/officeDocument/2006/relationships/image" Target="../media/image1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14.wmf"/><Relationship Id="rId11" Type="http://schemas.openxmlformats.org/officeDocument/2006/relationships/oleObject" Target="../embeddings/oleObject135.bin"/><Relationship Id="rId5" Type="http://schemas.openxmlformats.org/officeDocument/2006/relationships/oleObject" Target="../embeddings/oleObject132.bin"/><Relationship Id="rId10" Type="http://schemas.openxmlformats.org/officeDocument/2006/relationships/image" Target="../media/image116.wmf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134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13" Type="http://schemas.openxmlformats.org/officeDocument/2006/relationships/oleObject" Target="../embeddings/oleObject141.bin"/><Relationship Id="rId3" Type="http://schemas.openxmlformats.org/officeDocument/2006/relationships/oleObject" Target="../embeddings/oleObject136.bin"/><Relationship Id="rId7" Type="http://schemas.openxmlformats.org/officeDocument/2006/relationships/oleObject" Target="../embeddings/oleObject138.bin"/><Relationship Id="rId12" Type="http://schemas.openxmlformats.org/officeDocument/2006/relationships/image" Target="../media/image122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4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40.bin"/><Relationship Id="rId5" Type="http://schemas.openxmlformats.org/officeDocument/2006/relationships/oleObject" Target="../embeddings/oleObject137.bin"/><Relationship Id="rId15" Type="http://schemas.openxmlformats.org/officeDocument/2006/relationships/oleObject" Target="../embeddings/oleObject142.bin"/><Relationship Id="rId10" Type="http://schemas.openxmlformats.org/officeDocument/2006/relationships/image" Target="../media/image121.wmf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39.bin"/><Relationship Id="rId14" Type="http://schemas.openxmlformats.org/officeDocument/2006/relationships/image" Target="../media/image123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3" Type="http://schemas.openxmlformats.org/officeDocument/2006/relationships/oleObject" Target="../embeddings/oleObject143.bin"/><Relationship Id="rId7" Type="http://schemas.openxmlformats.org/officeDocument/2006/relationships/oleObject" Target="../embeddings/oleObject145.bin"/><Relationship Id="rId12" Type="http://schemas.openxmlformats.org/officeDocument/2006/relationships/image" Target="../media/image12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6.wmf"/><Relationship Id="rId11" Type="http://schemas.openxmlformats.org/officeDocument/2006/relationships/oleObject" Target="../embeddings/oleObject147.bin"/><Relationship Id="rId5" Type="http://schemas.openxmlformats.org/officeDocument/2006/relationships/oleObject" Target="../embeddings/oleObject144.bin"/><Relationship Id="rId10" Type="http://schemas.openxmlformats.org/officeDocument/2006/relationships/image" Target="../media/image128.wmf"/><Relationship Id="rId4" Type="http://schemas.openxmlformats.org/officeDocument/2006/relationships/image" Target="../media/image125.wmf"/><Relationship Id="rId9" Type="http://schemas.openxmlformats.org/officeDocument/2006/relationships/oleObject" Target="../embeddings/oleObject146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131.wmf"/><Relationship Id="rId4" Type="http://schemas.openxmlformats.org/officeDocument/2006/relationships/oleObject" Target="../embeddings/oleObject148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133.wmf"/><Relationship Id="rId4" Type="http://schemas.openxmlformats.org/officeDocument/2006/relationships/oleObject" Target="../embeddings/oleObject149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135.wmf"/><Relationship Id="rId4" Type="http://schemas.openxmlformats.org/officeDocument/2006/relationships/oleObject" Target="../embeddings/oleObject150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138.wmf"/><Relationship Id="rId4" Type="http://schemas.openxmlformats.org/officeDocument/2006/relationships/oleObject" Target="../embeddings/oleObject151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140.wmf"/><Relationship Id="rId4" Type="http://schemas.openxmlformats.org/officeDocument/2006/relationships/oleObject" Target="../embeddings/oleObject152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142.wmf"/><Relationship Id="rId4" Type="http://schemas.openxmlformats.org/officeDocument/2006/relationships/oleObject" Target="../embeddings/oleObject15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71800" y="3275846"/>
            <a:ext cx="61093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latin typeface="Calibri" pitchFamily="34" charset="0"/>
                <a:cs typeface="Calibri" pitchFamily="34" charset="0"/>
              </a:rPr>
              <a:t>Section 8.8:  Taylor Series</a:t>
            </a:r>
            <a:endParaRPr lang="en-US" sz="44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442365" y="4467255"/>
            <a:ext cx="5638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(So cool it needs its own theme music)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52400" y="304800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Recall 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3323832"/>
              </p:ext>
            </p:extLst>
          </p:nvPr>
        </p:nvGraphicFramePr>
        <p:xfrm>
          <a:off x="1665288" y="1371600"/>
          <a:ext cx="261620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6" name="Equation" r:id="rId3" imgW="1143000" imgH="431640" progId="Equation.DSMT4">
                  <p:embed/>
                </p:oleObj>
              </mc:Choice>
              <mc:Fallback>
                <p:oleObj name="Equation" r:id="rId3" imgW="1143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5288" y="1371600"/>
                        <a:ext cx="2616200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6200" y="5257800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alibri" pitchFamily="34" charset="0"/>
                <a:cs typeface="Calibri" pitchFamily="34" charset="0"/>
              </a:rPr>
              <a:t>This is valid on the interval of convergence of the original series.</a:t>
            </a:r>
          </a:p>
        </p:txBody>
      </p:sp>
      <p:graphicFrame>
        <p:nvGraphicFramePr>
          <p:cNvPr id="2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5224816"/>
              </p:ext>
            </p:extLst>
          </p:nvPr>
        </p:nvGraphicFramePr>
        <p:xfrm>
          <a:off x="4518025" y="1371600"/>
          <a:ext cx="285115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7" name="Equation" r:id="rId5" imgW="1244520" imgH="431640" progId="Equation.DSMT4">
                  <p:embed/>
                </p:oleObj>
              </mc:Choice>
              <mc:Fallback>
                <p:oleObj name="Equation" r:id="rId5" imgW="12445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8025" y="1371600"/>
                        <a:ext cx="2851150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1312112"/>
              </p:ext>
            </p:extLst>
          </p:nvPr>
        </p:nvGraphicFramePr>
        <p:xfrm>
          <a:off x="1260475" y="3276600"/>
          <a:ext cx="2995613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8" name="Equation" r:id="rId7" imgW="1307880" imgH="431640" progId="Equation.DSMT4">
                  <p:embed/>
                </p:oleObj>
              </mc:Choice>
              <mc:Fallback>
                <p:oleObj name="Equation" r:id="rId7" imgW="1307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475" y="3276600"/>
                        <a:ext cx="2995613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1101025"/>
              </p:ext>
            </p:extLst>
          </p:nvPr>
        </p:nvGraphicFramePr>
        <p:xfrm>
          <a:off x="4433888" y="3276600"/>
          <a:ext cx="3748087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9" name="Equation" r:id="rId9" imgW="1638000" imgH="431640" progId="Equation.DSMT4">
                  <p:embed/>
                </p:oleObj>
              </mc:Choice>
              <mc:Fallback>
                <p:oleObj name="Equation" r:id="rId9" imgW="1638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3888" y="3276600"/>
                        <a:ext cx="3748087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8486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24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24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2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736732"/>
              </p:ext>
            </p:extLst>
          </p:nvPr>
        </p:nvGraphicFramePr>
        <p:xfrm>
          <a:off x="304800" y="228600"/>
          <a:ext cx="314166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30" name="Equation" r:id="rId3" imgW="1371600" imgH="444240" progId="Equation.DSMT4">
                  <p:embed/>
                </p:oleObj>
              </mc:Choice>
              <mc:Fallback>
                <p:oleObj name="Equation" r:id="rId3" imgW="13716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28600"/>
                        <a:ext cx="3141663" cy="1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1173603"/>
              </p:ext>
            </p:extLst>
          </p:nvPr>
        </p:nvGraphicFramePr>
        <p:xfrm>
          <a:off x="3838575" y="304800"/>
          <a:ext cx="36941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31" name="Equation" r:id="rId5" imgW="1612800" imgH="444240" progId="Equation.DSMT4">
                  <p:embed/>
                </p:oleObj>
              </mc:Choice>
              <mc:Fallback>
                <p:oleObj name="Equation" r:id="rId5" imgW="16128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8575" y="304800"/>
                        <a:ext cx="369411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4092489"/>
              </p:ext>
            </p:extLst>
          </p:nvPr>
        </p:nvGraphicFramePr>
        <p:xfrm>
          <a:off x="76200" y="2438400"/>
          <a:ext cx="375285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32" name="Equation" r:id="rId7" imgW="1638000" imgH="444240" progId="Equation.DSMT4">
                  <p:embed/>
                </p:oleObj>
              </mc:Choice>
              <mc:Fallback>
                <p:oleObj name="Equation" r:id="rId7" imgW="1638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2438400"/>
                        <a:ext cx="375285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6258382"/>
              </p:ext>
            </p:extLst>
          </p:nvPr>
        </p:nvGraphicFramePr>
        <p:xfrm>
          <a:off x="3810000" y="2438400"/>
          <a:ext cx="5265738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33" name="Equation" r:id="rId9" imgW="2298600" imgH="444240" progId="Equation.DSMT4">
                  <p:embed/>
                </p:oleObj>
              </mc:Choice>
              <mc:Fallback>
                <p:oleObj name="Equation" r:id="rId9" imgW="22986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438400"/>
                        <a:ext cx="5265738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2660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668449"/>
              </p:ext>
            </p:extLst>
          </p:nvPr>
        </p:nvGraphicFramePr>
        <p:xfrm>
          <a:off x="152400" y="228600"/>
          <a:ext cx="220980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3" name="Equation" r:id="rId3" imgW="965160" imgH="431640" progId="Equation.DSMT4">
                  <p:embed/>
                </p:oleObj>
              </mc:Choice>
              <mc:Fallback>
                <p:oleObj name="Equation" r:id="rId3" imgW="965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28600"/>
                        <a:ext cx="2209800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0364638"/>
              </p:ext>
            </p:extLst>
          </p:nvPr>
        </p:nvGraphicFramePr>
        <p:xfrm>
          <a:off x="2438400" y="228600"/>
          <a:ext cx="2474913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4" name="Equation" r:id="rId5" imgW="1079280" imgH="431640" progId="Equation.DSMT4">
                  <p:embed/>
                </p:oleObj>
              </mc:Choice>
              <mc:Fallback>
                <p:oleObj name="Equation" r:id="rId5" imgW="1079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28600"/>
                        <a:ext cx="2474913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0182714"/>
              </p:ext>
            </p:extLst>
          </p:nvPr>
        </p:nvGraphicFramePr>
        <p:xfrm>
          <a:off x="1247775" y="1752600"/>
          <a:ext cx="63849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5" name="Equation" r:id="rId7" imgW="2577960" imgH="431640" progId="Equation.DSMT4">
                  <p:embed/>
                </p:oleObj>
              </mc:Choice>
              <mc:Fallback>
                <p:oleObj name="Equation" r:id="rId7" imgW="2577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7775" y="1752600"/>
                        <a:ext cx="6384925" cy="10668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4570862"/>
              </p:ext>
            </p:extLst>
          </p:nvPr>
        </p:nvGraphicFramePr>
        <p:xfrm>
          <a:off x="3124200" y="3733800"/>
          <a:ext cx="7000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6" name="Equation" r:id="rId9" imgW="266400" imgH="177480" progId="Equation.DSMT4">
                  <p:embed/>
                </p:oleObj>
              </mc:Choice>
              <mc:Fallback>
                <p:oleObj name="Equation" r:id="rId9" imgW="2664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733800"/>
                        <a:ext cx="700088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3863627"/>
              </p:ext>
            </p:extLst>
          </p:nvPr>
        </p:nvGraphicFramePr>
        <p:xfrm>
          <a:off x="2438400" y="5181600"/>
          <a:ext cx="125095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7" name="Equation" r:id="rId11" imgW="545760" imgH="431640" progId="Equation.DSMT4">
                  <p:embed/>
                </p:oleObj>
              </mc:Choice>
              <mc:Fallback>
                <p:oleObj name="Equation" r:id="rId11" imgW="545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181600"/>
                        <a:ext cx="1250950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09600" y="5429071"/>
            <a:ext cx="777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So what is                    ??     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655627"/>
              </p:ext>
            </p:extLst>
          </p:nvPr>
        </p:nvGraphicFramePr>
        <p:xfrm>
          <a:off x="3910806" y="3402480"/>
          <a:ext cx="1169988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8" name="Equation" r:id="rId13" imgW="444240" imgH="393480" progId="Equation.DSMT4">
                  <p:embed/>
                </p:oleObj>
              </mc:Choice>
              <mc:Fallback>
                <p:oleObj name="Equation" r:id="rId13" imgW="4442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0806" y="3402480"/>
                        <a:ext cx="1169988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594756"/>
              </p:ext>
            </p:extLst>
          </p:nvPr>
        </p:nvGraphicFramePr>
        <p:xfrm>
          <a:off x="1905000" y="3657600"/>
          <a:ext cx="40005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9" name="Equation" r:id="rId15" imgW="152280" imgH="203040" progId="Equation.DSMT4">
                  <p:embed/>
                </p:oleObj>
              </mc:Choice>
              <mc:Fallback>
                <p:oleObj name="Equation" r:id="rId15" imgW="152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657600"/>
                        <a:ext cx="40005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787976"/>
              </p:ext>
            </p:extLst>
          </p:nvPr>
        </p:nvGraphicFramePr>
        <p:xfrm>
          <a:off x="5105400" y="3419475"/>
          <a:ext cx="2036763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70" name="Equation" r:id="rId17" imgW="774360" imgH="393480" progId="Equation.DSMT4">
                  <p:embed/>
                </p:oleObj>
              </mc:Choice>
              <mc:Fallback>
                <p:oleObj name="Equation" r:id="rId17" imgW="7743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419475"/>
                        <a:ext cx="2036763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4724401" y="5952290"/>
            <a:ext cx="4267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It must be </a:t>
            </a:r>
            <a:r>
              <a:rPr lang="en-US" sz="48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 e</a:t>
            </a:r>
            <a:r>
              <a:rPr lang="en-US" sz="4800" b="1" baseline="300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x</a:t>
            </a:r>
            <a:r>
              <a:rPr lang="en-US" sz="48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48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!!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611050"/>
              </p:ext>
            </p:extLst>
          </p:nvPr>
        </p:nvGraphicFramePr>
        <p:xfrm>
          <a:off x="2171700" y="3657600"/>
          <a:ext cx="8001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71" name="Equation" r:id="rId19" imgW="304560" imgH="203040" progId="Equation.DSMT4">
                  <p:embed/>
                </p:oleObj>
              </mc:Choice>
              <mc:Fallback>
                <p:oleObj name="Equation" r:id="rId19" imgW="304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3657600"/>
                        <a:ext cx="80010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3016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3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3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3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3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35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35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/>
          <p:cNvSpPr txBox="1"/>
          <p:nvPr/>
        </p:nvSpPr>
        <p:spPr>
          <a:xfrm>
            <a:off x="3638550" y="152400"/>
            <a:ext cx="2171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latin typeface="Calibri" pitchFamily="34" charset="0"/>
                <a:cs typeface="Calibri" pitchFamily="34" charset="0"/>
              </a:rPr>
              <a:t>Theorem</a:t>
            </a:r>
            <a:endParaRPr lang="en-US" sz="2400" b="1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38200" y="1162975"/>
            <a:ext cx="777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If  f(x) can be written as a power series it must 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5257800"/>
            <a:ext cx="8305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This is the </a:t>
            </a:r>
            <a:r>
              <a:rPr lang="en-US" sz="28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Taylor series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for f. 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When c = 0,it is called the </a:t>
            </a:r>
            <a:r>
              <a:rPr lang="en-US" sz="2800" dirty="0" err="1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Maclaurin</a:t>
            </a:r>
            <a:r>
              <a:rPr lang="en-US" sz="28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 series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 for f. </a:t>
            </a:r>
          </a:p>
        </p:txBody>
      </p:sp>
      <p:graphicFrame>
        <p:nvGraphicFramePr>
          <p:cNvPr id="44074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2488933"/>
              </p:ext>
            </p:extLst>
          </p:nvPr>
        </p:nvGraphicFramePr>
        <p:xfrm>
          <a:off x="2370138" y="2057400"/>
          <a:ext cx="4360862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8" name="Equation" r:id="rId3" imgW="1904760" imgH="444240" progId="Equation.DSMT4">
                  <p:embed/>
                </p:oleObj>
              </mc:Choice>
              <mc:Fallback>
                <p:oleObj name="Equation" r:id="rId3" imgW="1904760" imgH="444240" progId="Equation.DSMT4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138" y="2057400"/>
                        <a:ext cx="4360862" cy="1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76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3246916"/>
              </p:ext>
            </p:extLst>
          </p:nvPr>
        </p:nvGraphicFramePr>
        <p:xfrm>
          <a:off x="588962" y="3657600"/>
          <a:ext cx="8021638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9" name="Equation" r:id="rId5" imgW="3504960" imgH="393480" progId="Equation.DSMT4">
                  <p:embed/>
                </p:oleObj>
              </mc:Choice>
              <mc:Fallback>
                <p:oleObj name="Equation" r:id="rId5" imgW="3504960" imgH="393480" progId="Equation.DSMT4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962" y="3657600"/>
                        <a:ext cx="8021638" cy="900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4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4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4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/>
          <p:cNvSpPr txBox="1"/>
          <p:nvPr/>
        </p:nvSpPr>
        <p:spPr>
          <a:xfrm>
            <a:off x="76200" y="457200"/>
            <a:ext cx="8763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Historical Note:</a:t>
            </a:r>
          </a:p>
          <a:p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 err="1" smtClean="0">
                <a:latin typeface="Calibri" pitchFamily="34" charset="0"/>
                <a:cs typeface="Calibri" pitchFamily="34" charset="0"/>
              </a:rPr>
              <a:t>Issac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 Newton used Taylor series all over the place 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when Brook Taylor was a pre-</a:t>
            </a:r>
            <a:r>
              <a:rPr lang="en-US" sz="2800" dirty="0" err="1" smtClean="0">
                <a:latin typeface="Calibri" pitchFamily="34" charset="0"/>
                <a:cs typeface="Calibri" pitchFamily="34" charset="0"/>
              </a:rPr>
              <a:t>schooler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. 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James Gregory did almost the same thing 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before both of them.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" y="3664059"/>
            <a:ext cx="8763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It may seem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o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dd to give </a:t>
            </a:r>
            <a:r>
              <a:rPr lang="en-US" sz="2800" dirty="0" err="1" smtClean="0">
                <a:latin typeface="Calibri" pitchFamily="34" charset="0"/>
                <a:cs typeface="Calibri" pitchFamily="34" charset="0"/>
              </a:rPr>
              <a:t>Maclaurin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 credit 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for just putting c=0 in Taylor’s series, 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but </a:t>
            </a:r>
            <a:r>
              <a:rPr lang="en-US" sz="2800" dirty="0" err="1" smtClean="0">
                <a:latin typeface="Calibri" pitchFamily="34" charset="0"/>
                <a:cs typeface="Calibri" pitchFamily="34" charset="0"/>
              </a:rPr>
              <a:t>Maclaurin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 discovered Crammer’s Rule first and Crammer got credit for it, so maybe it balances out.</a:t>
            </a:r>
          </a:p>
        </p:txBody>
      </p:sp>
    </p:spTree>
    <p:extLst>
      <p:ext uri="{BB962C8B-B14F-4D97-AF65-F5344CB8AC3E}">
        <p14:creationId xmlns:p14="http://schemas.microsoft.com/office/powerpoint/2010/main" val="1482399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uild="p"/>
      <p:bldP spid="2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019300" y="49109"/>
            <a:ext cx="5410200" cy="715962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chemeClr val="tx1"/>
                </a:solidFill>
                <a:effectLst/>
                <a:latin typeface="Calibri" pitchFamily="34" charset="0"/>
                <a:cs typeface="Calibri" pitchFamily="34" charset="0"/>
              </a:rPr>
              <a:t>Why?</a:t>
            </a:r>
            <a:endParaRPr lang="en-US" sz="4000" dirty="0">
              <a:solidFill>
                <a:schemeClr val="tx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5466422"/>
              </p:ext>
            </p:extLst>
          </p:nvPr>
        </p:nvGraphicFramePr>
        <p:xfrm>
          <a:off x="0" y="1981200"/>
          <a:ext cx="91265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48" name="Equation" r:id="rId3" imgW="4127400" imgH="241200" progId="Equation.DSMT4">
                  <p:embed/>
                </p:oleObj>
              </mc:Choice>
              <mc:Fallback>
                <p:oleObj name="Equation" r:id="rId3" imgW="4127400" imgH="241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981200"/>
                        <a:ext cx="91265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467100" y="1295400"/>
            <a:ext cx="251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Suppose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7000" y="3048000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What is f(c) ??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6865677"/>
              </p:ext>
            </p:extLst>
          </p:nvPr>
        </p:nvGraphicFramePr>
        <p:xfrm>
          <a:off x="3853656" y="3962400"/>
          <a:ext cx="1741487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49" name="Equation" r:id="rId5" imgW="787320" imgH="228600" progId="Equation.DSMT4">
                  <p:embed/>
                </p:oleObj>
              </mc:Choice>
              <mc:Fallback>
                <p:oleObj name="Equation" r:id="rId5" imgW="78732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3656" y="3962400"/>
                        <a:ext cx="1741487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9158996"/>
              </p:ext>
            </p:extLst>
          </p:nvPr>
        </p:nvGraphicFramePr>
        <p:xfrm>
          <a:off x="457200" y="5257800"/>
          <a:ext cx="8021637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50" name="Equation" r:id="rId7" imgW="3504960" imgH="393480" progId="Equation.DSMT4">
                  <p:embed/>
                </p:oleObj>
              </mc:Choice>
              <mc:Fallback>
                <p:oleObj name="Equation" r:id="rId7" imgW="3504960" imgH="39348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257800"/>
                        <a:ext cx="8021637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90883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4130778"/>
              </p:ext>
            </p:extLst>
          </p:nvPr>
        </p:nvGraphicFramePr>
        <p:xfrm>
          <a:off x="0" y="152400"/>
          <a:ext cx="91265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09" name="Equation" r:id="rId3" imgW="4127400" imgH="241200" progId="Equation.DSMT4">
                  <p:embed/>
                </p:oleObj>
              </mc:Choice>
              <mc:Fallback>
                <p:oleObj name="Equation" r:id="rId3" imgW="41274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52400"/>
                        <a:ext cx="91265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667000" y="1076980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What is f</a:t>
            </a:r>
            <a:r>
              <a:rPr lang="en-US" sz="2800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’</a:t>
            </a:r>
            <a:r>
              <a:rPr lang="en-US" sz="2800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(c) ??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2944046"/>
              </p:ext>
            </p:extLst>
          </p:nvPr>
        </p:nvGraphicFramePr>
        <p:xfrm>
          <a:off x="3824288" y="3276600"/>
          <a:ext cx="1798637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10" name="Equation" r:id="rId5" imgW="812520" imgH="228600" progId="Equation.DSMT4">
                  <p:embed/>
                </p:oleObj>
              </mc:Choice>
              <mc:Fallback>
                <p:oleObj name="Equation" r:id="rId5" imgW="812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4288" y="3276600"/>
                        <a:ext cx="1798637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1227224"/>
              </p:ext>
            </p:extLst>
          </p:nvPr>
        </p:nvGraphicFramePr>
        <p:xfrm>
          <a:off x="457200" y="5257800"/>
          <a:ext cx="8021637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11" name="Equation" r:id="rId7" imgW="3504960" imgH="393480" progId="Equation.DSMT4">
                  <p:embed/>
                </p:oleObj>
              </mc:Choice>
              <mc:Fallback>
                <p:oleObj name="Equation" r:id="rId7" imgW="35049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257800"/>
                        <a:ext cx="8021637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4245892"/>
              </p:ext>
            </p:extLst>
          </p:nvPr>
        </p:nvGraphicFramePr>
        <p:xfrm>
          <a:off x="0" y="2209800"/>
          <a:ext cx="1376363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12" name="Equation" r:id="rId9" imgW="622080" imgH="203040" progId="Equation.DSMT4">
                  <p:embed/>
                </p:oleObj>
              </mc:Choice>
              <mc:Fallback>
                <p:oleObj name="Equation" r:id="rId9" imgW="622080" imgH="203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209800"/>
                        <a:ext cx="1376363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0770454"/>
              </p:ext>
            </p:extLst>
          </p:nvPr>
        </p:nvGraphicFramePr>
        <p:xfrm>
          <a:off x="1219200" y="2209800"/>
          <a:ext cx="2809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13" name="Equation" r:id="rId11" imgW="126720" imgH="177480" progId="Equation.DSMT4">
                  <p:embed/>
                </p:oleObj>
              </mc:Choice>
              <mc:Fallback>
                <p:oleObj name="Equation" r:id="rId11" imgW="126720" imgH="1774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209800"/>
                        <a:ext cx="280987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9484484"/>
              </p:ext>
            </p:extLst>
          </p:nvPr>
        </p:nvGraphicFramePr>
        <p:xfrm>
          <a:off x="1524000" y="2162175"/>
          <a:ext cx="9271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14" name="Equation" r:id="rId13" imgW="419040" imgH="228600" progId="Equation.DSMT4">
                  <p:embed/>
                </p:oleObj>
              </mc:Choice>
              <mc:Fallback>
                <p:oleObj name="Equation" r:id="rId13" imgW="41904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162175"/>
                        <a:ext cx="9271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9573543"/>
              </p:ext>
            </p:extLst>
          </p:nvPr>
        </p:nvGraphicFramePr>
        <p:xfrm>
          <a:off x="2514600" y="2133600"/>
          <a:ext cx="19653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15" name="Equation" r:id="rId15" imgW="888840" imgH="228600" progId="Equation.DSMT4">
                  <p:embed/>
                </p:oleObj>
              </mc:Choice>
              <mc:Fallback>
                <p:oleObj name="Equation" r:id="rId15" imgW="88884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133600"/>
                        <a:ext cx="19653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179900"/>
              </p:ext>
            </p:extLst>
          </p:nvPr>
        </p:nvGraphicFramePr>
        <p:xfrm>
          <a:off x="4495800" y="2133600"/>
          <a:ext cx="21621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16" name="Equation" r:id="rId17" imgW="977760" imgH="241200" progId="Equation.DSMT4">
                  <p:embed/>
                </p:oleObj>
              </mc:Choice>
              <mc:Fallback>
                <p:oleObj name="Equation" r:id="rId17" imgW="977760" imgH="241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133600"/>
                        <a:ext cx="216217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4591399"/>
              </p:ext>
            </p:extLst>
          </p:nvPr>
        </p:nvGraphicFramePr>
        <p:xfrm>
          <a:off x="6553200" y="2133600"/>
          <a:ext cx="23320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17" name="Equation" r:id="rId19" imgW="1054080" imgH="241200" progId="Equation.DSMT4">
                  <p:embed/>
                </p:oleObj>
              </mc:Choice>
              <mc:Fallback>
                <p:oleObj name="Equation" r:id="rId19" imgW="1054080" imgH="241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133600"/>
                        <a:ext cx="23320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5648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0089769"/>
              </p:ext>
            </p:extLst>
          </p:nvPr>
        </p:nvGraphicFramePr>
        <p:xfrm>
          <a:off x="0" y="152400"/>
          <a:ext cx="91265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62" name="Equation" r:id="rId3" imgW="4127400" imgH="241200" progId="Equation.DSMT4">
                  <p:embed/>
                </p:oleObj>
              </mc:Choice>
              <mc:Fallback>
                <p:oleObj name="Equation" r:id="rId3" imgW="41274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52400"/>
                        <a:ext cx="91265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514600" y="2438400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What is f</a:t>
            </a:r>
            <a:r>
              <a:rPr lang="en-US" sz="2800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’’</a:t>
            </a:r>
            <a:r>
              <a:rPr lang="en-US" sz="2800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(c) ??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5786253"/>
              </p:ext>
            </p:extLst>
          </p:nvPr>
        </p:nvGraphicFramePr>
        <p:xfrm>
          <a:off x="3656013" y="4419600"/>
          <a:ext cx="2135187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63" name="Equation" r:id="rId5" imgW="965160" imgH="228600" progId="Equation.DSMT4">
                  <p:embed/>
                </p:oleObj>
              </mc:Choice>
              <mc:Fallback>
                <p:oleObj name="Equation" r:id="rId5" imgW="965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6013" y="4419600"/>
                        <a:ext cx="2135187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7275798"/>
              </p:ext>
            </p:extLst>
          </p:nvPr>
        </p:nvGraphicFramePr>
        <p:xfrm>
          <a:off x="457200" y="5257800"/>
          <a:ext cx="8021637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64" name="Equation" r:id="rId7" imgW="3504960" imgH="393480" progId="Equation.DSMT4">
                  <p:embed/>
                </p:oleObj>
              </mc:Choice>
              <mc:Fallback>
                <p:oleObj name="Equation" r:id="rId7" imgW="35049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257800"/>
                        <a:ext cx="8021637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593032"/>
              </p:ext>
            </p:extLst>
          </p:nvPr>
        </p:nvGraphicFramePr>
        <p:xfrm>
          <a:off x="-26988" y="3505200"/>
          <a:ext cx="1431926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65" name="Equation" r:id="rId9" imgW="647640" imgH="203040" progId="Equation.DSMT4">
                  <p:embed/>
                </p:oleObj>
              </mc:Choice>
              <mc:Fallback>
                <p:oleObj name="Equation" r:id="rId9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6988" y="3505200"/>
                        <a:ext cx="1431926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3552672"/>
              </p:ext>
            </p:extLst>
          </p:nvPr>
        </p:nvGraphicFramePr>
        <p:xfrm>
          <a:off x="1219200" y="3505200"/>
          <a:ext cx="2809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66" name="Equation" r:id="rId11" imgW="126720" imgH="177480" progId="Equation.DSMT4">
                  <p:embed/>
                </p:oleObj>
              </mc:Choice>
              <mc:Fallback>
                <p:oleObj name="Equation" r:id="rId11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505200"/>
                        <a:ext cx="280987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147241"/>
              </p:ext>
            </p:extLst>
          </p:nvPr>
        </p:nvGraphicFramePr>
        <p:xfrm>
          <a:off x="1524000" y="3511197"/>
          <a:ext cx="814387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67" name="Equation" r:id="rId13" imgW="368280" imgH="203040" progId="Equation.DSMT4">
                  <p:embed/>
                </p:oleObj>
              </mc:Choice>
              <mc:Fallback>
                <p:oleObj name="Equation" r:id="rId13" imgW="368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511197"/>
                        <a:ext cx="814387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3407733"/>
              </p:ext>
            </p:extLst>
          </p:nvPr>
        </p:nvGraphicFramePr>
        <p:xfrm>
          <a:off x="2362200" y="3463925"/>
          <a:ext cx="10668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68" name="Equation" r:id="rId15" imgW="482400" imgH="228600" progId="Equation.DSMT4">
                  <p:embed/>
                </p:oleObj>
              </mc:Choice>
              <mc:Fallback>
                <p:oleObj name="Equation" r:id="rId15" imgW="482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463925"/>
                        <a:ext cx="10668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943856"/>
              </p:ext>
            </p:extLst>
          </p:nvPr>
        </p:nvGraphicFramePr>
        <p:xfrm>
          <a:off x="3594100" y="3441700"/>
          <a:ext cx="2443163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69" name="Equation" r:id="rId17" imgW="1104840" imgH="228600" progId="Equation.DSMT4">
                  <p:embed/>
                </p:oleObj>
              </mc:Choice>
              <mc:Fallback>
                <p:oleObj name="Equation" r:id="rId17" imgW="1104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4100" y="3441700"/>
                        <a:ext cx="2443163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758965"/>
              </p:ext>
            </p:extLst>
          </p:nvPr>
        </p:nvGraphicFramePr>
        <p:xfrm>
          <a:off x="5943600" y="3429000"/>
          <a:ext cx="27257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70" name="Equation" r:id="rId19" imgW="1231560" imgH="241200" progId="Equation.DSMT4">
                  <p:embed/>
                </p:oleObj>
              </mc:Choice>
              <mc:Fallback>
                <p:oleObj name="Equation" r:id="rId19" imgW="1231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3429000"/>
                        <a:ext cx="27257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705338"/>
              </p:ext>
            </p:extLst>
          </p:nvPr>
        </p:nvGraphicFramePr>
        <p:xfrm>
          <a:off x="30162" y="914400"/>
          <a:ext cx="1376363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71" name="Equation" r:id="rId21" imgW="622080" imgH="203040" progId="Equation.DSMT4">
                  <p:embed/>
                </p:oleObj>
              </mc:Choice>
              <mc:Fallback>
                <p:oleObj name="Equation" r:id="rId21" imgW="622080" imgH="203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" y="914400"/>
                        <a:ext cx="1376363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1361812"/>
              </p:ext>
            </p:extLst>
          </p:nvPr>
        </p:nvGraphicFramePr>
        <p:xfrm>
          <a:off x="1249362" y="914400"/>
          <a:ext cx="28098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72" name="Equation" r:id="rId23" imgW="126720" imgH="177480" progId="Equation.DSMT4">
                  <p:embed/>
                </p:oleObj>
              </mc:Choice>
              <mc:Fallback>
                <p:oleObj name="Equation" r:id="rId23" imgW="126720" imgH="1774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9362" y="914400"/>
                        <a:ext cx="28098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7220225"/>
              </p:ext>
            </p:extLst>
          </p:nvPr>
        </p:nvGraphicFramePr>
        <p:xfrm>
          <a:off x="1554162" y="866775"/>
          <a:ext cx="9271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73" name="Equation" r:id="rId25" imgW="419040" imgH="228600" progId="Equation.DSMT4">
                  <p:embed/>
                </p:oleObj>
              </mc:Choice>
              <mc:Fallback>
                <p:oleObj name="Equation" r:id="rId25" imgW="419040" imgH="228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4162" y="866775"/>
                        <a:ext cx="9271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0442290"/>
              </p:ext>
            </p:extLst>
          </p:nvPr>
        </p:nvGraphicFramePr>
        <p:xfrm>
          <a:off x="2544762" y="865187"/>
          <a:ext cx="19653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74" name="Equation" r:id="rId27" imgW="888840" imgH="228600" progId="Equation.DSMT4">
                  <p:embed/>
                </p:oleObj>
              </mc:Choice>
              <mc:Fallback>
                <p:oleObj name="Equation" r:id="rId27" imgW="888840" imgH="228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4762" y="865187"/>
                        <a:ext cx="19653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9161879"/>
              </p:ext>
            </p:extLst>
          </p:nvPr>
        </p:nvGraphicFramePr>
        <p:xfrm>
          <a:off x="4525962" y="838200"/>
          <a:ext cx="21621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75" name="Equation" r:id="rId29" imgW="977760" imgH="241200" progId="Equation.DSMT4">
                  <p:embed/>
                </p:oleObj>
              </mc:Choice>
              <mc:Fallback>
                <p:oleObj name="Equation" r:id="rId29" imgW="977760" imgH="241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962" y="838200"/>
                        <a:ext cx="216217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4754345"/>
              </p:ext>
            </p:extLst>
          </p:nvPr>
        </p:nvGraphicFramePr>
        <p:xfrm>
          <a:off x="6583362" y="838200"/>
          <a:ext cx="23320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76" name="Equation" r:id="rId31" imgW="1054080" imgH="241200" progId="Equation.DSMT4">
                  <p:embed/>
                </p:oleObj>
              </mc:Choice>
              <mc:Fallback>
                <p:oleObj name="Equation" r:id="rId31" imgW="105408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3362" y="838200"/>
                        <a:ext cx="23320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1687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9417393"/>
              </p:ext>
            </p:extLst>
          </p:nvPr>
        </p:nvGraphicFramePr>
        <p:xfrm>
          <a:off x="0" y="152400"/>
          <a:ext cx="91265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13" name="Equation" r:id="rId3" imgW="4127400" imgH="241200" progId="Equation.DSMT4">
                  <p:embed/>
                </p:oleObj>
              </mc:Choice>
              <mc:Fallback>
                <p:oleObj name="Equation" r:id="rId3" imgW="41274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52400"/>
                        <a:ext cx="91265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514600" y="2438400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What is f</a:t>
            </a:r>
            <a:r>
              <a:rPr lang="en-US" sz="2800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’’’</a:t>
            </a:r>
            <a:r>
              <a:rPr lang="en-US" sz="2800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(c) ??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7779332"/>
              </p:ext>
            </p:extLst>
          </p:nvPr>
        </p:nvGraphicFramePr>
        <p:xfrm>
          <a:off x="3446463" y="4419600"/>
          <a:ext cx="255587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14" name="Equation" r:id="rId5" imgW="1155600" imgH="228600" progId="Equation.DSMT4">
                  <p:embed/>
                </p:oleObj>
              </mc:Choice>
              <mc:Fallback>
                <p:oleObj name="Equation" r:id="rId5" imgW="1155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6463" y="4419600"/>
                        <a:ext cx="255587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4116467"/>
              </p:ext>
            </p:extLst>
          </p:nvPr>
        </p:nvGraphicFramePr>
        <p:xfrm>
          <a:off x="457200" y="5257800"/>
          <a:ext cx="8021637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15" name="Equation" r:id="rId7" imgW="3504960" imgH="393480" progId="Equation.DSMT4">
                  <p:embed/>
                </p:oleObj>
              </mc:Choice>
              <mc:Fallback>
                <p:oleObj name="Equation" r:id="rId7" imgW="35049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257800"/>
                        <a:ext cx="8021637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682559"/>
              </p:ext>
            </p:extLst>
          </p:nvPr>
        </p:nvGraphicFramePr>
        <p:xfrm>
          <a:off x="-26988" y="1592262"/>
          <a:ext cx="1431926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16" name="Equation" r:id="rId9" imgW="647640" imgH="203040" progId="Equation.DSMT4">
                  <p:embed/>
                </p:oleObj>
              </mc:Choice>
              <mc:Fallback>
                <p:oleObj name="Equation" r:id="rId9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6988" y="1592262"/>
                        <a:ext cx="1431926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1043049"/>
              </p:ext>
            </p:extLst>
          </p:nvPr>
        </p:nvGraphicFramePr>
        <p:xfrm>
          <a:off x="1219200" y="1592262"/>
          <a:ext cx="2809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17" name="Equation" r:id="rId11" imgW="126720" imgH="177480" progId="Equation.DSMT4">
                  <p:embed/>
                </p:oleObj>
              </mc:Choice>
              <mc:Fallback>
                <p:oleObj name="Equation" r:id="rId11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592262"/>
                        <a:ext cx="280987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7993994"/>
              </p:ext>
            </p:extLst>
          </p:nvPr>
        </p:nvGraphicFramePr>
        <p:xfrm>
          <a:off x="1524000" y="1598259"/>
          <a:ext cx="814387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18" name="Equation" r:id="rId13" imgW="368280" imgH="203040" progId="Equation.DSMT4">
                  <p:embed/>
                </p:oleObj>
              </mc:Choice>
              <mc:Fallback>
                <p:oleObj name="Equation" r:id="rId13" imgW="368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598259"/>
                        <a:ext cx="814387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9922936"/>
              </p:ext>
            </p:extLst>
          </p:nvPr>
        </p:nvGraphicFramePr>
        <p:xfrm>
          <a:off x="2362200" y="1550987"/>
          <a:ext cx="10668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19" name="Equation" r:id="rId15" imgW="482400" imgH="228600" progId="Equation.DSMT4">
                  <p:embed/>
                </p:oleObj>
              </mc:Choice>
              <mc:Fallback>
                <p:oleObj name="Equation" r:id="rId15" imgW="482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550987"/>
                        <a:ext cx="10668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7551535"/>
              </p:ext>
            </p:extLst>
          </p:nvPr>
        </p:nvGraphicFramePr>
        <p:xfrm>
          <a:off x="3594100" y="1528762"/>
          <a:ext cx="2443163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20" name="Equation" r:id="rId17" imgW="1104840" imgH="228600" progId="Equation.DSMT4">
                  <p:embed/>
                </p:oleObj>
              </mc:Choice>
              <mc:Fallback>
                <p:oleObj name="Equation" r:id="rId17" imgW="1104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4100" y="1528762"/>
                        <a:ext cx="2443163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910633"/>
              </p:ext>
            </p:extLst>
          </p:nvPr>
        </p:nvGraphicFramePr>
        <p:xfrm>
          <a:off x="5943600" y="1516062"/>
          <a:ext cx="27257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21" name="Equation" r:id="rId19" imgW="1231560" imgH="241200" progId="Equation.DSMT4">
                  <p:embed/>
                </p:oleObj>
              </mc:Choice>
              <mc:Fallback>
                <p:oleObj name="Equation" r:id="rId19" imgW="1231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1516062"/>
                        <a:ext cx="27257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455605"/>
              </p:ext>
            </p:extLst>
          </p:nvPr>
        </p:nvGraphicFramePr>
        <p:xfrm>
          <a:off x="30162" y="914400"/>
          <a:ext cx="1376363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22" name="Equation" r:id="rId21" imgW="622080" imgH="203040" progId="Equation.DSMT4">
                  <p:embed/>
                </p:oleObj>
              </mc:Choice>
              <mc:Fallback>
                <p:oleObj name="Equation" r:id="rId21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" y="914400"/>
                        <a:ext cx="1376363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0821623"/>
              </p:ext>
            </p:extLst>
          </p:nvPr>
        </p:nvGraphicFramePr>
        <p:xfrm>
          <a:off x="1249362" y="914400"/>
          <a:ext cx="28098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23" name="Equation" r:id="rId23" imgW="126720" imgH="177480" progId="Equation.DSMT4">
                  <p:embed/>
                </p:oleObj>
              </mc:Choice>
              <mc:Fallback>
                <p:oleObj name="Equation" r:id="rId23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9362" y="914400"/>
                        <a:ext cx="28098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9741040"/>
              </p:ext>
            </p:extLst>
          </p:nvPr>
        </p:nvGraphicFramePr>
        <p:xfrm>
          <a:off x="1554162" y="866775"/>
          <a:ext cx="9271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24" name="Equation" r:id="rId25" imgW="419040" imgH="228600" progId="Equation.DSMT4">
                  <p:embed/>
                </p:oleObj>
              </mc:Choice>
              <mc:Fallback>
                <p:oleObj name="Equation" r:id="rId25" imgW="419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4162" y="866775"/>
                        <a:ext cx="9271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2101630"/>
              </p:ext>
            </p:extLst>
          </p:nvPr>
        </p:nvGraphicFramePr>
        <p:xfrm>
          <a:off x="2544762" y="865187"/>
          <a:ext cx="19653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25" name="Equation" r:id="rId27" imgW="888840" imgH="228600" progId="Equation.DSMT4">
                  <p:embed/>
                </p:oleObj>
              </mc:Choice>
              <mc:Fallback>
                <p:oleObj name="Equation" r:id="rId27" imgW="888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4762" y="865187"/>
                        <a:ext cx="19653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8845858"/>
              </p:ext>
            </p:extLst>
          </p:nvPr>
        </p:nvGraphicFramePr>
        <p:xfrm>
          <a:off x="4525962" y="838200"/>
          <a:ext cx="21621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26" name="Equation" r:id="rId29" imgW="977760" imgH="241200" progId="Equation.DSMT4">
                  <p:embed/>
                </p:oleObj>
              </mc:Choice>
              <mc:Fallback>
                <p:oleObj name="Equation" r:id="rId29" imgW="977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962" y="838200"/>
                        <a:ext cx="216217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3887591"/>
              </p:ext>
            </p:extLst>
          </p:nvPr>
        </p:nvGraphicFramePr>
        <p:xfrm>
          <a:off x="6583362" y="838200"/>
          <a:ext cx="23320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27" name="Equation" r:id="rId31" imgW="1054080" imgH="241200" progId="Equation.DSMT4">
                  <p:embed/>
                </p:oleObj>
              </mc:Choice>
              <mc:Fallback>
                <p:oleObj name="Equation" r:id="rId31" imgW="1054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3362" y="838200"/>
                        <a:ext cx="23320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703865"/>
              </p:ext>
            </p:extLst>
          </p:nvPr>
        </p:nvGraphicFramePr>
        <p:xfrm>
          <a:off x="-26988" y="3497263"/>
          <a:ext cx="1487488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28" name="Equation" r:id="rId33" imgW="672840" imgH="203040" progId="Equation.DSMT4">
                  <p:embed/>
                </p:oleObj>
              </mc:Choice>
              <mc:Fallback>
                <p:oleObj name="Equation" r:id="rId33" imgW="672840" imgH="203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6988" y="3497263"/>
                        <a:ext cx="1487488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9975814"/>
              </p:ext>
            </p:extLst>
          </p:nvPr>
        </p:nvGraphicFramePr>
        <p:xfrm>
          <a:off x="1246188" y="3497263"/>
          <a:ext cx="28098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29" name="Equation" r:id="rId35" imgW="126720" imgH="177480" progId="Equation.DSMT4">
                  <p:embed/>
                </p:oleObj>
              </mc:Choice>
              <mc:Fallback>
                <p:oleObj name="Equation" r:id="rId35" imgW="126720" imgH="1774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6188" y="3497263"/>
                        <a:ext cx="28098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9301242"/>
              </p:ext>
            </p:extLst>
          </p:nvPr>
        </p:nvGraphicFramePr>
        <p:xfrm>
          <a:off x="1550988" y="3503613"/>
          <a:ext cx="814388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30" name="Equation" r:id="rId36" imgW="368280" imgH="203040" progId="Equation.DSMT4">
                  <p:embed/>
                </p:oleObj>
              </mc:Choice>
              <mc:Fallback>
                <p:oleObj name="Equation" r:id="rId36" imgW="368280" imgH="2030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0988" y="3503613"/>
                        <a:ext cx="814388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2138438"/>
              </p:ext>
            </p:extLst>
          </p:nvPr>
        </p:nvGraphicFramePr>
        <p:xfrm>
          <a:off x="2557463" y="3482975"/>
          <a:ext cx="7302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31" name="Equation" r:id="rId38" imgW="330120" imgH="203040" progId="Equation.DSMT4">
                  <p:embed/>
                </p:oleObj>
              </mc:Choice>
              <mc:Fallback>
                <p:oleObj name="Equation" r:id="rId38" imgW="330120" imgH="2030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7463" y="3482975"/>
                        <a:ext cx="73025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862863"/>
              </p:ext>
            </p:extLst>
          </p:nvPr>
        </p:nvGraphicFramePr>
        <p:xfrm>
          <a:off x="3505200" y="3429000"/>
          <a:ext cx="14605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32" name="Equation" r:id="rId40" imgW="660240" imgH="228600" progId="Equation.DSMT4">
                  <p:embed/>
                </p:oleObj>
              </mc:Choice>
              <mc:Fallback>
                <p:oleObj name="Equation" r:id="rId40" imgW="660240" imgH="228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429000"/>
                        <a:ext cx="146050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890626"/>
              </p:ext>
            </p:extLst>
          </p:nvPr>
        </p:nvGraphicFramePr>
        <p:xfrm>
          <a:off x="4953000" y="3429000"/>
          <a:ext cx="3149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33" name="Equation" r:id="rId42" imgW="1422360" imgH="241200" progId="Equation.DSMT4">
                  <p:embed/>
                </p:oleObj>
              </mc:Choice>
              <mc:Fallback>
                <p:oleObj name="Equation" r:id="rId42" imgW="142236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429000"/>
                        <a:ext cx="3149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534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1697815"/>
              </p:ext>
            </p:extLst>
          </p:nvPr>
        </p:nvGraphicFramePr>
        <p:xfrm>
          <a:off x="299598" y="381000"/>
          <a:ext cx="139541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16" name="Equation" r:id="rId3" imgW="609480" imgH="228600" progId="Equation.DSMT4">
                  <p:embed/>
                </p:oleObj>
              </mc:Choice>
              <mc:Fallback>
                <p:oleObj name="Equation" r:id="rId3" imgW="609480" imgH="228600" progId="Equation.DSMT4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598" y="381000"/>
                        <a:ext cx="1395413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046165"/>
              </p:ext>
            </p:extLst>
          </p:nvPr>
        </p:nvGraphicFramePr>
        <p:xfrm>
          <a:off x="2859088" y="1981200"/>
          <a:ext cx="1192212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17" name="Equation" r:id="rId5" imgW="520560" imgH="228600" progId="Equation.DSMT4">
                  <p:embed/>
                </p:oleObj>
              </mc:Choice>
              <mc:Fallback>
                <p:oleObj name="Equation" r:id="rId5" imgW="520560" imgH="228600" progId="Equation.DSMT4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9088" y="1981200"/>
                        <a:ext cx="1192212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2424774"/>
              </p:ext>
            </p:extLst>
          </p:nvPr>
        </p:nvGraphicFramePr>
        <p:xfrm>
          <a:off x="5638800" y="3632200"/>
          <a:ext cx="2092325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18" name="Equation" r:id="rId7" imgW="914400" imgH="431640" progId="Equation.DSMT4">
                  <p:embed/>
                </p:oleObj>
              </mc:Choice>
              <mc:Fallback>
                <p:oleObj name="Equation" r:id="rId7" imgW="914400" imgH="431640" progId="Equation.DSMT4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632200"/>
                        <a:ext cx="2092325" cy="989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0495440"/>
              </p:ext>
            </p:extLst>
          </p:nvPr>
        </p:nvGraphicFramePr>
        <p:xfrm>
          <a:off x="4114800" y="1998956"/>
          <a:ext cx="3778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19" name="Equation" r:id="rId9" imgW="164880" imgH="203040" progId="Equation.DSMT4">
                  <p:embed/>
                </p:oleObj>
              </mc:Choice>
              <mc:Fallback>
                <p:oleObj name="Equation" r:id="rId9" imgW="164880" imgH="20304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998956"/>
                        <a:ext cx="37782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5418233"/>
              </p:ext>
            </p:extLst>
          </p:nvPr>
        </p:nvGraphicFramePr>
        <p:xfrm>
          <a:off x="4648200" y="2057400"/>
          <a:ext cx="4953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20" name="Equation" r:id="rId11" imgW="215640" imgH="164880" progId="Equation.DSMT4">
                  <p:embed/>
                </p:oleObj>
              </mc:Choice>
              <mc:Fallback>
                <p:oleObj name="Equation" r:id="rId11" imgW="215640" imgH="16488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2057400"/>
                        <a:ext cx="4953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2896071"/>
              </p:ext>
            </p:extLst>
          </p:nvPr>
        </p:nvGraphicFramePr>
        <p:xfrm>
          <a:off x="1219200" y="3708400"/>
          <a:ext cx="4360862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21" name="Equation" r:id="rId13" imgW="1904760" imgH="444240" progId="Equation.DSMT4">
                  <p:embed/>
                </p:oleObj>
              </mc:Choice>
              <mc:Fallback>
                <p:oleObj name="Equation" r:id="rId13" imgW="1904760" imgH="44424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708400"/>
                        <a:ext cx="4360862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24200" y="457200"/>
            <a:ext cx="556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Find its </a:t>
            </a:r>
            <a:r>
              <a:rPr lang="en-US" sz="2800" dirty="0" err="1" smtClean="0"/>
              <a:t>Maclaurin</a:t>
            </a:r>
            <a:r>
              <a:rPr lang="en-US" sz="2800" dirty="0" smtClean="0"/>
              <a:t> Series.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0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0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0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0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0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0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9484993"/>
              </p:ext>
            </p:extLst>
          </p:nvPr>
        </p:nvGraphicFramePr>
        <p:xfrm>
          <a:off x="304800" y="381000"/>
          <a:ext cx="1801812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22" name="Equation" r:id="rId3" imgW="787320" imgH="203040" progId="Equation.DSMT4">
                  <p:embed/>
                </p:oleObj>
              </mc:Choice>
              <mc:Fallback>
                <p:oleObj name="Equation" r:id="rId3" imgW="787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81000"/>
                        <a:ext cx="1801812" cy="465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643792"/>
              </p:ext>
            </p:extLst>
          </p:nvPr>
        </p:nvGraphicFramePr>
        <p:xfrm>
          <a:off x="152400" y="1371600"/>
          <a:ext cx="24399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23" name="Equation" r:id="rId5" imgW="1066680" imgH="203040" progId="Equation.DSMT4">
                  <p:embed/>
                </p:oleObj>
              </mc:Choice>
              <mc:Fallback>
                <p:oleObj name="Equation" r:id="rId5" imgW="1066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371600"/>
                        <a:ext cx="2439988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405280"/>
              </p:ext>
            </p:extLst>
          </p:nvPr>
        </p:nvGraphicFramePr>
        <p:xfrm>
          <a:off x="152400" y="2057400"/>
          <a:ext cx="27590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24" name="Equation" r:id="rId7" imgW="1206360" imgH="203040" progId="Equation.DSMT4">
                  <p:embed/>
                </p:oleObj>
              </mc:Choice>
              <mc:Fallback>
                <p:oleObj name="Equation" r:id="rId7" imgW="1206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057400"/>
                        <a:ext cx="2759075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4970093"/>
              </p:ext>
            </p:extLst>
          </p:nvPr>
        </p:nvGraphicFramePr>
        <p:xfrm>
          <a:off x="119063" y="4995863"/>
          <a:ext cx="125095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25" name="Equation" r:id="rId9" imgW="545760" imgH="164880" progId="Equation.DSMT4">
                  <p:embed/>
                </p:oleObj>
              </mc:Choice>
              <mc:Fallback>
                <p:oleObj name="Equation" r:id="rId9" imgW="54576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063" y="4995863"/>
                        <a:ext cx="1250950" cy="379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3323353"/>
              </p:ext>
            </p:extLst>
          </p:nvPr>
        </p:nvGraphicFramePr>
        <p:xfrm>
          <a:off x="6553200" y="5715000"/>
          <a:ext cx="2471737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26" name="Equation" r:id="rId11" imgW="1079280" imgH="444240" progId="Equation.DSMT4">
                  <p:embed/>
                </p:oleObj>
              </mc:Choice>
              <mc:Fallback>
                <p:oleObj name="Equation" r:id="rId11" imgW="10792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5715000"/>
                        <a:ext cx="2471737" cy="1019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124200" y="304800"/>
            <a:ext cx="556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Find its </a:t>
            </a:r>
            <a:r>
              <a:rPr lang="en-US" sz="2800" dirty="0" err="1" smtClean="0"/>
              <a:t>Maclaurin</a:t>
            </a:r>
            <a:r>
              <a:rPr lang="en-US" sz="2800" dirty="0" smtClean="0"/>
              <a:t> Series.</a:t>
            </a:r>
            <a:endParaRPr lang="en-US" sz="2800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9655449"/>
              </p:ext>
            </p:extLst>
          </p:nvPr>
        </p:nvGraphicFramePr>
        <p:xfrm>
          <a:off x="-6350" y="2657475"/>
          <a:ext cx="30781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27" name="Equation" r:id="rId13" imgW="1346040" imgH="203040" progId="Equation.DSMT4">
                  <p:embed/>
                </p:oleObj>
              </mc:Choice>
              <mc:Fallback>
                <p:oleObj name="Equation" r:id="rId13" imgW="1346040" imgH="20304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6350" y="2657475"/>
                        <a:ext cx="307816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3666962"/>
              </p:ext>
            </p:extLst>
          </p:nvPr>
        </p:nvGraphicFramePr>
        <p:xfrm>
          <a:off x="0" y="3343275"/>
          <a:ext cx="27019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28" name="Equation" r:id="rId15" imgW="1180800" imgH="203040" progId="Equation.DSMT4">
                  <p:embed/>
                </p:oleObj>
              </mc:Choice>
              <mc:Fallback>
                <p:oleObj name="Equation" r:id="rId15" imgW="1180800" imgH="20304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343275"/>
                        <a:ext cx="270192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5297215"/>
              </p:ext>
            </p:extLst>
          </p:nvPr>
        </p:nvGraphicFramePr>
        <p:xfrm>
          <a:off x="2108200" y="4724400"/>
          <a:ext cx="104616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29" name="Equation" r:id="rId17" imgW="457200" imgH="393480" progId="Equation.DSMT4">
                  <p:embed/>
                </p:oleObj>
              </mc:Choice>
              <mc:Fallback>
                <p:oleObj name="Equation" r:id="rId17" imgW="457200" imgH="39348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8200" y="4724400"/>
                        <a:ext cx="1046163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0227800"/>
              </p:ext>
            </p:extLst>
          </p:nvPr>
        </p:nvGraphicFramePr>
        <p:xfrm>
          <a:off x="3810000" y="4724400"/>
          <a:ext cx="10477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30" name="Equation" r:id="rId19" imgW="457200" imgH="393480" progId="Equation.DSMT4">
                  <p:embed/>
                </p:oleObj>
              </mc:Choice>
              <mc:Fallback>
                <p:oleObj name="Equation" r:id="rId19" imgW="457200" imgH="393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724400"/>
                        <a:ext cx="104775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5853601"/>
              </p:ext>
            </p:extLst>
          </p:nvPr>
        </p:nvGraphicFramePr>
        <p:xfrm>
          <a:off x="5508625" y="4724400"/>
          <a:ext cx="130968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31" name="Equation" r:id="rId21" imgW="571320" imgH="393480" progId="Equation.DSMT4">
                  <p:embed/>
                </p:oleObj>
              </mc:Choice>
              <mc:Fallback>
                <p:oleObj name="Equation" r:id="rId21" imgW="571320" imgH="393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4724400"/>
                        <a:ext cx="1309688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0037488"/>
              </p:ext>
            </p:extLst>
          </p:nvPr>
        </p:nvGraphicFramePr>
        <p:xfrm>
          <a:off x="1371600" y="4953000"/>
          <a:ext cx="814387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32" name="Equation" r:id="rId23" imgW="368140" imgH="203112" progId="Equation.DSMT4">
                  <p:embed/>
                </p:oleObj>
              </mc:Choice>
              <mc:Fallback>
                <p:oleObj name="Equation" r:id="rId23" imgW="368140" imgH="203112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953000"/>
                        <a:ext cx="814387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288009"/>
              </p:ext>
            </p:extLst>
          </p:nvPr>
        </p:nvGraphicFramePr>
        <p:xfrm>
          <a:off x="2971800" y="4953000"/>
          <a:ext cx="814388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33" name="Equation" r:id="rId25" imgW="368140" imgH="203112" progId="Equation.DSMT4">
                  <p:embed/>
                </p:oleObj>
              </mc:Choice>
              <mc:Fallback>
                <p:oleObj name="Equation" r:id="rId25" imgW="368140" imgH="203112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953000"/>
                        <a:ext cx="814388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038873"/>
              </p:ext>
            </p:extLst>
          </p:nvPr>
        </p:nvGraphicFramePr>
        <p:xfrm>
          <a:off x="4824412" y="4953000"/>
          <a:ext cx="814388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34" name="Equation" r:id="rId26" imgW="368140" imgH="203112" progId="Equation.DSMT4">
                  <p:embed/>
                </p:oleObj>
              </mc:Choice>
              <mc:Fallback>
                <p:oleObj name="Equation" r:id="rId26" imgW="368140" imgH="203112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4412" y="4953000"/>
                        <a:ext cx="814388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8217241"/>
              </p:ext>
            </p:extLst>
          </p:nvPr>
        </p:nvGraphicFramePr>
        <p:xfrm>
          <a:off x="5508887" y="1143000"/>
          <a:ext cx="3598863" cy="838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35" name="Equation" r:id="rId27" imgW="1905000" imgH="444500" progId="Equation.DSMT4">
                  <p:embed/>
                </p:oleObj>
              </mc:Choice>
              <mc:Fallback>
                <p:oleObj name="Equation" r:id="rId27" imgW="1905000" imgH="4445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887" y="1143000"/>
                        <a:ext cx="3598863" cy="8384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7416456"/>
              </p:ext>
            </p:extLst>
          </p:nvPr>
        </p:nvGraphicFramePr>
        <p:xfrm>
          <a:off x="3692525" y="2066925"/>
          <a:ext cx="53752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36" name="Equation" r:id="rId29" imgW="3517560" imgH="393480" progId="Equation.DSMT4">
                  <p:embed/>
                </p:oleObj>
              </mc:Choice>
              <mc:Fallback>
                <p:oleObj name="Equation" r:id="rId29" imgW="3517560" imgH="39348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2525" y="2066925"/>
                        <a:ext cx="537527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4155515"/>
              </p:ext>
            </p:extLst>
          </p:nvPr>
        </p:nvGraphicFramePr>
        <p:xfrm>
          <a:off x="1021975" y="4930590"/>
          <a:ext cx="406401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37" name="Equation" r:id="rId31" imgW="177480" imgH="203040" progId="Equation.DSMT4">
                  <p:embed/>
                </p:oleObj>
              </mc:Choice>
              <mc:Fallback>
                <p:oleObj name="Equation" r:id="rId31" imgW="177480" imgH="20304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1975" y="4930590"/>
                        <a:ext cx="406401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0613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0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0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0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0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0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0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0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0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60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0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99305"/>
              </p:ext>
            </p:extLst>
          </p:nvPr>
        </p:nvGraphicFramePr>
        <p:xfrm>
          <a:off x="319088" y="381000"/>
          <a:ext cx="1773237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68" name="Equation" r:id="rId3" imgW="774360" imgH="203040" progId="Equation.DSMT4">
                  <p:embed/>
                </p:oleObj>
              </mc:Choice>
              <mc:Fallback>
                <p:oleObj name="Equation" r:id="rId3" imgW="774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088" y="381000"/>
                        <a:ext cx="1773237" cy="465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8260711"/>
              </p:ext>
            </p:extLst>
          </p:nvPr>
        </p:nvGraphicFramePr>
        <p:xfrm>
          <a:off x="152400" y="1371600"/>
          <a:ext cx="24399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69" name="Equation" r:id="rId5" imgW="1066680" imgH="203040" progId="Equation.DSMT4">
                  <p:embed/>
                </p:oleObj>
              </mc:Choice>
              <mc:Fallback>
                <p:oleObj name="Equation" r:id="rId5" imgW="1066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371600"/>
                        <a:ext cx="2439988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6243151"/>
              </p:ext>
            </p:extLst>
          </p:nvPr>
        </p:nvGraphicFramePr>
        <p:xfrm>
          <a:off x="76200" y="1981200"/>
          <a:ext cx="25273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0" name="Equation" r:id="rId7" imgW="1104840" imgH="203040" progId="Equation.DSMT4">
                  <p:embed/>
                </p:oleObj>
              </mc:Choice>
              <mc:Fallback>
                <p:oleObj name="Equation" r:id="rId7" imgW="1104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981200"/>
                        <a:ext cx="2527300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982374"/>
              </p:ext>
            </p:extLst>
          </p:nvPr>
        </p:nvGraphicFramePr>
        <p:xfrm>
          <a:off x="61913" y="4953000"/>
          <a:ext cx="1366837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1" name="Equation" r:id="rId9" imgW="596880" imgH="203040" progId="Equation.DSMT4">
                  <p:embed/>
                </p:oleObj>
              </mc:Choice>
              <mc:Fallback>
                <p:oleObj name="Equation" r:id="rId9" imgW="596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3" y="4953000"/>
                        <a:ext cx="1366837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4472617"/>
              </p:ext>
            </p:extLst>
          </p:nvPr>
        </p:nvGraphicFramePr>
        <p:xfrm>
          <a:off x="5943600" y="5838825"/>
          <a:ext cx="305435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2" name="Equation" r:id="rId11" imgW="1333440" imgH="444240" progId="Equation.DSMT4">
                  <p:embed/>
                </p:oleObj>
              </mc:Choice>
              <mc:Fallback>
                <p:oleObj name="Equation" r:id="rId11" imgW="13334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5838825"/>
                        <a:ext cx="3054350" cy="1019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124200" y="304800"/>
            <a:ext cx="556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Find its </a:t>
            </a:r>
            <a:r>
              <a:rPr lang="en-US" sz="2800" dirty="0" err="1" smtClean="0"/>
              <a:t>Maclaurin</a:t>
            </a:r>
            <a:r>
              <a:rPr lang="en-US" sz="2800" dirty="0" smtClean="0"/>
              <a:t> Series.</a:t>
            </a:r>
            <a:endParaRPr lang="en-US" sz="2800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0376453"/>
              </p:ext>
            </p:extLst>
          </p:nvPr>
        </p:nvGraphicFramePr>
        <p:xfrm>
          <a:off x="95250" y="2657475"/>
          <a:ext cx="28749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3" name="Equation" r:id="rId13" imgW="1257120" imgH="203040" progId="Equation.DSMT4">
                  <p:embed/>
                </p:oleObj>
              </mc:Choice>
              <mc:Fallback>
                <p:oleObj name="Equation" r:id="rId13" imgW="12571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" y="2657475"/>
                        <a:ext cx="287496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6911665"/>
              </p:ext>
            </p:extLst>
          </p:nvPr>
        </p:nvGraphicFramePr>
        <p:xfrm>
          <a:off x="26634" y="3352800"/>
          <a:ext cx="319563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4" name="Equation" r:id="rId15" imgW="1396800" imgH="203040" progId="Equation.DSMT4">
                  <p:embed/>
                </p:oleObj>
              </mc:Choice>
              <mc:Fallback>
                <p:oleObj name="Equation" r:id="rId15" imgW="1396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4" y="3352800"/>
                        <a:ext cx="3195638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7370912"/>
              </p:ext>
            </p:extLst>
          </p:nvPr>
        </p:nvGraphicFramePr>
        <p:xfrm>
          <a:off x="2819400" y="4724400"/>
          <a:ext cx="101758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5" name="Equation" r:id="rId17" imgW="444240" imgH="393480" progId="Equation.DSMT4">
                  <p:embed/>
                </p:oleObj>
              </mc:Choice>
              <mc:Fallback>
                <p:oleObj name="Equation" r:id="rId17" imgW="4442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724400"/>
                        <a:ext cx="1017587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2631995"/>
              </p:ext>
            </p:extLst>
          </p:nvPr>
        </p:nvGraphicFramePr>
        <p:xfrm>
          <a:off x="4738688" y="4724400"/>
          <a:ext cx="101917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6" name="Equation" r:id="rId19" imgW="444240" imgH="393480" progId="Equation.DSMT4">
                  <p:embed/>
                </p:oleObj>
              </mc:Choice>
              <mc:Fallback>
                <p:oleObj name="Equation" r:id="rId19" imgW="4442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8688" y="4724400"/>
                        <a:ext cx="101917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7592176"/>
              </p:ext>
            </p:extLst>
          </p:nvPr>
        </p:nvGraphicFramePr>
        <p:xfrm>
          <a:off x="5775325" y="4724400"/>
          <a:ext cx="192087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7" name="Equation" r:id="rId21" imgW="838080" imgH="393480" progId="Equation.DSMT4">
                  <p:embed/>
                </p:oleObj>
              </mc:Choice>
              <mc:Fallback>
                <p:oleObj name="Equation" r:id="rId21" imgW="8380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5325" y="4724400"/>
                        <a:ext cx="192087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692282"/>
              </p:ext>
            </p:extLst>
          </p:nvPr>
        </p:nvGraphicFramePr>
        <p:xfrm>
          <a:off x="1358900" y="4979988"/>
          <a:ext cx="84137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8" name="Equation" r:id="rId23" imgW="380880" imgH="177480" progId="Equation.DSMT4">
                  <p:embed/>
                </p:oleObj>
              </mc:Choice>
              <mc:Fallback>
                <p:oleObj name="Equation" r:id="rId23" imgW="3808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8900" y="4979988"/>
                        <a:ext cx="84137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998082"/>
              </p:ext>
            </p:extLst>
          </p:nvPr>
        </p:nvGraphicFramePr>
        <p:xfrm>
          <a:off x="2057400" y="4953000"/>
          <a:ext cx="814388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9" name="Equation" r:id="rId25" imgW="368140" imgH="203112" progId="Equation.DSMT4">
                  <p:embed/>
                </p:oleObj>
              </mc:Choice>
              <mc:Fallback>
                <p:oleObj name="Equation" r:id="rId25" imgW="368140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953000"/>
                        <a:ext cx="814388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711587"/>
              </p:ext>
            </p:extLst>
          </p:nvPr>
        </p:nvGraphicFramePr>
        <p:xfrm>
          <a:off x="3886200" y="4953000"/>
          <a:ext cx="814388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80" name="Equation" r:id="rId27" imgW="368140" imgH="203112" progId="Equation.DSMT4">
                  <p:embed/>
                </p:oleObj>
              </mc:Choice>
              <mc:Fallback>
                <p:oleObj name="Equation" r:id="rId27" imgW="368140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953000"/>
                        <a:ext cx="814388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5048340"/>
              </p:ext>
            </p:extLst>
          </p:nvPr>
        </p:nvGraphicFramePr>
        <p:xfrm>
          <a:off x="5508887" y="1143000"/>
          <a:ext cx="3598863" cy="838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81" name="Equation" r:id="rId28" imgW="1905000" imgH="444500" progId="Equation.DSMT4">
                  <p:embed/>
                </p:oleObj>
              </mc:Choice>
              <mc:Fallback>
                <p:oleObj name="Equation" r:id="rId28" imgW="19050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887" y="1143000"/>
                        <a:ext cx="3598863" cy="8384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7416456"/>
              </p:ext>
            </p:extLst>
          </p:nvPr>
        </p:nvGraphicFramePr>
        <p:xfrm>
          <a:off x="3692525" y="2066925"/>
          <a:ext cx="53752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82" name="Equation" r:id="rId30" imgW="3517560" imgH="393480" progId="Equation.DSMT4">
                  <p:embed/>
                </p:oleObj>
              </mc:Choice>
              <mc:Fallback>
                <p:oleObj name="Equation" r:id="rId30" imgW="3517560" imgH="393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2525" y="2066925"/>
                        <a:ext cx="537527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807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0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0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0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0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0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0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0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0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0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0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0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0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effectLst/>
              </a:rPr>
              <a:t>Summary So Far</a:t>
            </a:r>
            <a:endParaRPr lang="en-US" dirty="0"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0559991"/>
              </p:ext>
            </p:extLst>
          </p:nvPr>
        </p:nvGraphicFramePr>
        <p:xfrm>
          <a:off x="3505200" y="3581400"/>
          <a:ext cx="2528887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31" name="Equation" r:id="rId3" imgW="1104840" imgH="431640" progId="Equation.DSMT4">
                  <p:embed/>
                </p:oleObj>
              </mc:Choice>
              <mc:Fallback>
                <p:oleObj name="Equation" r:id="rId3" imgW="1104840" imgH="43164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581400"/>
                        <a:ext cx="2528887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069298"/>
              </p:ext>
            </p:extLst>
          </p:nvPr>
        </p:nvGraphicFramePr>
        <p:xfrm>
          <a:off x="2819400" y="1066800"/>
          <a:ext cx="3874379" cy="902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32" name="Equation" r:id="rId5" imgW="1904760" imgH="444240" progId="Equation.DSMT4">
                  <p:embed/>
                </p:oleObj>
              </mc:Choice>
              <mc:Fallback>
                <p:oleObj name="Equation" r:id="rId5" imgW="1904760" imgH="44424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066800"/>
                        <a:ext cx="3874379" cy="9026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2820657"/>
              </p:ext>
            </p:extLst>
          </p:nvPr>
        </p:nvGraphicFramePr>
        <p:xfrm>
          <a:off x="914400" y="2438400"/>
          <a:ext cx="7543800" cy="799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33" name="Equation" r:id="rId7" imgW="3504960" imgH="393480" progId="Equation.DSMT4">
                  <p:embed/>
                </p:oleObj>
              </mc:Choice>
              <mc:Fallback>
                <p:oleObj name="Equation" r:id="rId7" imgW="3504960" imgH="39348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438400"/>
                        <a:ext cx="7543800" cy="7996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855643"/>
              </p:ext>
            </p:extLst>
          </p:nvPr>
        </p:nvGraphicFramePr>
        <p:xfrm>
          <a:off x="3429000" y="4800600"/>
          <a:ext cx="3198812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34" name="Equation" r:id="rId9" imgW="1396800" imgH="444240" progId="Equation.DSMT4">
                  <p:embed/>
                </p:oleObj>
              </mc:Choice>
              <mc:Fallback>
                <p:oleObj name="Equation" r:id="rId9" imgW="1396800" imgH="44424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800600"/>
                        <a:ext cx="3198812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0053970"/>
              </p:ext>
            </p:extLst>
          </p:nvPr>
        </p:nvGraphicFramePr>
        <p:xfrm>
          <a:off x="3352800" y="5838825"/>
          <a:ext cx="3811588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35" name="Equation" r:id="rId11" imgW="1663560" imgH="444240" progId="Equation.DSMT4">
                  <p:embed/>
                </p:oleObj>
              </mc:Choice>
              <mc:Fallback>
                <p:oleObj name="Equation" r:id="rId11" imgW="1663560" imgH="44424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838825"/>
                        <a:ext cx="3811588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442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888929"/>
              </p:ext>
            </p:extLst>
          </p:nvPr>
        </p:nvGraphicFramePr>
        <p:xfrm>
          <a:off x="381000" y="228600"/>
          <a:ext cx="90170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64" name="Equation" r:id="rId3" imgW="393480" imgH="444240" progId="Equation.DSMT4">
                  <p:embed/>
                </p:oleObj>
              </mc:Choice>
              <mc:Fallback>
                <p:oleObj name="Equation" r:id="rId3" imgW="3934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28600"/>
                        <a:ext cx="901700" cy="1022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1752600" y="2743200"/>
            <a:ext cx="5943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Converges by ratio test</a:t>
            </a:r>
          </a:p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 </a:t>
            </a:r>
          </a:p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What does it converge to?</a:t>
            </a:r>
          </a:p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   </a:t>
            </a:r>
          </a:p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e</a:t>
            </a:r>
            <a:r>
              <a:rPr lang="en-US" sz="3200" baseline="30000" dirty="0" smtClean="0">
                <a:latin typeface="Calibri" pitchFamily="34" charset="0"/>
                <a:cs typeface="Calibri" pitchFamily="34" charset="0"/>
              </a:rPr>
              <a:t>2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1980987"/>
              </p:ext>
            </p:extLst>
          </p:nvPr>
        </p:nvGraphicFramePr>
        <p:xfrm>
          <a:off x="6431756" y="381000"/>
          <a:ext cx="2528888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65" name="Equation" r:id="rId5" imgW="1104840" imgH="431640" progId="Equation.DSMT4">
                  <p:embed/>
                </p:oleObj>
              </mc:Choice>
              <mc:Fallback>
                <p:oleObj name="Equation" r:id="rId5" imgW="1104840" imgH="431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1756" y="381000"/>
                        <a:ext cx="2528888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7367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996518" y="304800"/>
            <a:ext cx="701040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Calibri" pitchFamily="34" charset="0"/>
                <a:cs typeface="Calibri" pitchFamily="34" charset="0"/>
              </a:rPr>
              <a:t>Mystery Solved: </a:t>
            </a:r>
          </a:p>
          <a:p>
            <a:pPr algn="ctr"/>
            <a:r>
              <a:rPr lang="en-US" sz="3200" b="1" dirty="0" smtClean="0">
                <a:latin typeface="Calibri" pitchFamily="34" charset="0"/>
                <a:cs typeface="Calibri" pitchFamily="34" charset="0"/>
              </a:rPr>
              <a:t>   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Why does </a:t>
            </a:r>
            <a:r>
              <a:rPr lang="en-US" sz="2800" dirty="0" err="1" smtClean="0">
                <a:latin typeface="Calibri" pitchFamily="34" charset="0"/>
                <a:cs typeface="Calibri" pitchFamily="34" charset="0"/>
              </a:rPr>
              <a:t>L’Hopital’s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 Rule work? </a:t>
            </a:r>
          </a:p>
          <a:p>
            <a:pPr algn="ctr"/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     	            Why is                           ?</a:t>
            </a:r>
          </a:p>
        </p:txBody>
      </p:sp>
      <p:graphicFrame>
        <p:nvGraphicFramePr>
          <p:cNvPr id="645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5835351"/>
              </p:ext>
            </p:extLst>
          </p:nvPr>
        </p:nvGraphicFramePr>
        <p:xfrm>
          <a:off x="4173244" y="1954566"/>
          <a:ext cx="1774825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42" name="Equation" r:id="rId3" imgW="774360" imgH="393480" progId="Equation.DSMT4">
                  <p:embed/>
                </p:oleObj>
              </mc:Choice>
              <mc:Fallback>
                <p:oleObj name="Equation" r:id="rId3" imgW="774360" imgH="39348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3244" y="1954566"/>
                        <a:ext cx="1774825" cy="903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9857943"/>
              </p:ext>
            </p:extLst>
          </p:nvPr>
        </p:nvGraphicFramePr>
        <p:xfrm>
          <a:off x="319088" y="4191000"/>
          <a:ext cx="3956050" cy="130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43" name="Equation" r:id="rId5" imgW="1726920" imgH="571320" progId="Equation.DSMT4">
                  <p:embed/>
                </p:oleObj>
              </mc:Choice>
              <mc:Fallback>
                <p:oleObj name="Equation" r:id="rId5" imgW="1726920" imgH="571320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088" y="4191000"/>
                        <a:ext cx="3956050" cy="1309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5451806"/>
              </p:ext>
            </p:extLst>
          </p:nvPr>
        </p:nvGraphicFramePr>
        <p:xfrm>
          <a:off x="4298950" y="4394200"/>
          <a:ext cx="39576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44" name="Equation" r:id="rId7" imgW="1726920" imgH="393480" progId="Equation.DSMT4">
                  <p:embed/>
                </p:oleObj>
              </mc:Choice>
              <mc:Fallback>
                <p:oleObj name="Equation" r:id="rId7" imgW="1726920" imgH="3934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8950" y="4394200"/>
                        <a:ext cx="3957638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0409330"/>
              </p:ext>
            </p:extLst>
          </p:nvPr>
        </p:nvGraphicFramePr>
        <p:xfrm>
          <a:off x="8293100" y="4625790"/>
          <a:ext cx="69850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45" name="Equation" r:id="rId9" imgW="304560" imgH="203040" progId="Equation.DSMT4">
                  <p:embed/>
                </p:oleObj>
              </mc:Choice>
              <mc:Fallback>
                <p:oleObj name="Equation" r:id="rId9" imgW="304560" imgH="2030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3100" y="4625790"/>
                        <a:ext cx="698500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45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45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45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45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0756662"/>
              </p:ext>
            </p:extLst>
          </p:nvPr>
        </p:nvGraphicFramePr>
        <p:xfrm>
          <a:off x="304801" y="304800"/>
          <a:ext cx="2895600" cy="593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66" name="Equation" r:id="rId3" imgW="1117440" imgH="228600" progId="Equation.DSMT4">
                  <p:embed/>
                </p:oleObj>
              </mc:Choice>
              <mc:Fallback>
                <p:oleObj name="Equation" r:id="rId3" imgW="1117440" imgH="2286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1" y="304800"/>
                        <a:ext cx="2895600" cy="59314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754081"/>
              </p:ext>
            </p:extLst>
          </p:nvPr>
        </p:nvGraphicFramePr>
        <p:xfrm>
          <a:off x="2590800" y="1524000"/>
          <a:ext cx="3051175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67" name="Equation" r:id="rId5" imgW="1333440" imgH="482400" progId="Equation.DSMT4">
                  <p:embed/>
                </p:oleObj>
              </mc:Choice>
              <mc:Fallback>
                <p:oleObj name="Equation" r:id="rId5" imgW="1333440" imgH="4824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524000"/>
                        <a:ext cx="3051175" cy="1104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625319"/>
              </p:ext>
            </p:extLst>
          </p:nvPr>
        </p:nvGraphicFramePr>
        <p:xfrm>
          <a:off x="2376488" y="3505200"/>
          <a:ext cx="33147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68" name="Equation" r:id="rId7" imgW="1447560" imgH="482400" progId="Equation.DSMT4">
                  <p:embed/>
                </p:oleObj>
              </mc:Choice>
              <mc:Fallback>
                <p:oleObj name="Equation" r:id="rId7" imgW="1447560" imgH="4824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488" y="3505200"/>
                        <a:ext cx="33147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0733734"/>
              </p:ext>
            </p:extLst>
          </p:nvPr>
        </p:nvGraphicFramePr>
        <p:xfrm>
          <a:off x="5562600" y="228600"/>
          <a:ext cx="3432175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69" name="Equation" r:id="rId9" imgW="1498320" imgH="444240" progId="Equation.DSMT4">
                  <p:embed/>
                </p:oleObj>
              </mc:Choice>
              <mc:Fallback>
                <p:oleObj name="Equation" r:id="rId9" imgW="1498320" imgH="44424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28600"/>
                        <a:ext cx="3432175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2896157"/>
              </p:ext>
            </p:extLst>
          </p:nvPr>
        </p:nvGraphicFramePr>
        <p:xfrm>
          <a:off x="2590800" y="5334000"/>
          <a:ext cx="2878137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70" name="Equation" r:id="rId11" imgW="1257120" imgH="482400" progId="Equation.DSMT4">
                  <p:embed/>
                </p:oleObj>
              </mc:Choice>
              <mc:Fallback>
                <p:oleObj name="Equation" r:id="rId11" imgW="1257120" imgH="482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334000"/>
                        <a:ext cx="2878137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0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0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0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975590"/>
              </p:ext>
            </p:extLst>
          </p:nvPr>
        </p:nvGraphicFramePr>
        <p:xfrm>
          <a:off x="304800" y="228600"/>
          <a:ext cx="1371600" cy="874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17" name="Equation" r:id="rId3" imgW="457200" imgH="291960" progId="Equation.DSMT4">
                  <p:embed/>
                </p:oleObj>
              </mc:Choice>
              <mc:Fallback>
                <p:oleObj name="Equation" r:id="rId3" imgW="4572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28600"/>
                        <a:ext cx="1371600" cy="87491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5476698"/>
              </p:ext>
            </p:extLst>
          </p:nvPr>
        </p:nvGraphicFramePr>
        <p:xfrm>
          <a:off x="2971800" y="1371600"/>
          <a:ext cx="2730500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18" name="Equation" r:id="rId5" imgW="1193760" imgH="431640" progId="Equation.DSMT4">
                  <p:embed/>
                </p:oleObj>
              </mc:Choice>
              <mc:Fallback>
                <p:oleObj name="Equation" r:id="rId5" imgW="1193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371600"/>
                        <a:ext cx="2730500" cy="989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5505387"/>
              </p:ext>
            </p:extLst>
          </p:nvPr>
        </p:nvGraphicFramePr>
        <p:xfrm>
          <a:off x="3048000" y="4572000"/>
          <a:ext cx="2674937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19" name="Equation" r:id="rId7" imgW="1168200" imgH="431640" progId="Equation.DSMT4">
                  <p:embed/>
                </p:oleObj>
              </mc:Choice>
              <mc:Fallback>
                <p:oleObj name="Equation" r:id="rId7" imgW="11682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572000"/>
                        <a:ext cx="2674937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8991898"/>
              </p:ext>
            </p:extLst>
          </p:nvPr>
        </p:nvGraphicFramePr>
        <p:xfrm>
          <a:off x="6629400" y="76200"/>
          <a:ext cx="235585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20" name="Equation" r:id="rId9" imgW="1028520" imgH="431640" progId="Equation.DSMT4">
                  <p:embed/>
                </p:oleObj>
              </mc:Choice>
              <mc:Fallback>
                <p:oleObj name="Equation" r:id="rId9" imgW="1028520" imgH="4316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76200"/>
                        <a:ext cx="2355850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6487331"/>
              </p:ext>
            </p:extLst>
          </p:nvPr>
        </p:nvGraphicFramePr>
        <p:xfrm>
          <a:off x="3087688" y="2971800"/>
          <a:ext cx="2497137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21" name="Equation" r:id="rId11" imgW="1091880" imgH="431640" progId="Equation.DSMT4">
                  <p:embed/>
                </p:oleObj>
              </mc:Choice>
              <mc:Fallback>
                <p:oleObj name="Equation" r:id="rId11" imgW="1091880" imgH="43164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7688" y="2971800"/>
                        <a:ext cx="2497137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5669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7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7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7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113155"/>
              </p:ext>
            </p:extLst>
          </p:nvPr>
        </p:nvGraphicFramePr>
        <p:xfrm>
          <a:off x="152400" y="152400"/>
          <a:ext cx="16573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68" name="Equation" r:id="rId3" imgW="723600" imgH="393480" progId="Equation.DSMT4">
                  <p:embed/>
                </p:oleObj>
              </mc:Choice>
              <mc:Fallback>
                <p:oleObj name="Equation" r:id="rId3" imgW="7236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52400"/>
                        <a:ext cx="1657350" cy="90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6424448"/>
              </p:ext>
            </p:extLst>
          </p:nvPr>
        </p:nvGraphicFramePr>
        <p:xfrm>
          <a:off x="2362200" y="1828800"/>
          <a:ext cx="3751262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69" name="Equation" r:id="rId5" imgW="1638000" imgH="444240" progId="Equation.DSMT4">
                  <p:embed/>
                </p:oleObj>
              </mc:Choice>
              <mc:Fallback>
                <p:oleObj name="Equation" r:id="rId5" imgW="1638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828800"/>
                        <a:ext cx="3751262" cy="1017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9419731"/>
              </p:ext>
            </p:extLst>
          </p:nvPr>
        </p:nvGraphicFramePr>
        <p:xfrm>
          <a:off x="5722938" y="228600"/>
          <a:ext cx="3270250" cy="842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70" name="Equation" r:id="rId7" imgW="1726920" imgH="444240" progId="Equation.DSMT4">
                  <p:embed/>
                </p:oleObj>
              </mc:Choice>
              <mc:Fallback>
                <p:oleObj name="Equation" r:id="rId7" imgW="1726920" imgH="44424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2938" y="228600"/>
                        <a:ext cx="3270250" cy="8424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6522530"/>
              </p:ext>
            </p:extLst>
          </p:nvPr>
        </p:nvGraphicFramePr>
        <p:xfrm>
          <a:off x="2462213" y="3630612"/>
          <a:ext cx="3633787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71" name="Equation" r:id="rId9" imgW="1587240" imgH="444240" progId="Equation.DSMT4">
                  <p:embed/>
                </p:oleObj>
              </mc:Choice>
              <mc:Fallback>
                <p:oleObj name="Equation" r:id="rId9" imgW="1587240" imgH="44424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2213" y="3630612"/>
                        <a:ext cx="3633787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9156244"/>
              </p:ext>
            </p:extLst>
          </p:nvPr>
        </p:nvGraphicFramePr>
        <p:xfrm>
          <a:off x="2565400" y="5383212"/>
          <a:ext cx="3430588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72" name="Equation" r:id="rId11" imgW="1498320" imgH="444240" progId="Equation.DSMT4">
                  <p:embed/>
                </p:oleObj>
              </mc:Choice>
              <mc:Fallback>
                <p:oleObj name="Equation" r:id="rId11" imgW="1498320" imgH="44424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5383212"/>
                        <a:ext cx="3430588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9196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7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7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7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9318217"/>
              </p:ext>
            </p:extLst>
          </p:nvPr>
        </p:nvGraphicFramePr>
        <p:xfrm>
          <a:off x="304800" y="228600"/>
          <a:ext cx="9017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89" name="Equation" r:id="rId3" imgW="393480" imgH="393480" progId="Equation.DSMT4">
                  <p:embed/>
                </p:oleObj>
              </mc:Choice>
              <mc:Fallback>
                <p:oleObj name="Equation" r:id="rId3" imgW="3934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28600"/>
                        <a:ext cx="901700" cy="90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Group 35"/>
          <p:cNvGrpSpPr/>
          <p:nvPr/>
        </p:nvGrpSpPr>
        <p:grpSpPr>
          <a:xfrm>
            <a:off x="4614955" y="76201"/>
            <a:ext cx="4546508" cy="816466"/>
            <a:chOff x="3457951" y="4267201"/>
            <a:chExt cx="4012186" cy="816466"/>
          </a:xfrm>
        </p:grpSpPr>
        <p:graphicFrame>
          <p:nvGraphicFramePr>
            <p:cNvPr id="28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9717687"/>
                </p:ext>
              </p:extLst>
            </p:nvPr>
          </p:nvGraphicFramePr>
          <p:xfrm>
            <a:off x="5975344" y="4267201"/>
            <a:ext cx="1494793" cy="8164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090" name="Equation" r:id="rId5" imgW="850680" imgH="431640" progId="Equation.DSMT4">
                    <p:embed/>
                  </p:oleObj>
                </mc:Choice>
                <mc:Fallback>
                  <p:oleObj name="Equation" r:id="rId5" imgW="85068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75344" y="4267201"/>
                          <a:ext cx="1494793" cy="816466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TextBox 29"/>
            <p:cNvSpPr txBox="1"/>
            <p:nvPr/>
          </p:nvSpPr>
          <p:spPr>
            <a:xfrm>
              <a:off x="3457951" y="4419600"/>
              <a:ext cx="24207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smtClean="0">
                  <a:latin typeface="Calibri" pitchFamily="34" charset="0"/>
                  <a:cs typeface="Calibri" pitchFamily="34" charset="0"/>
                </a:rPr>
                <a:t>Geometric series</a:t>
              </a:r>
            </a:p>
          </p:txBody>
        </p:sp>
      </p:grp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415936"/>
              </p:ext>
            </p:extLst>
          </p:nvPr>
        </p:nvGraphicFramePr>
        <p:xfrm>
          <a:off x="3733800" y="1447800"/>
          <a:ext cx="1338263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91" name="Equation" r:id="rId7" imgW="583920" imgH="419040" progId="Equation.DSMT4">
                  <p:embed/>
                </p:oleObj>
              </mc:Choice>
              <mc:Fallback>
                <p:oleObj name="Equation" r:id="rId7" imgW="583920" imgH="4190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447800"/>
                        <a:ext cx="1338263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313674"/>
              </p:ext>
            </p:extLst>
          </p:nvPr>
        </p:nvGraphicFramePr>
        <p:xfrm>
          <a:off x="3592513" y="3352800"/>
          <a:ext cx="1541462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92" name="Equation" r:id="rId9" imgW="672840" imgH="431640" progId="Equation.DSMT4">
                  <p:embed/>
                </p:oleObj>
              </mc:Choice>
              <mc:Fallback>
                <p:oleObj name="Equation" r:id="rId9" imgW="6728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2513" y="3352800"/>
                        <a:ext cx="1541462" cy="1063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5267174"/>
              </p:ext>
            </p:extLst>
          </p:nvPr>
        </p:nvGraphicFramePr>
        <p:xfrm>
          <a:off x="3429000" y="4876800"/>
          <a:ext cx="171450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93" name="Equation" r:id="rId11" imgW="748975" imgH="431613" progId="Equation.DSMT4">
                  <p:embed/>
                </p:oleObj>
              </mc:Choice>
              <mc:Fallback>
                <p:oleObj name="Equation" r:id="rId11" imgW="748975" imgH="431613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876800"/>
                        <a:ext cx="1714500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4255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5104076"/>
              </p:ext>
            </p:extLst>
          </p:nvPr>
        </p:nvGraphicFramePr>
        <p:xfrm>
          <a:off x="177007" y="381000"/>
          <a:ext cx="1017587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69" name="Equation" r:id="rId3" imgW="444240" imgH="203040" progId="Equation.DSMT4">
                  <p:embed/>
                </p:oleObj>
              </mc:Choice>
              <mc:Fallback>
                <p:oleObj name="Equation" r:id="rId3" imgW="444240" imgH="20304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007" y="381000"/>
                        <a:ext cx="1017587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585119"/>
              </p:ext>
            </p:extLst>
          </p:nvPr>
        </p:nvGraphicFramePr>
        <p:xfrm>
          <a:off x="3117850" y="3200400"/>
          <a:ext cx="238125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70" name="Equation" r:id="rId5" imgW="1041120" imgH="444240" progId="Equation.DSMT4">
                  <p:embed/>
                </p:oleObj>
              </mc:Choice>
              <mc:Fallback>
                <p:oleObj name="Equation" r:id="rId5" imgW="1041120" imgH="44424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50" y="3200400"/>
                        <a:ext cx="2381250" cy="1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oup 28"/>
          <p:cNvGrpSpPr/>
          <p:nvPr/>
        </p:nvGrpSpPr>
        <p:grpSpPr>
          <a:xfrm>
            <a:off x="2547151" y="4570856"/>
            <a:ext cx="3591033" cy="900113"/>
            <a:chOff x="1787417" y="209550"/>
            <a:chExt cx="3591033" cy="900113"/>
          </a:xfrm>
        </p:grpSpPr>
        <p:sp>
          <p:nvSpPr>
            <p:cNvPr id="31" name="TextBox 30"/>
            <p:cNvSpPr txBox="1"/>
            <p:nvPr/>
          </p:nvSpPr>
          <p:spPr>
            <a:xfrm>
              <a:off x="1787417" y="382329"/>
              <a:ext cx="1981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smtClean="0">
                  <a:latin typeface="Calibri" pitchFamily="34" charset="0"/>
                  <a:cs typeface="Calibri" pitchFamily="34" charset="0"/>
                </a:rPr>
                <a:t>Notice that </a:t>
              </a:r>
            </a:p>
          </p:txBody>
        </p:sp>
        <p:graphicFrame>
          <p:nvGraphicFramePr>
            <p:cNvPr id="32" name="Object 21"/>
            <p:cNvGraphicFramePr>
              <a:graphicFrameLocks noChangeAspect="1"/>
            </p:cNvGraphicFramePr>
            <p:nvPr/>
          </p:nvGraphicFramePr>
          <p:xfrm>
            <a:off x="3606800" y="209550"/>
            <a:ext cx="1771650" cy="900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71" name="Equation" r:id="rId7" imgW="774360" imgH="393480" progId="Equation.DSMT4">
                    <p:embed/>
                  </p:oleObj>
                </mc:Choice>
                <mc:Fallback>
                  <p:oleObj name="Equation" r:id="rId7" imgW="774360" imgH="393480" progId="Equation.DSMT4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6800" y="209550"/>
                          <a:ext cx="1771650" cy="9001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456770"/>
              </p:ext>
            </p:extLst>
          </p:nvPr>
        </p:nvGraphicFramePr>
        <p:xfrm>
          <a:off x="2362200" y="5486400"/>
          <a:ext cx="267176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72" name="Equation" r:id="rId9" imgW="1168200" imgH="444240" progId="Equation.DSMT4">
                  <p:embed/>
                </p:oleObj>
              </mc:Choice>
              <mc:Fallback>
                <p:oleObj name="Equation" r:id="rId9" imgW="1168200" imgH="444240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486400"/>
                        <a:ext cx="2671763" cy="1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4124261"/>
              </p:ext>
            </p:extLst>
          </p:nvPr>
        </p:nvGraphicFramePr>
        <p:xfrm>
          <a:off x="2743200" y="1600200"/>
          <a:ext cx="30829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73" name="Equation" r:id="rId11" imgW="1346040" imgH="393480" progId="Equation.DSMT4">
                  <p:embed/>
                </p:oleObj>
              </mc:Choice>
              <mc:Fallback>
                <p:oleObj name="Equation" r:id="rId11" imgW="1346040" imgH="39348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600200"/>
                        <a:ext cx="308292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5756563"/>
              </p:ext>
            </p:extLst>
          </p:nvPr>
        </p:nvGraphicFramePr>
        <p:xfrm>
          <a:off x="6575780" y="152401"/>
          <a:ext cx="2472970" cy="914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74" name="Equation" r:id="rId13" imgW="1257120" imgH="431640" progId="Equation.DSMT4">
                  <p:embed/>
                </p:oleObj>
              </mc:Choice>
              <mc:Fallback>
                <p:oleObj name="Equation" r:id="rId13" imgW="1257120" imgH="4316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5780" y="152401"/>
                        <a:ext cx="2472970" cy="9143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0400588"/>
              </p:ext>
            </p:extLst>
          </p:nvPr>
        </p:nvGraphicFramePr>
        <p:xfrm>
          <a:off x="4953000" y="5486400"/>
          <a:ext cx="403542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75" name="Equation" r:id="rId15" imgW="1765080" imgH="431640" progId="Equation.DSMT4">
                  <p:embed/>
                </p:oleObj>
              </mc:Choice>
              <mc:Fallback>
                <p:oleObj name="Equation" r:id="rId15" imgW="1765080" imgH="43164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5486400"/>
                        <a:ext cx="4035425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7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7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7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805906" y="325515"/>
            <a:ext cx="31511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Calibri" pitchFamily="34" charset="0"/>
                <a:cs typeface="Calibri" pitchFamily="34" charset="0"/>
              </a:rPr>
              <a:t>Euler’s Formula</a:t>
            </a:r>
          </a:p>
        </p:txBody>
      </p:sp>
      <p:graphicFrame>
        <p:nvGraphicFramePr>
          <p:cNvPr id="9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919392"/>
              </p:ext>
            </p:extLst>
          </p:nvPr>
        </p:nvGraphicFramePr>
        <p:xfrm>
          <a:off x="2590800" y="1371600"/>
          <a:ext cx="429259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52" name="Equation" r:id="rId3" imgW="952200" imgH="431640" progId="Equation.DSMT4">
                  <p:embed/>
                </p:oleObj>
              </mc:Choice>
              <mc:Fallback>
                <p:oleObj name="Equation" r:id="rId3" imgW="952200" imgH="4316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371600"/>
                        <a:ext cx="4292598" cy="9906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622247"/>
              </p:ext>
            </p:extLst>
          </p:nvPr>
        </p:nvGraphicFramePr>
        <p:xfrm>
          <a:off x="3925888" y="5305425"/>
          <a:ext cx="19145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53" name="Equation" r:id="rId5" imgW="838080" imgH="203040" progId="Equation.DSMT4">
                  <p:embed/>
                </p:oleObj>
              </mc:Choice>
              <mc:Fallback>
                <p:oleObj name="Equation" r:id="rId5" imgW="838080" imgH="2030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5888" y="5305425"/>
                        <a:ext cx="1914525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349867"/>
              </p:ext>
            </p:extLst>
          </p:nvPr>
        </p:nvGraphicFramePr>
        <p:xfrm>
          <a:off x="1598613" y="2819400"/>
          <a:ext cx="584676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54" name="Equation" r:id="rId7" imgW="2552400" imgH="393480" progId="Equation.DSMT4">
                  <p:embed/>
                </p:oleObj>
              </mc:Choice>
              <mc:Fallback>
                <p:oleObj name="Equation" r:id="rId7" imgW="2552400" imgH="3934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8613" y="2819400"/>
                        <a:ext cx="5846762" cy="90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5"/>
          <p:cNvGrpSpPr/>
          <p:nvPr/>
        </p:nvGrpSpPr>
        <p:grpSpPr>
          <a:xfrm>
            <a:off x="3276600" y="6096000"/>
            <a:ext cx="3479800" cy="1030308"/>
            <a:chOff x="381000" y="4419600"/>
            <a:chExt cx="2794000" cy="1030308"/>
          </a:xfrm>
        </p:grpSpPr>
        <p:sp>
          <p:nvSpPr>
            <p:cNvPr id="15" name="TextBox 14"/>
            <p:cNvSpPr txBox="1"/>
            <p:nvPr/>
          </p:nvSpPr>
          <p:spPr>
            <a:xfrm>
              <a:off x="381000" y="4495801"/>
              <a:ext cx="14478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>
                  <a:latin typeface="Calibri" pitchFamily="34" charset="0"/>
                  <a:cs typeface="Calibri" pitchFamily="34" charset="0"/>
                </a:rPr>
                <a:t>Corollary: </a:t>
              </a:r>
            </a:p>
          </p:txBody>
        </p:sp>
        <p:graphicFrame>
          <p:nvGraphicFramePr>
            <p:cNvPr id="64524" name="Object 12"/>
            <p:cNvGraphicFramePr>
              <a:graphicFrameLocks noChangeAspect="1"/>
            </p:cNvGraphicFramePr>
            <p:nvPr/>
          </p:nvGraphicFramePr>
          <p:xfrm>
            <a:off x="1981200" y="4419600"/>
            <a:ext cx="1193800" cy="466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55" name="Equation" r:id="rId9" imgW="520560" imgH="203040" progId="Equation.DSMT4">
                    <p:embed/>
                  </p:oleObj>
                </mc:Choice>
                <mc:Fallback>
                  <p:oleObj name="Equation" r:id="rId9" imgW="520560" imgH="203040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1200" y="4419600"/>
                          <a:ext cx="1193800" cy="466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554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7869635"/>
              </p:ext>
            </p:extLst>
          </p:nvPr>
        </p:nvGraphicFramePr>
        <p:xfrm>
          <a:off x="1354138" y="4114800"/>
          <a:ext cx="6542087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56" name="Equation" r:id="rId11" imgW="2857320" imgH="431640" progId="Equation.DSMT4">
                  <p:embed/>
                </p:oleObj>
              </mc:Choice>
              <mc:Fallback>
                <p:oleObj name="Equation" r:id="rId11" imgW="2857320" imgH="43164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4138" y="4114800"/>
                        <a:ext cx="6542087" cy="989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55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55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What Taylor Series </a:t>
            </a:r>
            <a:br>
              <a:rPr lang="en-US" dirty="0" smtClean="0"/>
            </a:br>
            <a:r>
              <a:rPr lang="en-US" dirty="0" smtClean="0"/>
              <a:t>Really Do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346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172200" y="6096000"/>
            <a:ext cx="1981200" cy="52089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3200" i="1" dirty="0" smtClean="0">
                <a:latin typeface="Times New Roman"/>
                <a:ea typeface="Times New Roman"/>
              </a:rPr>
              <a:t>y = x</a:t>
            </a: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Sin(x) and its </a:t>
            </a:r>
            <a:r>
              <a:rPr lang="en-US" dirty="0" err="1" smtClean="0"/>
              <a:t>MacLaurin</a:t>
            </a:r>
            <a:r>
              <a:rPr lang="en-US" dirty="0" smtClean="0"/>
              <a:t> Series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295400"/>
            <a:ext cx="5029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0219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Sin(x) and its </a:t>
            </a:r>
            <a:r>
              <a:rPr lang="en-US" dirty="0" err="1" smtClean="0"/>
              <a:t>MacLaurin</a:t>
            </a:r>
            <a:r>
              <a:rPr lang="en-US" dirty="0" smtClean="0"/>
              <a:t> Series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1219200"/>
            <a:ext cx="51054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4668127"/>
              </p:ext>
            </p:extLst>
          </p:nvPr>
        </p:nvGraphicFramePr>
        <p:xfrm>
          <a:off x="4953001" y="5826190"/>
          <a:ext cx="1639888" cy="803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77" name="Equation" r:id="rId4" imgW="799920" imgH="393480" progId="Equation.DSMT4">
                  <p:embed/>
                </p:oleObj>
              </mc:Choice>
              <mc:Fallback>
                <p:oleObj name="Equation" r:id="rId4" imgW="7999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1" y="5826190"/>
                        <a:ext cx="1639888" cy="8032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5943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Sin(x) and its </a:t>
            </a:r>
            <a:r>
              <a:rPr lang="en-US" dirty="0" err="1" smtClean="0"/>
              <a:t>MacLaurin</a:t>
            </a:r>
            <a:r>
              <a:rPr lang="en-US" dirty="0" smtClean="0"/>
              <a:t> Series</a:t>
            </a:r>
            <a:endParaRPr lang="en-US" dirty="0"/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1295400"/>
            <a:ext cx="49530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0581775"/>
              </p:ext>
            </p:extLst>
          </p:nvPr>
        </p:nvGraphicFramePr>
        <p:xfrm>
          <a:off x="5410200" y="5791200"/>
          <a:ext cx="267815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01" name="Equation" r:id="rId4" imgW="1244600" imgH="393700" progId="Equation.DSMT4">
                  <p:embed/>
                </p:oleObj>
              </mc:Choice>
              <mc:Fallback>
                <p:oleObj name="Equation" r:id="rId4" imgW="12446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5791200"/>
                        <a:ext cx="2678152" cy="838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5179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Sin(x) and its </a:t>
            </a:r>
            <a:r>
              <a:rPr lang="en-US" dirty="0" err="1" smtClean="0"/>
              <a:t>MacLaurin</a:t>
            </a:r>
            <a:r>
              <a:rPr lang="en-US" dirty="0" smtClean="0"/>
              <a:t> Series</a:t>
            </a:r>
            <a:endParaRPr lang="en-US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1219200"/>
            <a:ext cx="5029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4918890"/>
              </p:ext>
            </p:extLst>
          </p:nvPr>
        </p:nvGraphicFramePr>
        <p:xfrm>
          <a:off x="5486400" y="5741262"/>
          <a:ext cx="3505200" cy="81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25" name="Equation" r:id="rId4" imgW="1688367" imgH="393529" progId="Equation.DSMT4">
                  <p:embed/>
                </p:oleObj>
              </mc:Choice>
              <mc:Fallback>
                <p:oleObj name="Equation" r:id="rId4" imgW="1688367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5741262"/>
                        <a:ext cx="3505200" cy="8119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632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172200" y="6096000"/>
            <a:ext cx="1981200" cy="52089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3200" i="1" dirty="0" smtClean="0">
                <a:latin typeface="Times New Roman"/>
                <a:ea typeface="Times New Roman"/>
              </a:rPr>
              <a:t>y = 1</a:t>
            </a: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Cos(x) and its </a:t>
            </a:r>
            <a:r>
              <a:rPr lang="en-US" dirty="0" err="1" smtClean="0"/>
              <a:t>MacLaurin</a:t>
            </a:r>
            <a:r>
              <a:rPr lang="en-US" dirty="0" smtClean="0"/>
              <a:t> Series</a:t>
            </a:r>
            <a:endParaRPr lang="en-US" dirty="0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219200"/>
            <a:ext cx="48768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75731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Cos(x) and its </a:t>
            </a:r>
            <a:r>
              <a:rPr lang="en-US" dirty="0" err="1" smtClean="0"/>
              <a:t>MacLaurin</a:t>
            </a:r>
            <a:r>
              <a:rPr lang="en-US" dirty="0" smtClean="0"/>
              <a:t> Series</a:t>
            </a:r>
            <a:endParaRPr 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1295400"/>
            <a:ext cx="44958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8811156"/>
              </p:ext>
            </p:extLst>
          </p:nvPr>
        </p:nvGraphicFramePr>
        <p:xfrm>
          <a:off x="6172200" y="5781792"/>
          <a:ext cx="1905000" cy="964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49" name="Equation" r:id="rId4" imgW="774364" imgH="393529" progId="Equation.DSMT4">
                  <p:embed/>
                </p:oleObj>
              </mc:Choice>
              <mc:Fallback>
                <p:oleObj name="Equation" r:id="rId4" imgW="774364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5781792"/>
                        <a:ext cx="1905000" cy="9642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4067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Cos(x) and its </a:t>
            </a:r>
            <a:r>
              <a:rPr lang="en-US" dirty="0" err="1" smtClean="0"/>
              <a:t>MacLaurin</a:t>
            </a:r>
            <a:r>
              <a:rPr lang="en-US" dirty="0" smtClean="0"/>
              <a:t> Series</a:t>
            </a:r>
            <a:endParaRPr lang="en-US" dirty="0"/>
          </a:p>
        </p:txBody>
      </p:sp>
      <p:pic>
        <p:nvPicPr>
          <p:cNvPr id="2150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1371600"/>
            <a:ext cx="44958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15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191130"/>
              </p:ext>
            </p:extLst>
          </p:nvPr>
        </p:nvGraphicFramePr>
        <p:xfrm>
          <a:off x="5715000" y="5715000"/>
          <a:ext cx="2971800" cy="951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3" name="Equation" r:id="rId4" imgW="1218671" imgH="393529" progId="Equation.DSMT4">
                  <p:embed/>
                </p:oleObj>
              </mc:Choice>
              <mc:Fallback>
                <p:oleObj name="Equation" r:id="rId4" imgW="1218671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5715000"/>
                        <a:ext cx="2971800" cy="9519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04071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Cos(x) and its </a:t>
            </a:r>
            <a:r>
              <a:rPr lang="en-US" dirty="0" err="1" smtClean="0"/>
              <a:t>MacLaurin</a:t>
            </a:r>
            <a:r>
              <a:rPr lang="en-US" dirty="0" smtClean="0"/>
              <a:t> Series</a:t>
            </a:r>
            <a:endParaRPr lang="en-US" dirty="0"/>
          </a:p>
        </p:txBody>
      </p:sp>
      <p:pic>
        <p:nvPicPr>
          <p:cNvPr id="2048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1219200"/>
            <a:ext cx="48006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4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4647803"/>
              </p:ext>
            </p:extLst>
          </p:nvPr>
        </p:nvGraphicFramePr>
        <p:xfrm>
          <a:off x="5638800" y="6082683"/>
          <a:ext cx="3429000" cy="775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97" name="Equation" r:id="rId4" imgW="1651000" imgH="393700" progId="Equation.DSMT4">
                  <p:embed/>
                </p:oleObj>
              </mc:Choice>
              <mc:Fallback>
                <p:oleObj name="Equation" r:id="rId4" imgW="16510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6082683"/>
                        <a:ext cx="3429000" cy="7753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6785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2160</TotalTime>
  <Words>276</Words>
  <Application>Microsoft Office PowerPoint</Application>
  <PresentationFormat>On-screen Show (4:3)</PresentationFormat>
  <Paragraphs>55</Paragraphs>
  <Slides>31</Slides>
  <Notes>1</Notes>
  <HiddenSlides>1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Concourse</vt:lpstr>
      <vt:lpstr>Equation</vt:lpstr>
      <vt:lpstr>MathType 6.0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So Far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Taylor Series  Really Do</vt:lpstr>
      <vt:lpstr>Sin(x) and its MacLaurin Series</vt:lpstr>
      <vt:lpstr>Sin(x) and its MacLaurin Series</vt:lpstr>
      <vt:lpstr>Sin(x) and its MacLaurin Series</vt:lpstr>
      <vt:lpstr>Sin(x) and its MacLaurin Series</vt:lpstr>
      <vt:lpstr>Cos(x) and its MacLaurin Series</vt:lpstr>
      <vt:lpstr>Cos(x) and its MacLaurin Series</vt:lpstr>
      <vt:lpstr>Cos(x) and its MacLaurin Series</vt:lpstr>
      <vt:lpstr>Cos(x) and its MacLaurin Series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Brock Williams</cp:lastModifiedBy>
  <cp:revision>663</cp:revision>
  <dcterms:created xsi:type="dcterms:W3CDTF">2006-08-16T00:00:00Z</dcterms:created>
  <dcterms:modified xsi:type="dcterms:W3CDTF">2011-04-15T16:41:53Z</dcterms:modified>
</cp:coreProperties>
</file>