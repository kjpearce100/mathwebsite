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sldIdLst>
    <p:sldId id="256" r:id="rId2"/>
    <p:sldId id="258" r:id="rId3"/>
    <p:sldId id="273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  <p:sldId id="267" r:id="rId14"/>
    <p:sldId id="270" r:id="rId15"/>
    <p:sldId id="268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-1074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" Type="http://schemas.openxmlformats.org/officeDocument/2006/relationships/image" Target="../media/image2.wmf"/><Relationship Id="rId5" Type="http://schemas.openxmlformats.org/officeDocument/2006/relationships/image" Target="../media/image9.wmf"/><Relationship Id="rId4" Type="http://schemas.openxmlformats.org/officeDocument/2006/relationships/image" Target="../media/image8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image" Target="../media/image11.wmf"/><Relationship Id="rId1" Type="http://schemas.openxmlformats.org/officeDocument/2006/relationships/image" Target="../media/image10.wmf"/><Relationship Id="rId5" Type="http://schemas.openxmlformats.org/officeDocument/2006/relationships/image" Target="../media/image14.wmf"/><Relationship Id="rId4" Type="http://schemas.openxmlformats.org/officeDocument/2006/relationships/image" Target="../media/image13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image" Target="../media/image16.wmf"/><Relationship Id="rId1" Type="http://schemas.openxmlformats.org/officeDocument/2006/relationships/image" Target="../media/image15.wmf"/><Relationship Id="rId5" Type="http://schemas.openxmlformats.org/officeDocument/2006/relationships/image" Target="../media/image19.wmf"/><Relationship Id="rId4" Type="http://schemas.openxmlformats.org/officeDocument/2006/relationships/image" Target="../media/image18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image" Target="../media/image22.wmf"/><Relationship Id="rId1" Type="http://schemas.openxmlformats.org/officeDocument/2006/relationships/image" Target="../media/image21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image" Target="../media/image26.wmf"/><Relationship Id="rId1" Type="http://schemas.openxmlformats.org/officeDocument/2006/relationships/image" Target="../media/image25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1.wmf"/><Relationship Id="rId7" Type="http://schemas.openxmlformats.org/officeDocument/2006/relationships/image" Target="../media/image35.wmf"/><Relationship Id="rId2" Type="http://schemas.openxmlformats.org/officeDocument/2006/relationships/image" Target="../media/image30.wmf"/><Relationship Id="rId1" Type="http://schemas.openxmlformats.org/officeDocument/2006/relationships/image" Target="../media/image29.wmf"/><Relationship Id="rId6" Type="http://schemas.openxmlformats.org/officeDocument/2006/relationships/image" Target="../media/image34.wmf"/><Relationship Id="rId5" Type="http://schemas.openxmlformats.org/officeDocument/2006/relationships/image" Target="../media/image33.wmf"/><Relationship Id="rId4" Type="http://schemas.openxmlformats.org/officeDocument/2006/relationships/image" Target="../media/image32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9.wmf"/><Relationship Id="rId2" Type="http://schemas.openxmlformats.org/officeDocument/2006/relationships/image" Target="../media/image38.wmf"/><Relationship Id="rId1" Type="http://schemas.openxmlformats.org/officeDocument/2006/relationships/image" Target="../media/image37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43.wmf"/><Relationship Id="rId2" Type="http://schemas.openxmlformats.org/officeDocument/2006/relationships/image" Target="../media/image42.wmf"/><Relationship Id="rId1" Type="http://schemas.openxmlformats.org/officeDocument/2006/relationships/image" Target="../media/image41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47.wmf"/><Relationship Id="rId2" Type="http://schemas.openxmlformats.org/officeDocument/2006/relationships/image" Target="../media/image46.wmf"/><Relationship Id="rId1" Type="http://schemas.openxmlformats.org/officeDocument/2006/relationships/image" Target="../media/image45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9.wmf"/><Relationship Id="rId2" Type="http://schemas.openxmlformats.org/officeDocument/2006/relationships/image" Target="../media/image47.wmf"/><Relationship Id="rId1" Type="http://schemas.openxmlformats.org/officeDocument/2006/relationships/image" Target="../media/image45.wmf"/><Relationship Id="rId4" Type="http://schemas.openxmlformats.org/officeDocument/2006/relationships/image" Target="../media/image50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4.wmf"/><Relationship Id="rId2" Type="http://schemas.openxmlformats.org/officeDocument/2006/relationships/image" Target="../media/image53.wmf"/><Relationship Id="rId1" Type="http://schemas.openxmlformats.org/officeDocument/2006/relationships/image" Target="../media/image52.w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52.wmf"/><Relationship Id="rId1" Type="http://schemas.openxmlformats.org/officeDocument/2006/relationships/image" Target="../media/image56.wmf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59.wmf"/><Relationship Id="rId1" Type="http://schemas.openxmlformats.org/officeDocument/2006/relationships/image" Target="../media/image58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54.wmf"/><Relationship Id="rId2" Type="http://schemas.openxmlformats.org/officeDocument/2006/relationships/image" Target="../media/image61.wmf"/><Relationship Id="rId1" Type="http://schemas.openxmlformats.org/officeDocument/2006/relationships/image" Target="../media/image59.wmf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1/19/2014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1/19/2014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1/19/2014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1/19/2014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1/19/2014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1/19/2014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1/19/2014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1/19/2014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1/19/2014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1/19/2014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1/19/2014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1/19/2014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image" Target="../media/image5.png"/><Relationship Id="rId7" Type="http://schemas.openxmlformats.org/officeDocument/2006/relationships/image" Target="../media/image3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2.wmf"/><Relationship Id="rId4" Type="http://schemas.openxmlformats.org/officeDocument/2006/relationships/oleObject" Target="../embeddings/oleObject1.bin"/><Relationship Id="rId9" Type="http://schemas.openxmlformats.org/officeDocument/2006/relationships/image" Target="../media/image4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13" Type="http://schemas.openxmlformats.org/officeDocument/2006/relationships/image" Target="../media/image9.wmf"/><Relationship Id="rId3" Type="http://schemas.openxmlformats.org/officeDocument/2006/relationships/image" Target="../media/image5.png"/><Relationship Id="rId7" Type="http://schemas.openxmlformats.org/officeDocument/2006/relationships/image" Target="../media/image6.wmf"/><Relationship Id="rId12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5.bin"/><Relationship Id="rId11" Type="http://schemas.openxmlformats.org/officeDocument/2006/relationships/image" Target="../media/image8.wmf"/><Relationship Id="rId5" Type="http://schemas.openxmlformats.org/officeDocument/2006/relationships/image" Target="../media/image2.wmf"/><Relationship Id="rId10" Type="http://schemas.openxmlformats.org/officeDocument/2006/relationships/oleObject" Target="../embeddings/oleObject7.bin"/><Relationship Id="rId4" Type="http://schemas.openxmlformats.org/officeDocument/2006/relationships/oleObject" Target="../embeddings/oleObject4.bin"/><Relationship Id="rId9" Type="http://schemas.openxmlformats.org/officeDocument/2006/relationships/image" Target="../media/image7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13" Type="http://schemas.openxmlformats.org/officeDocument/2006/relationships/image" Target="../media/image5.png"/><Relationship Id="rId3" Type="http://schemas.openxmlformats.org/officeDocument/2006/relationships/oleObject" Target="../embeddings/oleObject9.bin"/><Relationship Id="rId7" Type="http://schemas.openxmlformats.org/officeDocument/2006/relationships/oleObject" Target="../embeddings/oleObject11.bin"/><Relationship Id="rId12" Type="http://schemas.openxmlformats.org/officeDocument/2006/relationships/image" Target="../media/image14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1.wmf"/><Relationship Id="rId11" Type="http://schemas.openxmlformats.org/officeDocument/2006/relationships/oleObject" Target="../embeddings/oleObject13.bin"/><Relationship Id="rId5" Type="http://schemas.openxmlformats.org/officeDocument/2006/relationships/oleObject" Target="../embeddings/oleObject10.bin"/><Relationship Id="rId10" Type="http://schemas.openxmlformats.org/officeDocument/2006/relationships/image" Target="../media/image13.wmf"/><Relationship Id="rId4" Type="http://schemas.openxmlformats.org/officeDocument/2006/relationships/image" Target="../media/image10.wmf"/><Relationship Id="rId9" Type="http://schemas.openxmlformats.org/officeDocument/2006/relationships/oleObject" Target="../embeddings/oleObject12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.bin"/><Relationship Id="rId13" Type="http://schemas.openxmlformats.org/officeDocument/2006/relationships/image" Target="../media/image19.wmf"/><Relationship Id="rId3" Type="http://schemas.openxmlformats.org/officeDocument/2006/relationships/image" Target="../media/image20.png"/><Relationship Id="rId7" Type="http://schemas.openxmlformats.org/officeDocument/2006/relationships/image" Target="../media/image16.wmf"/><Relationship Id="rId12" Type="http://schemas.openxmlformats.org/officeDocument/2006/relationships/oleObject" Target="../embeddings/oleObject1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15.bin"/><Relationship Id="rId11" Type="http://schemas.openxmlformats.org/officeDocument/2006/relationships/image" Target="../media/image18.wmf"/><Relationship Id="rId5" Type="http://schemas.openxmlformats.org/officeDocument/2006/relationships/image" Target="../media/image15.wmf"/><Relationship Id="rId10" Type="http://schemas.openxmlformats.org/officeDocument/2006/relationships/oleObject" Target="../embeddings/oleObject17.bin"/><Relationship Id="rId4" Type="http://schemas.openxmlformats.org/officeDocument/2006/relationships/oleObject" Target="../embeddings/oleObject14.bin"/><Relationship Id="rId9" Type="http://schemas.openxmlformats.org/officeDocument/2006/relationships/image" Target="../media/image17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.bin"/><Relationship Id="rId3" Type="http://schemas.openxmlformats.org/officeDocument/2006/relationships/image" Target="../media/image24.png"/><Relationship Id="rId7" Type="http://schemas.openxmlformats.org/officeDocument/2006/relationships/image" Target="../media/image2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20.bin"/><Relationship Id="rId5" Type="http://schemas.openxmlformats.org/officeDocument/2006/relationships/image" Target="../media/image21.wmf"/><Relationship Id="rId4" Type="http://schemas.openxmlformats.org/officeDocument/2006/relationships/oleObject" Target="../embeddings/oleObject19.bin"/><Relationship Id="rId9" Type="http://schemas.openxmlformats.org/officeDocument/2006/relationships/image" Target="../media/image23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wmf"/><Relationship Id="rId3" Type="http://schemas.openxmlformats.org/officeDocument/2006/relationships/oleObject" Target="../embeddings/oleObject22.bin"/><Relationship Id="rId7" Type="http://schemas.openxmlformats.org/officeDocument/2006/relationships/oleObject" Target="../embeddings/oleObject2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6.wmf"/><Relationship Id="rId5" Type="http://schemas.openxmlformats.org/officeDocument/2006/relationships/oleObject" Target="../embeddings/oleObject23.bin"/><Relationship Id="rId4" Type="http://schemas.openxmlformats.org/officeDocument/2006/relationships/image" Target="../media/image25.wmf"/><Relationship Id="rId9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7.bin"/><Relationship Id="rId13" Type="http://schemas.openxmlformats.org/officeDocument/2006/relationships/image" Target="../media/image33.wmf"/><Relationship Id="rId3" Type="http://schemas.openxmlformats.org/officeDocument/2006/relationships/image" Target="../media/image36.png"/><Relationship Id="rId7" Type="http://schemas.openxmlformats.org/officeDocument/2006/relationships/image" Target="../media/image30.wmf"/><Relationship Id="rId12" Type="http://schemas.openxmlformats.org/officeDocument/2006/relationships/oleObject" Target="../embeddings/oleObject29.bin"/><Relationship Id="rId17" Type="http://schemas.openxmlformats.org/officeDocument/2006/relationships/image" Target="../media/image35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31.bin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26.bin"/><Relationship Id="rId11" Type="http://schemas.openxmlformats.org/officeDocument/2006/relationships/image" Target="../media/image32.wmf"/><Relationship Id="rId5" Type="http://schemas.openxmlformats.org/officeDocument/2006/relationships/image" Target="../media/image29.wmf"/><Relationship Id="rId15" Type="http://schemas.openxmlformats.org/officeDocument/2006/relationships/image" Target="../media/image34.wmf"/><Relationship Id="rId10" Type="http://schemas.openxmlformats.org/officeDocument/2006/relationships/oleObject" Target="../embeddings/oleObject28.bin"/><Relationship Id="rId4" Type="http://schemas.openxmlformats.org/officeDocument/2006/relationships/oleObject" Target="../embeddings/oleObject25.bin"/><Relationship Id="rId9" Type="http://schemas.openxmlformats.org/officeDocument/2006/relationships/image" Target="../media/image31.wmf"/><Relationship Id="rId14" Type="http://schemas.openxmlformats.org/officeDocument/2006/relationships/oleObject" Target="../embeddings/oleObject30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wmf"/><Relationship Id="rId3" Type="http://schemas.openxmlformats.org/officeDocument/2006/relationships/oleObject" Target="../embeddings/oleObject32.bin"/><Relationship Id="rId7" Type="http://schemas.openxmlformats.org/officeDocument/2006/relationships/oleObject" Target="../embeddings/oleObject3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38.wmf"/><Relationship Id="rId5" Type="http://schemas.openxmlformats.org/officeDocument/2006/relationships/oleObject" Target="../embeddings/oleObject33.bin"/><Relationship Id="rId4" Type="http://schemas.openxmlformats.org/officeDocument/2006/relationships/image" Target="../media/image37.wmf"/><Relationship Id="rId9" Type="http://schemas.openxmlformats.org/officeDocument/2006/relationships/image" Target="../media/image4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wmf"/><Relationship Id="rId3" Type="http://schemas.openxmlformats.org/officeDocument/2006/relationships/oleObject" Target="../embeddings/oleObject35.bin"/><Relationship Id="rId7" Type="http://schemas.openxmlformats.org/officeDocument/2006/relationships/oleObject" Target="../embeddings/oleObject3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42.wmf"/><Relationship Id="rId5" Type="http://schemas.openxmlformats.org/officeDocument/2006/relationships/oleObject" Target="../embeddings/oleObject36.bin"/><Relationship Id="rId4" Type="http://schemas.openxmlformats.org/officeDocument/2006/relationships/image" Target="../media/image41.wmf"/><Relationship Id="rId9" Type="http://schemas.openxmlformats.org/officeDocument/2006/relationships/image" Target="../media/image4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wmf"/><Relationship Id="rId3" Type="http://schemas.openxmlformats.org/officeDocument/2006/relationships/oleObject" Target="../embeddings/oleObject38.bin"/><Relationship Id="rId7" Type="http://schemas.openxmlformats.org/officeDocument/2006/relationships/oleObject" Target="../embeddings/oleObject4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46.wmf"/><Relationship Id="rId5" Type="http://schemas.openxmlformats.org/officeDocument/2006/relationships/oleObject" Target="../embeddings/oleObject39.bin"/><Relationship Id="rId4" Type="http://schemas.openxmlformats.org/officeDocument/2006/relationships/image" Target="../media/image45.wmf"/><Relationship Id="rId9" Type="http://schemas.openxmlformats.org/officeDocument/2006/relationships/image" Target="../media/image4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wmf"/><Relationship Id="rId3" Type="http://schemas.openxmlformats.org/officeDocument/2006/relationships/oleObject" Target="../embeddings/oleObject41.bin"/><Relationship Id="rId7" Type="http://schemas.openxmlformats.org/officeDocument/2006/relationships/oleObject" Target="../embeddings/oleObject4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47.wmf"/><Relationship Id="rId11" Type="http://schemas.openxmlformats.org/officeDocument/2006/relationships/image" Target="../media/image50.wmf"/><Relationship Id="rId5" Type="http://schemas.openxmlformats.org/officeDocument/2006/relationships/oleObject" Target="../embeddings/oleObject42.bin"/><Relationship Id="rId10" Type="http://schemas.openxmlformats.org/officeDocument/2006/relationships/oleObject" Target="../embeddings/oleObject44.bin"/><Relationship Id="rId4" Type="http://schemas.openxmlformats.org/officeDocument/2006/relationships/image" Target="../media/image45.wmf"/><Relationship Id="rId9" Type="http://schemas.openxmlformats.org/officeDocument/2006/relationships/image" Target="../media/image5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7.bin"/><Relationship Id="rId3" Type="http://schemas.openxmlformats.org/officeDocument/2006/relationships/image" Target="../media/image55.png"/><Relationship Id="rId7" Type="http://schemas.openxmlformats.org/officeDocument/2006/relationships/image" Target="../media/image53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46.bin"/><Relationship Id="rId5" Type="http://schemas.openxmlformats.org/officeDocument/2006/relationships/image" Target="../media/image52.wmf"/><Relationship Id="rId4" Type="http://schemas.openxmlformats.org/officeDocument/2006/relationships/oleObject" Target="../embeddings/oleObject45.bin"/><Relationship Id="rId9" Type="http://schemas.openxmlformats.org/officeDocument/2006/relationships/image" Target="../media/image54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7" Type="http://schemas.openxmlformats.org/officeDocument/2006/relationships/image" Target="../media/image5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49.bin"/><Relationship Id="rId5" Type="http://schemas.openxmlformats.org/officeDocument/2006/relationships/image" Target="../media/image56.wmf"/><Relationship Id="rId4" Type="http://schemas.openxmlformats.org/officeDocument/2006/relationships/oleObject" Target="../embeddings/oleObject48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7" Type="http://schemas.openxmlformats.org/officeDocument/2006/relationships/image" Target="../media/image59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51.bin"/><Relationship Id="rId5" Type="http://schemas.openxmlformats.org/officeDocument/2006/relationships/image" Target="../media/image58.wmf"/><Relationship Id="rId4" Type="http://schemas.openxmlformats.org/officeDocument/2006/relationships/oleObject" Target="../embeddings/oleObject50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4.bin"/><Relationship Id="rId3" Type="http://schemas.openxmlformats.org/officeDocument/2006/relationships/image" Target="../media/image62.png"/><Relationship Id="rId7" Type="http://schemas.openxmlformats.org/officeDocument/2006/relationships/image" Target="../media/image61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53.bin"/><Relationship Id="rId5" Type="http://schemas.openxmlformats.org/officeDocument/2006/relationships/image" Target="../media/image59.wmf"/><Relationship Id="rId4" Type="http://schemas.openxmlformats.org/officeDocument/2006/relationships/oleObject" Target="../embeddings/oleObject52.bin"/><Relationship Id="rId9" Type="http://schemas.openxmlformats.org/officeDocument/2006/relationships/image" Target="../media/image54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163119" y="3048000"/>
            <a:ext cx="487858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4400" b="1" dirty="0" smtClean="0">
                <a:latin typeface="Calibri" pitchFamily="34" charset="0"/>
                <a:cs typeface="Calibri" pitchFamily="34" charset="0"/>
              </a:rPr>
              <a:t>Section </a:t>
            </a:r>
            <a:r>
              <a:rPr lang="en-US" sz="4400" b="1" dirty="0">
                <a:latin typeface="Calibri" pitchFamily="34" charset="0"/>
                <a:cs typeface="Calibri" pitchFamily="34" charset="0"/>
              </a:rPr>
              <a:t>6.2</a:t>
            </a:r>
            <a:r>
              <a:rPr lang="en-US" sz="4400" b="1" dirty="0" smtClean="0">
                <a:latin typeface="Calibri" pitchFamily="34" charset="0"/>
                <a:cs typeface="Calibri" pitchFamily="34" charset="0"/>
              </a:rPr>
              <a:t>: Volume</a:t>
            </a:r>
            <a:endParaRPr lang="en-US" sz="4400" b="1" dirty="0"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0" name="Picture 3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76200" y="1524000"/>
            <a:ext cx="4467045" cy="410527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/>
        </p:spPr>
      </p:pic>
      <p:graphicFrame>
        <p:nvGraphicFramePr>
          <p:cNvPr id="2064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6746056"/>
              </p:ext>
            </p:extLst>
          </p:nvPr>
        </p:nvGraphicFramePr>
        <p:xfrm>
          <a:off x="228600" y="76200"/>
          <a:ext cx="8774206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44" name="Equation" r:id="rId4" imgW="3314520" imgH="431640" progId="Equation.DSMT4">
                  <p:embed/>
                </p:oleObj>
              </mc:Choice>
              <mc:Fallback>
                <p:oleObj name="Equation" r:id="rId4" imgW="3314520" imgH="431640" progId="Equation.DSMT4">
                  <p:embed/>
                  <p:pic>
                    <p:nvPicPr>
                      <p:cNvPr id="0" name="Picture 1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76200"/>
                        <a:ext cx="8774206" cy="11430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67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0128583"/>
              </p:ext>
            </p:extLst>
          </p:nvPr>
        </p:nvGraphicFramePr>
        <p:xfrm>
          <a:off x="2933700" y="6096000"/>
          <a:ext cx="60325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45" name="Equation" r:id="rId6" imgW="2539800" imgH="203040" progId="Equation.DSMT4">
                  <p:embed/>
                </p:oleObj>
              </mc:Choice>
              <mc:Fallback>
                <p:oleObj name="Equation" r:id="rId6" imgW="2539800" imgH="203040" progId="Equation.DSMT4">
                  <p:embed/>
                  <p:pic>
                    <p:nvPicPr>
                      <p:cNvPr id="0" name="Picture 1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3700" y="6096000"/>
                        <a:ext cx="6032500" cy="4826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65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549030"/>
              </p:ext>
            </p:extLst>
          </p:nvPr>
        </p:nvGraphicFramePr>
        <p:xfrm>
          <a:off x="3775849" y="2590800"/>
          <a:ext cx="5444351" cy="11497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46" name="Equation" r:id="rId8" imgW="2044440" imgH="431640" progId="Equation.DSMT4">
                  <p:embed/>
                </p:oleObj>
              </mc:Choice>
              <mc:Fallback>
                <p:oleObj name="Equation" r:id="rId8" imgW="2044440" imgH="431640" progId="Equation.DSMT4">
                  <p:embed/>
                  <p:pic>
                    <p:nvPicPr>
                      <p:cNvPr id="0" name="Picture 1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5849" y="2590800"/>
                        <a:ext cx="5444351" cy="114973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0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0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0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0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0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0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0" name="Picture 3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76200" y="762000"/>
            <a:ext cx="4467045" cy="410527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/>
        </p:spPr>
      </p:pic>
      <p:graphicFrame>
        <p:nvGraphicFramePr>
          <p:cNvPr id="2064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7387707"/>
              </p:ext>
            </p:extLst>
          </p:nvPr>
        </p:nvGraphicFramePr>
        <p:xfrm>
          <a:off x="228600" y="76200"/>
          <a:ext cx="8774206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08" name="Equation" r:id="rId4" imgW="3314520" imgH="431640" progId="Equation.DSMT4">
                  <p:embed/>
                </p:oleObj>
              </mc:Choice>
              <mc:Fallback>
                <p:oleObj name="Equation" r:id="rId4" imgW="331452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76200"/>
                        <a:ext cx="8774206" cy="11430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579772"/>
              </p:ext>
            </p:extLst>
          </p:nvPr>
        </p:nvGraphicFramePr>
        <p:xfrm>
          <a:off x="4191000" y="1371600"/>
          <a:ext cx="4922838" cy="201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09" name="Equation" r:id="rId6" imgW="2108160" imgH="863280" progId="Equation.DSMT4">
                  <p:embed/>
                </p:oleObj>
              </mc:Choice>
              <mc:Fallback>
                <p:oleObj name="Equation" r:id="rId6" imgW="2108160" imgH="863280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1371600"/>
                        <a:ext cx="4922838" cy="2016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6997138"/>
              </p:ext>
            </p:extLst>
          </p:nvPr>
        </p:nvGraphicFramePr>
        <p:xfrm>
          <a:off x="4953000" y="5410200"/>
          <a:ext cx="3862387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10" name="Equation" r:id="rId8" imgW="1422360" imgH="203040" progId="Equation.DSMT4">
                  <p:embed/>
                </p:oleObj>
              </mc:Choice>
              <mc:Fallback>
                <p:oleObj name="Equation" r:id="rId8" imgW="1422360" imgH="203040" progId="Equation.DSMT4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5410200"/>
                        <a:ext cx="3862387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6656110"/>
              </p:ext>
            </p:extLst>
          </p:nvPr>
        </p:nvGraphicFramePr>
        <p:xfrm>
          <a:off x="4953000" y="4562477"/>
          <a:ext cx="3998912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11" name="Equation" r:id="rId10" imgW="1473120" imgH="203040" progId="Equation.DSMT4">
                  <p:embed/>
                </p:oleObj>
              </mc:Choice>
              <mc:Fallback>
                <p:oleObj name="Equation" r:id="rId10" imgW="1473120" imgH="20304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4562477"/>
                        <a:ext cx="3998912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9928765"/>
              </p:ext>
            </p:extLst>
          </p:nvPr>
        </p:nvGraphicFramePr>
        <p:xfrm>
          <a:off x="5105400" y="6172200"/>
          <a:ext cx="200025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12" name="Equation" r:id="rId12" imgW="736560" imgH="177480" progId="Equation.DSMT4">
                  <p:embed/>
                </p:oleObj>
              </mc:Choice>
              <mc:Fallback>
                <p:oleObj name="Equation" r:id="rId12" imgW="736560" imgH="17748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6172200"/>
                        <a:ext cx="200025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43818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77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435739"/>
              </p:ext>
            </p:extLst>
          </p:nvPr>
        </p:nvGraphicFramePr>
        <p:xfrm>
          <a:off x="152400" y="0"/>
          <a:ext cx="5836024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98" name="Equation" r:id="rId3" imgW="2361960" imgH="431640" progId="Equation.DSMT4">
                  <p:embed/>
                </p:oleObj>
              </mc:Choice>
              <mc:Fallback>
                <p:oleObj name="Equation" r:id="rId3" imgW="2361960" imgH="431640" progId="Equation.DSMT4">
                  <p:embed/>
                  <p:pic>
                    <p:nvPicPr>
                      <p:cNvPr id="0" name="Picture 1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0"/>
                        <a:ext cx="5836024" cy="10668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78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0861768"/>
              </p:ext>
            </p:extLst>
          </p:nvPr>
        </p:nvGraphicFramePr>
        <p:xfrm>
          <a:off x="2362200" y="1219200"/>
          <a:ext cx="6681121" cy="12942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99" name="Equation" r:id="rId5" imgW="2425680" imgH="469800" progId="Equation.DSMT4">
                  <p:embed/>
                </p:oleObj>
              </mc:Choice>
              <mc:Fallback>
                <p:oleObj name="Equation" r:id="rId5" imgW="2425680" imgH="469800" progId="Equation.DSMT4">
                  <p:embed/>
                  <p:pic>
                    <p:nvPicPr>
                      <p:cNvPr id="0" name="Picture 1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1219200"/>
                        <a:ext cx="6681121" cy="129424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9100713"/>
              </p:ext>
            </p:extLst>
          </p:nvPr>
        </p:nvGraphicFramePr>
        <p:xfrm>
          <a:off x="76200" y="3436189"/>
          <a:ext cx="5700713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00" name="Equation" r:id="rId7" imgW="2171520" imgH="177480" progId="Equation.DSMT4">
                  <p:embed/>
                </p:oleObj>
              </mc:Choice>
              <mc:Fallback>
                <p:oleObj name="Equation" r:id="rId7" imgW="2171520" imgH="177480" progId="Equation.DSMT4">
                  <p:embed/>
                  <p:pic>
                    <p:nvPicPr>
                      <p:cNvPr id="0" name="Picture 1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3436189"/>
                        <a:ext cx="5700713" cy="4667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1880413"/>
              </p:ext>
            </p:extLst>
          </p:nvPr>
        </p:nvGraphicFramePr>
        <p:xfrm>
          <a:off x="162340" y="4114800"/>
          <a:ext cx="4333460" cy="1283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01" name="Equation" r:id="rId9" imgW="1714500" imgH="508000" progId="Equation.DSMT4">
                  <p:embed/>
                </p:oleObj>
              </mc:Choice>
              <mc:Fallback>
                <p:oleObj name="Equation" r:id="rId9" imgW="1714500" imgH="508000" progId="Equation.DSMT4">
                  <p:embed/>
                  <p:pic>
                    <p:nvPicPr>
                      <p:cNvPr id="0" name="Picture 1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340" y="4114800"/>
                        <a:ext cx="4333460" cy="1283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7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4694054"/>
              </p:ext>
            </p:extLst>
          </p:nvPr>
        </p:nvGraphicFramePr>
        <p:xfrm>
          <a:off x="4173855" y="5334000"/>
          <a:ext cx="4669155" cy="144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02" name="Equation" r:id="rId11" imgW="1638000" imgH="507960" progId="Equation.DSMT4">
                  <p:embed/>
                </p:oleObj>
              </mc:Choice>
              <mc:Fallback>
                <p:oleObj name="Equation" r:id="rId11" imgW="1638000" imgH="507960" progId="Equation.DSMT4">
                  <p:embed/>
                  <p:pic>
                    <p:nvPicPr>
                      <p:cNvPr id="0" name="Picture 1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73855" y="5334000"/>
                        <a:ext cx="4669155" cy="144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32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6934199" y="3428998"/>
            <a:ext cx="1855807" cy="170551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0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0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45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45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4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45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45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4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45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45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4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9" name="Picture 9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74546" y="0"/>
            <a:ext cx="2993254" cy="2590800"/>
          </a:xfrm>
          <a:prstGeom prst="rect">
            <a:avLst/>
          </a:prstGeom>
          <a:ln>
            <a:noFill/>
          </a:ln>
          <a:effectLst/>
        </p:spPr>
      </p:pic>
      <p:graphicFrame>
        <p:nvGraphicFramePr>
          <p:cNvPr id="2078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4337263"/>
              </p:ext>
            </p:extLst>
          </p:nvPr>
        </p:nvGraphicFramePr>
        <p:xfrm>
          <a:off x="76199" y="304800"/>
          <a:ext cx="5782235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26" name="Equation" r:id="rId4" imgW="2730240" imgH="431640" progId="Equation.DSMT4">
                  <p:embed/>
                </p:oleObj>
              </mc:Choice>
              <mc:Fallback>
                <p:oleObj name="Equation" r:id="rId4" imgW="2730240" imgH="431640" progId="Equation.DSMT4">
                  <p:embed/>
                  <p:pic>
                    <p:nvPicPr>
                      <p:cNvPr id="0" name="Picture 1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199" y="304800"/>
                        <a:ext cx="5782235" cy="9144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8914214"/>
              </p:ext>
            </p:extLst>
          </p:nvPr>
        </p:nvGraphicFramePr>
        <p:xfrm>
          <a:off x="279400" y="3654425"/>
          <a:ext cx="4101261" cy="11345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27" name="Equation" r:id="rId6" imgW="1562040" imgH="431640" progId="Equation.DSMT4">
                  <p:embed/>
                </p:oleObj>
              </mc:Choice>
              <mc:Fallback>
                <p:oleObj name="Equation" r:id="rId6" imgW="1562040" imgH="431640" progId="Equation.DSMT4">
                  <p:embed/>
                  <p:pic>
                    <p:nvPicPr>
                      <p:cNvPr id="0" name="Picture 1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400" y="3654425"/>
                        <a:ext cx="4101261" cy="113450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7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375176"/>
              </p:ext>
            </p:extLst>
          </p:nvPr>
        </p:nvGraphicFramePr>
        <p:xfrm>
          <a:off x="280988" y="4697413"/>
          <a:ext cx="4187825" cy="1474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28" name="Equation" r:id="rId8" imgW="1333440" imgH="469800" progId="Equation.DSMT4">
                  <p:embed/>
                </p:oleObj>
              </mc:Choice>
              <mc:Fallback>
                <p:oleObj name="Equation" r:id="rId8" imgW="1333440" imgH="469800" progId="Equation.DSMT4">
                  <p:embed/>
                  <p:pic>
                    <p:nvPicPr>
                      <p:cNvPr id="0" name="Picture 1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988" y="4697413"/>
                        <a:ext cx="4187825" cy="1474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2035562"/>
              </p:ext>
            </p:extLst>
          </p:nvPr>
        </p:nvGraphicFramePr>
        <p:xfrm>
          <a:off x="114300" y="1828800"/>
          <a:ext cx="3543300" cy="5061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29" name="Equation" r:id="rId10" imgW="1422360" imgH="203040" progId="Equation.DSMT4">
                  <p:embed/>
                </p:oleObj>
              </mc:Choice>
              <mc:Fallback>
                <p:oleObj name="Equation" r:id="rId10" imgW="1422360" imgH="203040" progId="Equation.DSMT4">
                  <p:embed/>
                  <p:pic>
                    <p:nvPicPr>
                      <p:cNvPr id="0" name="Picture 1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" y="1828800"/>
                        <a:ext cx="3543300" cy="50618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2535343"/>
              </p:ext>
            </p:extLst>
          </p:nvPr>
        </p:nvGraphicFramePr>
        <p:xfrm>
          <a:off x="105099" y="2708165"/>
          <a:ext cx="6876726" cy="8732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30" name="Equation" r:id="rId12" imgW="3200400" imgH="406400" progId="Equation.DSMT4">
                  <p:embed/>
                </p:oleObj>
              </mc:Choice>
              <mc:Fallback>
                <p:oleObj name="Equation" r:id="rId12" imgW="3200400" imgH="406400" progId="Equation.DSMT4">
                  <p:embed/>
                  <p:pic>
                    <p:nvPicPr>
                      <p:cNvPr id="0" name="Picture 1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099" y="2708165"/>
                        <a:ext cx="6876726" cy="87323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" name="Group 16"/>
          <p:cNvGrpSpPr/>
          <p:nvPr/>
        </p:nvGrpSpPr>
        <p:grpSpPr>
          <a:xfrm>
            <a:off x="5334000" y="3962400"/>
            <a:ext cx="1981200" cy="1905000"/>
            <a:chOff x="5029200" y="3276600"/>
            <a:chExt cx="1981200" cy="1905000"/>
          </a:xfrm>
          <a:effectLst>
            <a:glow rad="63500">
              <a:schemeClr val="accent5">
                <a:satMod val="175000"/>
                <a:alpha val="40000"/>
              </a:schemeClr>
            </a:glow>
          </a:effectLst>
          <a:scene3d>
            <a:camera prst="perspectiveLeft"/>
            <a:lightRig rig="threePt" dir="t"/>
          </a:scene3d>
        </p:grpSpPr>
        <p:sp>
          <p:nvSpPr>
            <p:cNvPr id="9" name="Oval 8"/>
            <p:cNvSpPr/>
            <p:nvPr/>
          </p:nvSpPr>
          <p:spPr>
            <a:xfrm>
              <a:off x="5029200" y="3276600"/>
              <a:ext cx="1981200" cy="1905000"/>
            </a:xfrm>
            <a:prstGeom prst="ellipse">
              <a:avLst/>
            </a:prstGeom>
            <a:ln/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/>
            <p:cNvSpPr/>
            <p:nvPr/>
          </p:nvSpPr>
          <p:spPr>
            <a:xfrm>
              <a:off x="5545347" y="3716547"/>
              <a:ext cx="990600" cy="990600"/>
            </a:xfrm>
            <a:prstGeom prst="ellipse">
              <a:avLst/>
            </a:prstGeom>
            <a:solidFill>
              <a:schemeClr val="bg1"/>
            </a:solidFill>
            <a:ln w="34925" cmpd="sng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/>
            <p:cNvCxnSpPr>
              <a:endCxn id="10" idx="7"/>
            </p:cNvCxnSpPr>
            <p:nvPr/>
          </p:nvCxnSpPr>
          <p:spPr>
            <a:xfrm flipV="1">
              <a:off x="6019800" y="3861617"/>
              <a:ext cx="371077" cy="32938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rot="16200000" flipH="1">
              <a:off x="6014221" y="4196580"/>
              <a:ext cx="711619" cy="70046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5867400" y="3733800"/>
              <a:ext cx="3930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x</a:t>
              </a:r>
              <a:r>
                <a:rPr lang="en-US" baseline="30000" dirty="0" smtClean="0"/>
                <a:t>2</a:t>
              </a:r>
              <a:endParaRPr lang="en-US" dirty="0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6172200" y="4659868"/>
              <a:ext cx="4716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solidFill>
                    <a:schemeClr val="bg1"/>
                  </a:solidFill>
                </a:rPr>
                <a:t>2x</a:t>
              </a:r>
              <a:endParaRPr lang="en-US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6553200" y="1324897"/>
            <a:ext cx="1981200" cy="1905000"/>
            <a:chOff x="5029200" y="3276600"/>
            <a:chExt cx="1981200" cy="1905000"/>
          </a:xfrm>
          <a:effectLst>
            <a:glow rad="63500">
              <a:schemeClr val="accent5">
                <a:satMod val="175000"/>
                <a:alpha val="40000"/>
              </a:schemeClr>
            </a:glow>
          </a:effectLst>
          <a:scene3d>
            <a:camera prst="isometricRightUp">
              <a:rot lat="2100000" lon="17400000" rev="0"/>
            </a:camera>
            <a:lightRig rig="threePt" dir="t"/>
          </a:scene3d>
        </p:grpSpPr>
        <p:sp>
          <p:nvSpPr>
            <p:cNvPr id="19" name="Oval 18"/>
            <p:cNvSpPr/>
            <p:nvPr/>
          </p:nvSpPr>
          <p:spPr>
            <a:xfrm>
              <a:off x="5029200" y="3276600"/>
              <a:ext cx="1981200" cy="1905000"/>
            </a:xfrm>
            <a:prstGeom prst="ellipse">
              <a:avLst/>
            </a:prstGeom>
            <a:ln/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/>
            <p:cNvSpPr/>
            <p:nvPr/>
          </p:nvSpPr>
          <p:spPr>
            <a:xfrm>
              <a:off x="5545347" y="3716547"/>
              <a:ext cx="990600" cy="990600"/>
            </a:xfrm>
            <a:prstGeom prst="ellipse">
              <a:avLst/>
            </a:prstGeom>
            <a:solidFill>
              <a:schemeClr val="bg1"/>
            </a:solidFill>
            <a:ln w="34925" cmpd="sng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1" name="Straight Connector 20"/>
            <p:cNvCxnSpPr>
              <a:endCxn id="20" idx="7"/>
            </p:cNvCxnSpPr>
            <p:nvPr/>
          </p:nvCxnSpPr>
          <p:spPr>
            <a:xfrm flipV="1">
              <a:off x="6019800" y="3861617"/>
              <a:ext cx="371077" cy="32938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 rot="16200000" flipH="1">
              <a:off x="6014221" y="4196580"/>
              <a:ext cx="711619" cy="70046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/>
            <p:cNvSpPr txBox="1"/>
            <p:nvPr/>
          </p:nvSpPr>
          <p:spPr>
            <a:xfrm>
              <a:off x="5867400" y="3733800"/>
              <a:ext cx="5036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smtClean="0"/>
                <a:t>x</a:t>
              </a:r>
              <a:r>
                <a:rPr lang="en-US" sz="2400" baseline="30000" dirty="0" smtClean="0"/>
                <a:t>2</a:t>
              </a:r>
              <a:endParaRPr lang="en-US" sz="2400" dirty="0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6172200" y="4659868"/>
              <a:ext cx="56778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smtClean="0">
                  <a:solidFill>
                    <a:schemeClr val="bg1"/>
                  </a:solidFill>
                </a:rPr>
                <a:t>2x</a:t>
              </a:r>
              <a:endParaRPr lang="en-US" sz="2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049" name="Group 2048"/>
          <p:cNvGrpSpPr/>
          <p:nvPr/>
        </p:nvGrpSpPr>
        <p:grpSpPr>
          <a:xfrm>
            <a:off x="5562600" y="3962400"/>
            <a:ext cx="1981200" cy="1905000"/>
            <a:chOff x="5562600" y="3962400"/>
            <a:chExt cx="1981200" cy="1905000"/>
          </a:xfrm>
        </p:grpSpPr>
        <p:sp>
          <p:nvSpPr>
            <p:cNvPr id="26" name="Oval 25"/>
            <p:cNvSpPr/>
            <p:nvPr/>
          </p:nvSpPr>
          <p:spPr>
            <a:xfrm>
              <a:off x="5562600" y="3962400"/>
              <a:ext cx="1981200" cy="1905000"/>
            </a:xfrm>
            <a:prstGeom prst="ellipse">
              <a:avLst/>
            </a:prstGeom>
            <a:ln/>
            <a:scene3d>
              <a:camera prst="perspectiveLeft">
                <a:rot lat="0" lon="18600000" rev="0"/>
              </a:camera>
              <a:lightRig rig="threePt" dir="t"/>
            </a:scene3d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/>
            <p:cNvSpPr/>
            <p:nvPr/>
          </p:nvSpPr>
          <p:spPr>
            <a:xfrm>
              <a:off x="6078747" y="4402347"/>
              <a:ext cx="990600" cy="990600"/>
            </a:xfrm>
            <a:prstGeom prst="ellipse">
              <a:avLst/>
            </a:prstGeom>
            <a:solidFill>
              <a:schemeClr val="bg1"/>
            </a:solidFill>
            <a:ln w="34925" cmpd="sng">
              <a:solidFill>
                <a:schemeClr val="tx1"/>
              </a:solidFill>
            </a:ln>
            <a:effectLst/>
            <a:scene3d>
              <a:camera prst="perspectiveLeft">
                <a:rot lat="0" lon="18600000" rev="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8" name="Straight Connector 27"/>
            <p:cNvCxnSpPr>
              <a:endCxn id="27" idx="7"/>
            </p:cNvCxnSpPr>
            <p:nvPr/>
          </p:nvCxnSpPr>
          <p:spPr>
            <a:xfrm flipV="1">
              <a:off x="6553200" y="4547417"/>
              <a:ext cx="371077" cy="329383"/>
            </a:xfrm>
            <a:prstGeom prst="line">
              <a:avLst/>
            </a:prstGeom>
            <a:ln>
              <a:solidFill>
                <a:schemeClr val="tx1"/>
              </a:solidFill>
            </a:ln>
            <a:scene3d>
              <a:camera prst="perspectiveLeft">
                <a:rot lat="0" lon="18600000" rev="0"/>
              </a:camera>
              <a:lightRig rig="threePt" dir="t"/>
            </a:scene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6478471" y="4889745"/>
              <a:ext cx="760531" cy="640591"/>
            </a:xfrm>
            <a:prstGeom prst="line">
              <a:avLst/>
            </a:prstGeom>
            <a:ln w="19050">
              <a:solidFill>
                <a:schemeClr val="tx1"/>
              </a:solidFill>
            </a:ln>
            <a:scene3d>
              <a:camera prst="perspectiveLeft">
                <a:rot lat="0" lon="18600000" rev="0"/>
              </a:camera>
              <a:lightRig rig="threePt" dir="t"/>
            </a:scene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/>
            <p:cNvSpPr txBox="1"/>
            <p:nvPr/>
          </p:nvSpPr>
          <p:spPr>
            <a:xfrm>
              <a:off x="6400800" y="4419600"/>
              <a:ext cx="503664" cy="461665"/>
            </a:xfrm>
            <a:prstGeom prst="rect">
              <a:avLst/>
            </a:prstGeom>
            <a:noFill/>
            <a:scene3d>
              <a:camera prst="perspectiveLeft">
                <a:rot lat="0" lon="18600000" rev="0"/>
              </a:camera>
              <a:lightRig rig="threePt" dir="t"/>
            </a:scene3d>
          </p:spPr>
          <p:txBody>
            <a:bodyPr wrap="none" rtlCol="0">
              <a:spAutoFit/>
            </a:bodyPr>
            <a:lstStyle/>
            <a:p>
              <a:r>
                <a:rPr lang="en-US" sz="2400" dirty="0" smtClean="0"/>
                <a:t>x</a:t>
              </a:r>
              <a:r>
                <a:rPr lang="en-US" sz="2400" baseline="30000" dirty="0" smtClean="0"/>
                <a:t>2</a:t>
              </a:r>
              <a:endParaRPr lang="en-US" sz="2400" dirty="0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6544694" y="5257800"/>
              <a:ext cx="567784" cy="461665"/>
            </a:xfrm>
            <a:prstGeom prst="rect">
              <a:avLst/>
            </a:prstGeom>
            <a:noFill/>
            <a:scene3d>
              <a:camera prst="perspectiveLeft">
                <a:rot lat="0" lon="18600000" rev="0"/>
              </a:camera>
              <a:lightRig rig="threePt" dir="t"/>
            </a:scene3d>
          </p:spPr>
          <p:txBody>
            <a:bodyPr wrap="none" rtlCol="0">
              <a:spAutoFit/>
            </a:bodyPr>
            <a:lstStyle/>
            <a:p>
              <a:r>
                <a:rPr lang="en-US" sz="2400" dirty="0" smtClean="0">
                  <a:solidFill>
                    <a:schemeClr val="bg1"/>
                  </a:solidFill>
                </a:rPr>
                <a:t>2x</a:t>
              </a:r>
              <a:endParaRPr lang="en-US" sz="2400" dirty="0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56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56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5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56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56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56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56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5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4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4.59172E-6 L -0.13333 0.38977 " pathEditMode="relative" rAng="0" ptsTypes="AA">
                                      <p:cBhvr>
                                        <p:cTn id="38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667" y="1947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45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45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4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45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45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4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32" name="Picture 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343400" y="0"/>
            <a:ext cx="4800600" cy="3009331"/>
          </a:xfrm>
          <a:prstGeom prst="rect">
            <a:avLst/>
          </a:prstGeom>
          <a:ln>
            <a:noFill/>
          </a:ln>
          <a:effectLst/>
        </p:spPr>
      </p:pic>
      <p:graphicFrame>
        <p:nvGraphicFramePr>
          <p:cNvPr id="24587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3633085"/>
              </p:ext>
            </p:extLst>
          </p:nvPr>
        </p:nvGraphicFramePr>
        <p:xfrm>
          <a:off x="55563" y="3429000"/>
          <a:ext cx="5367337" cy="144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89" name="Equation" r:id="rId4" imgW="1739880" imgH="469800" progId="Equation.DSMT4">
                  <p:embed/>
                </p:oleObj>
              </mc:Choice>
              <mc:Fallback>
                <p:oleObj name="Equation" r:id="rId4" imgW="1739880" imgH="469800" progId="Equation.DSMT4">
                  <p:embed/>
                  <p:pic>
                    <p:nvPicPr>
                      <p:cNvPr id="0" name="Picture 9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563" y="3429000"/>
                        <a:ext cx="5367337" cy="144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3094160"/>
              </p:ext>
            </p:extLst>
          </p:nvPr>
        </p:nvGraphicFramePr>
        <p:xfrm>
          <a:off x="457200" y="254000"/>
          <a:ext cx="131445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90" name="Equation" r:id="rId6" imgW="457200" imgH="203040" progId="Equation.DSMT4">
                  <p:embed/>
                </p:oleObj>
              </mc:Choice>
              <mc:Fallback>
                <p:oleObj name="Equation" r:id="rId6" imgW="457200" imgH="203040" progId="Equation.DSMT4">
                  <p:embed/>
                  <p:pic>
                    <p:nvPicPr>
                      <p:cNvPr id="0" name="Picture 9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254000"/>
                        <a:ext cx="1314450" cy="5842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" name="Group 16"/>
          <p:cNvGrpSpPr/>
          <p:nvPr/>
        </p:nvGrpSpPr>
        <p:grpSpPr>
          <a:xfrm>
            <a:off x="5791200" y="3124200"/>
            <a:ext cx="3014127" cy="2895600"/>
            <a:chOff x="5410200" y="3048000"/>
            <a:chExt cx="1981200" cy="1905000"/>
          </a:xfrm>
        </p:grpSpPr>
        <p:sp>
          <p:nvSpPr>
            <p:cNvPr id="9" name="Oval 8"/>
            <p:cNvSpPr/>
            <p:nvPr/>
          </p:nvSpPr>
          <p:spPr>
            <a:xfrm>
              <a:off x="5410200" y="3048000"/>
              <a:ext cx="1981200" cy="1905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  <a:scene3d>
              <a:camera prst="perspectiveLeft"/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/>
            <p:cNvSpPr/>
            <p:nvPr/>
          </p:nvSpPr>
          <p:spPr>
            <a:xfrm>
              <a:off x="5926347" y="3487947"/>
              <a:ext cx="990600" cy="9906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  <a:scene3d>
              <a:camera prst="perspectiveLeft"/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/>
            <p:cNvCxnSpPr>
              <a:endCxn id="10" idx="7"/>
            </p:cNvCxnSpPr>
            <p:nvPr/>
          </p:nvCxnSpPr>
          <p:spPr>
            <a:xfrm flipV="1">
              <a:off x="6400800" y="3633017"/>
              <a:ext cx="371077" cy="329383"/>
            </a:xfrm>
            <a:prstGeom prst="line">
              <a:avLst/>
            </a:prstGeom>
            <a:ln>
              <a:solidFill>
                <a:schemeClr val="tx1"/>
              </a:solidFill>
            </a:ln>
            <a:scene3d>
              <a:camera prst="perspectiveLeft"/>
              <a:lightRig rig="threePt" dir="t"/>
            </a:scene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>
              <a:endCxn id="9" idx="5"/>
            </p:cNvCxnSpPr>
            <p:nvPr/>
          </p:nvCxnSpPr>
          <p:spPr>
            <a:xfrm rot="16200000" flipH="1">
              <a:off x="6395221" y="3967979"/>
              <a:ext cx="711619" cy="700460"/>
            </a:xfrm>
            <a:prstGeom prst="line">
              <a:avLst/>
            </a:prstGeom>
            <a:ln>
              <a:solidFill>
                <a:schemeClr val="tx1"/>
              </a:solidFill>
            </a:ln>
            <a:scene3d>
              <a:camera prst="perspectiveLeft"/>
              <a:lightRig rig="threePt" dir="t"/>
            </a:scene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 rot="19835108">
              <a:off x="6069803" y="3612456"/>
              <a:ext cx="701779" cy="311936"/>
            </a:xfrm>
            <a:prstGeom prst="rect">
              <a:avLst/>
            </a:prstGeom>
            <a:noFill/>
            <a:scene3d>
              <a:camera prst="perspectiveLeft"/>
              <a:lightRig rig="threePt" dir="t"/>
            </a:scene3d>
          </p:spPr>
          <p:txBody>
            <a:bodyPr wrap="none" rtlCol="0">
              <a:spAutoFit/>
            </a:bodyPr>
            <a:lstStyle/>
            <a:p>
              <a:r>
                <a:rPr lang="en-US" sz="2400" dirty="0" smtClean="0"/>
                <a:t>x</a:t>
              </a:r>
              <a:r>
                <a:rPr lang="en-US" sz="2400" baseline="30000" dirty="0" smtClean="0"/>
                <a:t>2</a:t>
              </a:r>
              <a:r>
                <a:rPr lang="en-US" sz="2400" dirty="0" smtClean="0"/>
                <a:t> +3</a:t>
              </a:r>
              <a:endParaRPr lang="en-US" sz="2400" dirty="0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6283757" y="4486605"/>
              <a:ext cx="745018" cy="311936"/>
            </a:xfrm>
            <a:prstGeom prst="rect">
              <a:avLst/>
            </a:prstGeom>
            <a:noFill/>
            <a:scene3d>
              <a:camera prst="perspectiveLeft"/>
              <a:lightRig rig="threePt" dir="t"/>
            </a:scene3d>
          </p:spPr>
          <p:txBody>
            <a:bodyPr wrap="none" rtlCol="0">
              <a:spAutoFit/>
            </a:bodyPr>
            <a:lstStyle/>
            <a:p>
              <a:r>
                <a:rPr lang="en-US" sz="2400" dirty="0" smtClean="0"/>
                <a:t>2x +3</a:t>
              </a:r>
              <a:endParaRPr lang="en-US" sz="2400" dirty="0"/>
            </a:p>
          </p:txBody>
        </p:sp>
      </p:grp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1955313"/>
              </p:ext>
            </p:extLst>
          </p:nvPr>
        </p:nvGraphicFramePr>
        <p:xfrm>
          <a:off x="3301588" y="5638801"/>
          <a:ext cx="5750337" cy="10638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91" name="Equation" r:id="rId8" imgW="2197080" imgH="406080" progId="Equation.DSMT4">
                  <p:embed/>
                </p:oleObj>
              </mc:Choice>
              <mc:Fallback>
                <p:oleObj name="Equation" r:id="rId8" imgW="2197080" imgH="406080" progId="Equation.DSMT4">
                  <p:embed/>
                  <p:pic>
                    <p:nvPicPr>
                      <p:cNvPr id="0" name="Picture 9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1588" y="5638801"/>
                        <a:ext cx="5750337" cy="106383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56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56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5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66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66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6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45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45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4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587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3145301"/>
              </p:ext>
            </p:extLst>
          </p:nvPr>
        </p:nvGraphicFramePr>
        <p:xfrm>
          <a:off x="260350" y="3884403"/>
          <a:ext cx="5073650" cy="14099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78" name="Equation" r:id="rId3" imgW="1688760" imgH="469800" progId="Equation.DSMT4">
                  <p:embed/>
                </p:oleObj>
              </mc:Choice>
              <mc:Fallback>
                <p:oleObj name="Equation" r:id="rId3" imgW="1688760" imgH="469800" progId="Equation.DSMT4">
                  <p:embed/>
                  <p:pic>
                    <p:nvPicPr>
                      <p:cNvPr id="0" name="Picture 7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350" y="3884403"/>
                        <a:ext cx="5073650" cy="140991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5078605"/>
              </p:ext>
            </p:extLst>
          </p:nvPr>
        </p:nvGraphicFramePr>
        <p:xfrm>
          <a:off x="744538" y="533400"/>
          <a:ext cx="93345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79" name="Equation" r:id="rId5" imgW="355320" imgH="203040" progId="Equation.DSMT4">
                  <p:embed/>
                </p:oleObj>
              </mc:Choice>
              <mc:Fallback>
                <p:oleObj name="Equation" r:id="rId5" imgW="355320" imgH="203040" progId="Equation.DSMT4">
                  <p:embed/>
                  <p:pic>
                    <p:nvPicPr>
                      <p:cNvPr id="0" name="Picture 7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4538" y="533400"/>
                        <a:ext cx="933450" cy="5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6"/>
          <p:cNvGrpSpPr/>
          <p:nvPr/>
        </p:nvGrpSpPr>
        <p:grpSpPr>
          <a:xfrm>
            <a:off x="5562602" y="3276600"/>
            <a:ext cx="3006428" cy="2846908"/>
            <a:chOff x="5410200" y="3048000"/>
            <a:chExt cx="1981200" cy="1905000"/>
          </a:xfrm>
        </p:grpSpPr>
        <p:sp>
          <p:nvSpPr>
            <p:cNvPr id="9" name="Oval 8"/>
            <p:cNvSpPr/>
            <p:nvPr/>
          </p:nvSpPr>
          <p:spPr>
            <a:xfrm>
              <a:off x="5410200" y="3048000"/>
              <a:ext cx="1981200" cy="1905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  <a:scene3d>
              <a:camera prst="perspectiveLeft"/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/>
            <p:cNvSpPr/>
            <p:nvPr/>
          </p:nvSpPr>
          <p:spPr>
            <a:xfrm>
              <a:off x="5926347" y="3487947"/>
              <a:ext cx="990600" cy="9906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  <a:scene3d>
              <a:camera prst="perspectiveLeft"/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/>
            <p:cNvCxnSpPr>
              <a:endCxn id="9" idx="7"/>
            </p:cNvCxnSpPr>
            <p:nvPr/>
          </p:nvCxnSpPr>
          <p:spPr>
            <a:xfrm flipV="1">
              <a:off x="6400800" y="3326981"/>
              <a:ext cx="700460" cy="635420"/>
            </a:xfrm>
            <a:prstGeom prst="line">
              <a:avLst/>
            </a:prstGeom>
            <a:ln>
              <a:solidFill>
                <a:schemeClr val="tx1"/>
              </a:solidFill>
            </a:ln>
            <a:scene3d>
              <a:camera prst="perspectiveLeft"/>
              <a:lightRig rig="threePt" dir="t"/>
            </a:scene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>
              <a:endCxn id="10" idx="6"/>
            </p:cNvCxnSpPr>
            <p:nvPr/>
          </p:nvCxnSpPr>
          <p:spPr>
            <a:xfrm>
              <a:off x="6400801" y="3962399"/>
              <a:ext cx="516146" cy="20848"/>
            </a:xfrm>
            <a:prstGeom prst="line">
              <a:avLst/>
            </a:prstGeom>
            <a:ln>
              <a:solidFill>
                <a:schemeClr val="tx1"/>
              </a:solidFill>
            </a:ln>
            <a:scene3d>
              <a:camera prst="perspectiveLeft"/>
              <a:lightRig rig="threePt" dir="t"/>
            </a:scene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6248400" y="3200400"/>
              <a:ext cx="641421" cy="308922"/>
            </a:xfrm>
            <a:prstGeom prst="rect">
              <a:avLst/>
            </a:prstGeom>
            <a:noFill/>
            <a:scene3d>
              <a:camera prst="perspectiveLeft"/>
              <a:lightRig rig="threePt" dir="t"/>
            </a:scene3d>
          </p:spPr>
          <p:txBody>
            <a:bodyPr wrap="none" rtlCol="0">
              <a:spAutoFit/>
            </a:bodyPr>
            <a:lstStyle/>
            <a:p>
              <a:r>
                <a:rPr lang="en-US" sz="2400" dirty="0" smtClean="0"/>
                <a:t>5-x</a:t>
              </a:r>
              <a:r>
                <a:rPr lang="en-US" sz="2400" baseline="30000" dirty="0" smtClean="0"/>
                <a:t>2</a:t>
              </a:r>
              <a:r>
                <a:rPr lang="en-US" sz="2400" dirty="0" smtClean="0"/>
                <a:t> </a:t>
              </a:r>
              <a:endParaRPr lang="en-US" sz="2400" dirty="0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6172200" y="3962400"/>
              <a:ext cx="619239" cy="308922"/>
            </a:xfrm>
            <a:prstGeom prst="rect">
              <a:avLst/>
            </a:prstGeom>
            <a:noFill/>
            <a:scene3d>
              <a:camera prst="perspectiveLeft"/>
              <a:lightRig rig="threePt" dir="t"/>
            </a:scene3d>
          </p:spPr>
          <p:txBody>
            <a:bodyPr wrap="none" rtlCol="0">
              <a:spAutoFit/>
            </a:bodyPr>
            <a:lstStyle/>
            <a:p>
              <a:r>
                <a:rPr lang="en-US" sz="2400" dirty="0" smtClean="0"/>
                <a:t>5-2x</a:t>
              </a:r>
              <a:endParaRPr lang="en-US" sz="2400" dirty="0"/>
            </a:p>
          </p:txBody>
        </p:sp>
      </p:grpSp>
      <p:graphicFrame>
        <p:nvGraphicFramePr>
          <p:cNvPr id="2765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7197016"/>
              </p:ext>
            </p:extLst>
          </p:nvPr>
        </p:nvGraphicFramePr>
        <p:xfrm>
          <a:off x="2398712" y="6096000"/>
          <a:ext cx="6745288" cy="477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80" name="Equation" r:id="rId7" imgW="2869920" imgH="203040" progId="Equation.DSMT4">
                  <p:embed/>
                </p:oleObj>
              </mc:Choice>
              <mc:Fallback>
                <p:oleObj name="Equation" r:id="rId7" imgW="2869920" imgH="203040" progId="Equation.DSMT4">
                  <p:embed/>
                  <p:pic>
                    <p:nvPicPr>
                      <p:cNvPr id="0" name="Picture 7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8712" y="6096000"/>
                        <a:ext cx="6745288" cy="477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7654" name="Picture 6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5181600" y="9525"/>
            <a:ext cx="3962400" cy="316365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" name="TextBox 2"/>
          <p:cNvSpPr txBox="1"/>
          <p:nvPr/>
        </p:nvSpPr>
        <p:spPr>
          <a:xfrm>
            <a:off x="4923496" y="147488"/>
            <a:ext cx="15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5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56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56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5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76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76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7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76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76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7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45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45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4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9" name="Picture 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2971800"/>
            <a:ext cx="3927695" cy="2609850"/>
          </a:xfrm>
          <a:prstGeom prst="rect">
            <a:avLst/>
          </a:prstGeom>
          <a:ln>
            <a:noFill/>
          </a:ln>
          <a:effectLst/>
        </p:spPr>
      </p:pic>
      <p:graphicFrame>
        <p:nvGraphicFramePr>
          <p:cNvPr id="24587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1651971"/>
              </p:ext>
            </p:extLst>
          </p:nvPr>
        </p:nvGraphicFramePr>
        <p:xfrm>
          <a:off x="3962400" y="2865100"/>
          <a:ext cx="5080000" cy="508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90" name="Equation" r:id="rId4" imgW="2032000" imgH="203200" progId="Equation.DSMT4">
                  <p:embed/>
                </p:oleObj>
              </mc:Choice>
              <mc:Fallback>
                <p:oleObj name="Equation" r:id="rId4" imgW="2032000" imgH="203200" progId="Equation.DSMT4">
                  <p:embed/>
                  <p:pic>
                    <p:nvPicPr>
                      <p:cNvPr id="0" name="Picture 17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2865100"/>
                        <a:ext cx="5080000" cy="508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2772907"/>
              </p:ext>
            </p:extLst>
          </p:nvPr>
        </p:nvGraphicFramePr>
        <p:xfrm>
          <a:off x="381000" y="0"/>
          <a:ext cx="8267700" cy="16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91" name="Equation" r:id="rId6" imgW="3149280" imgH="609480" progId="Equation.DSMT4">
                  <p:embed/>
                </p:oleObj>
              </mc:Choice>
              <mc:Fallback>
                <p:oleObj name="Equation" r:id="rId6" imgW="3149280" imgH="609480" progId="Equation.DSMT4">
                  <p:embed/>
                  <p:pic>
                    <p:nvPicPr>
                      <p:cNvPr id="0" name="Picture 17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0"/>
                        <a:ext cx="8267700" cy="1600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9046256"/>
              </p:ext>
            </p:extLst>
          </p:nvPr>
        </p:nvGraphicFramePr>
        <p:xfrm>
          <a:off x="4749800" y="1981200"/>
          <a:ext cx="3708400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92" name="Equation" r:id="rId8" imgW="1422360" imgH="177480" progId="Equation.DSMT4">
                  <p:embed/>
                </p:oleObj>
              </mc:Choice>
              <mc:Fallback>
                <p:oleObj name="Equation" r:id="rId8" imgW="1422360" imgH="177480" progId="Equation.DSMT4">
                  <p:embed/>
                  <p:pic>
                    <p:nvPicPr>
                      <p:cNvPr id="0" name="Picture 18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49800" y="1981200"/>
                        <a:ext cx="3708400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5825427"/>
              </p:ext>
            </p:extLst>
          </p:nvPr>
        </p:nvGraphicFramePr>
        <p:xfrm>
          <a:off x="349469" y="1981200"/>
          <a:ext cx="3806826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93" name="Equation" r:id="rId10" imgW="1460160" imgH="177480" progId="Equation.DSMT4">
                  <p:embed/>
                </p:oleObj>
              </mc:Choice>
              <mc:Fallback>
                <p:oleObj name="Equation" r:id="rId10" imgW="1460160" imgH="177480" progId="Equation.DSMT4">
                  <p:embed/>
                  <p:pic>
                    <p:nvPicPr>
                      <p:cNvPr id="0" name="Picture 18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469" y="1981200"/>
                        <a:ext cx="3806826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2609095"/>
              </p:ext>
            </p:extLst>
          </p:nvPr>
        </p:nvGraphicFramePr>
        <p:xfrm>
          <a:off x="3994150" y="4454525"/>
          <a:ext cx="2736850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94" name="Equation" r:id="rId12" imgW="990360" imgH="177480" progId="Equation.DSMT4">
                  <p:embed/>
                </p:oleObj>
              </mc:Choice>
              <mc:Fallback>
                <p:oleObj name="Equation" r:id="rId12" imgW="990360" imgH="177480" progId="Equation.DSMT4">
                  <p:embed/>
                  <p:pic>
                    <p:nvPicPr>
                      <p:cNvPr id="0" name="Picture 18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4150" y="4454525"/>
                        <a:ext cx="2736850" cy="492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" name="Group 19"/>
          <p:cNvGrpSpPr/>
          <p:nvPr/>
        </p:nvGrpSpPr>
        <p:grpSpPr>
          <a:xfrm>
            <a:off x="7356894" y="3505201"/>
            <a:ext cx="1939506" cy="3321325"/>
            <a:chOff x="5215920" y="3837283"/>
            <a:chExt cx="1939506" cy="3387959"/>
          </a:xfrm>
        </p:grpSpPr>
        <p:sp>
          <p:nvSpPr>
            <p:cNvPr id="17" name="Rectangle 16"/>
            <p:cNvSpPr/>
            <p:nvPr/>
          </p:nvSpPr>
          <p:spPr>
            <a:xfrm>
              <a:off x="5631426" y="4692296"/>
              <a:ext cx="526026" cy="2532946"/>
            </a:xfrm>
            <a:prstGeom prst="rect">
              <a:avLst/>
            </a:prstGeom>
            <a:gradFill>
              <a:gsLst>
                <a:gs pos="0">
                  <a:schemeClr val="accent4">
                    <a:tint val="99000"/>
                    <a:shade val="65000"/>
                    <a:satMod val="155000"/>
                  </a:schemeClr>
                </a:gs>
                <a:gs pos="100000">
                  <a:schemeClr val="accent4">
                    <a:tint val="95500"/>
                    <a:shade val="100000"/>
                    <a:satMod val="155000"/>
                  </a:schemeClr>
                </a:gs>
              </a:gsLst>
              <a:lin ang="16200000" scaled="0"/>
            </a:gradFill>
            <a:ln/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6172200" y="5257800"/>
              <a:ext cx="983226" cy="5337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 smtClean="0">
                  <a:solidFill>
                    <a:srgbClr val="0070C0"/>
                  </a:solidFill>
                </a:rPr>
                <a:t>2</a:t>
              </a:r>
              <a:r>
                <a:rPr lang="el-GR" sz="2800" dirty="0" smtClean="0">
                  <a:solidFill>
                    <a:srgbClr val="0070C0"/>
                  </a:solidFill>
                </a:rPr>
                <a:t>Π</a:t>
              </a:r>
              <a:r>
                <a:rPr lang="en-US" sz="2800" dirty="0" smtClean="0">
                  <a:solidFill>
                    <a:srgbClr val="0070C0"/>
                  </a:solidFill>
                </a:rPr>
                <a:t>y</a:t>
              </a:r>
              <a:endParaRPr lang="en-US" sz="2800" dirty="0">
                <a:solidFill>
                  <a:srgbClr val="0070C0"/>
                </a:solidFill>
              </a:endParaRPr>
            </a:p>
          </p:txBody>
        </p:sp>
        <p:graphicFrame>
          <p:nvGraphicFramePr>
            <p:cNvPr id="28680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01701160"/>
                </p:ext>
              </p:extLst>
            </p:nvPr>
          </p:nvGraphicFramePr>
          <p:xfrm>
            <a:off x="5215920" y="3837283"/>
            <a:ext cx="1345782" cy="8871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995" name="Equation" r:id="rId14" imgW="596880" imgH="393480" progId="Equation.DSMT4">
                    <p:embed/>
                  </p:oleObj>
                </mc:Choice>
                <mc:Fallback>
                  <p:oleObj name="Equation" r:id="rId14" imgW="596880" imgH="393480" progId="Equation.DSMT4">
                    <p:embed/>
                    <p:pic>
                      <p:nvPicPr>
                        <p:cNvPr id="0" name="Picture 18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15920" y="3837283"/>
                          <a:ext cx="1345782" cy="8871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868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2635517"/>
              </p:ext>
            </p:extLst>
          </p:nvPr>
        </p:nvGraphicFramePr>
        <p:xfrm>
          <a:off x="3429000" y="5424514"/>
          <a:ext cx="4343400" cy="13572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96" name="Equation" r:id="rId16" imgW="1447560" imgH="469800" progId="Equation.DSMT4">
                  <p:embed/>
                </p:oleObj>
              </mc:Choice>
              <mc:Fallback>
                <p:oleObj name="Equation" r:id="rId16" imgW="1447560" imgH="469800" progId="Equation.DSMT4">
                  <p:embed/>
                  <p:pic>
                    <p:nvPicPr>
                      <p:cNvPr id="0" name="Picture 18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5424514"/>
                        <a:ext cx="4343400" cy="135728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12"/>
          <p:cNvSpPr/>
          <p:nvPr/>
        </p:nvSpPr>
        <p:spPr>
          <a:xfrm>
            <a:off x="1801760" y="4343400"/>
            <a:ext cx="533400" cy="1600200"/>
          </a:xfrm>
          <a:prstGeom prst="rect">
            <a:avLst/>
          </a:prstGeom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56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56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5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8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86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86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8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76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76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45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45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4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86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86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8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4444E-6 4.71895E-7 L 0.6592 0.00555 " pathEditMode="relative" rAng="0" ptsTypes="AA">
                                      <p:cBhvr>
                                        <p:cTn id="51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2951" y="2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3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86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86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8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3" grpId="1" animBg="1"/>
      <p:bldP spid="13" grpId="2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67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1670156"/>
              </p:ext>
            </p:extLst>
          </p:nvPr>
        </p:nvGraphicFramePr>
        <p:xfrm>
          <a:off x="592138" y="228600"/>
          <a:ext cx="2414587" cy="528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34" name="Equation" r:id="rId3" imgW="927000" imgH="203040" progId="Equation.DSMT4">
                  <p:embed/>
                </p:oleObj>
              </mc:Choice>
              <mc:Fallback>
                <p:oleObj name="Equation" r:id="rId3" imgW="927000" imgH="203040" progId="Equation.DSMT4">
                  <p:embed/>
                  <p:pic>
                    <p:nvPicPr>
                      <p:cNvPr id="0" name="Picture 7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2138" y="228600"/>
                        <a:ext cx="2414587" cy="528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9"/>
          <p:cNvGrpSpPr/>
          <p:nvPr/>
        </p:nvGrpSpPr>
        <p:grpSpPr>
          <a:xfrm>
            <a:off x="5791200" y="914401"/>
            <a:ext cx="3124200" cy="2438399"/>
            <a:chOff x="5334000" y="3886201"/>
            <a:chExt cx="2743200" cy="2438399"/>
          </a:xfrm>
        </p:grpSpPr>
        <p:sp>
          <p:nvSpPr>
            <p:cNvPr id="17" name="Rectangle 16"/>
            <p:cNvSpPr/>
            <p:nvPr/>
          </p:nvSpPr>
          <p:spPr>
            <a:xfrm>
              <a:off x="5638800" y="4724400"/>
              <a:ext cx="457200" cy="16002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6172200" y="5257800"/>
              <a:ext cx="1905000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 smtClean="0">
                  <a:solidFill>
                    <a:srgbClr val="0070C0"/>
                  </a:solidFill>
                </a:rPr>
                <a:t>2</a:t>
              </a:r>
              <a:r>
                <a:rPr lang="el-GR" sz="2800" dirty="0" smtClean="0">
                  <a:solidFill>
                    <a:srgbClr val="0070C0"/>
                  </a:solidFill>
                </a:rPr>
                <a:t>Π</a:t>
              </a:r>
              <a:r>
                <a:rPr lang="en-US" sz="2800" dirty="0" smtClean="0">
                  <a:solidFill>
                    <a:srgbClr val="0070C0"/>
                  </a:solidFill>
                </a:rPr>
                <a:t>(y-(-3))</a:t>
              </a:r>
              <a:endParaRPr lang="en-US" sz="2800" dirty="0">
                <a:solidFill>
                  <a:srgbClr val="0070C0"/>
                </a:solidFill>
              </a:endParaRPr>
            </a:p>
          </p:txBody>
        </p:sp>
        <p:graphicFrame>
          <p:nvGraphicFramePr>
            <p:cNvPr id="28680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52890012"/>
                </p:ext>
              </p:extLst>
            </p:nvPr>
          </p:nvGraphicFramePr>
          <p:xfrm>
            <a:off x="5334000" y="3886201"/>
            <a:ext cx="1066800" cy="8418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835" name="Equation" r:id="rId5" imgW="596880" imgH="393480" progId="Equation.DSMT4">
                    <p:embed/>
                  </p:oleObj>
                </mc:Choice>
                <mc:Fallback>
                  <p:oleObj name="Equation" r:id="rId5" imgW="596880" imgH="393480" progId="Equation.DSMT4">
                    <p:embed/>
                    <p:pic>
                      <p:nvPicPr>
                        <p:cNvPr id="0" name="Picture 7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34000" y="3886201"/>
                          <a:ext cx="1066800" cy="8418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868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9244227"/>
              </p:ext>
            </p:extLst>
          </p:nvPr>
        </p:nvGraphicFramePr>
        <p:xfrm>
          <a:off x="3105150" y="4876800"/>
          <a:ext cx="5824538" cy="1560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36" name="Equation" r:id="rId7" imgW="1752480" imgH="469800" progId="Equation.DSMT4">
                  <p:embed/>
                </p:oleObj>
              </mc:Choice>
              <mc:Fallback>
                <p:oleObj name="Equation" r:id="rId7" imgW="1752480" imgH="469800" progId="Equation.DSMT4">
                  <p:embed/>
                  <p:pic>
                    <p:nvPicPr>
                      <p:cNvPr id="0" name="Picture 8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5150" y="4876800"/>
                        <a:ext cx="5824538" cy="1560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9705" name="Picture 9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381000" y="1219200"/>
            <a:ext cx="4110016" cy="29051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86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86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8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67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0994365"/>
              </p:ext>
            </p:extLst>
          </p:nvPr>
        </p:nvGraphicFramePr>
        <p:xfrm>
          <a:off x="690563" y="228600"/>
          <a:ext cx="2216150" cy="528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4" name="Equation" r:id="rId3" imgW="850680" imgH="203040" progId="Equation.DSMT4">
                  <p:embed/>
                </p:oleObj>
              </mc:Choice>
              <mc:Fallback>
                <p:oleObj name="Equation" r:id="rId3" imgW="850680" imgH="203040" progId="Equation.DSMT4">
                  <p:embed/>
                  <p:pic>
                    <p:nvPicPr>
                      <p:cNvPr id="0" name="Picture 7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0563" y="228600"/>
                        <a:ext cx="2216150" cy="528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9"/>
          <p:cNvGrpSpPr/>
          <p:nvPr/>
        </p:nvGrpSpPr>
        <p:grpSpPr>
          <a:xfrm>
            <a:off x="6248400" y="1371601"/>
            <a:ext cx="2743200" cy="2438399"/>
            <a:chOff x="5334000" y="3886201"/>
            <a:chExt cx="2743200" cy="2438399"/>
          </a:xfrm>
        </p:grpSpPr>
        <p:sp>
          <p:nvSpPr>
            <p:cNvPr id="17" name="Rectangle 16"/>
            <p:cNvSpPr/>
            <p:nvPr/>
          </p:nvSpPr>
          <p:spPr>
            <a:xfrm>
              <a:off x="5638800" y="4724400"/>
              <a:ext cx="457200" cy="16002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6172200" y="5257800"/>
              <a:ext cx="19050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 smtClean="0">
                  <a:solidFill>
                    <a:srgbClr val="0070C0"/>
                  </a:solidFill>
                </a:rPr>
                <a:t>2</a:t>
              </a:r>
              <a:r>
                <a:rPr lang="el-GR" sz="2800" dirty="0" smtClean="0">
                  <a:solidFill>
                    <a:srgbClr val="0070C0"/>
                  </a:solidFill>
                </a:rPr>
                <a:t>Π</a:t>
              </a:r>
              <a:r>
                <a:rPr lang="en-US" sz="2800" dirty="0" smtClean="0">
                  <a:solidFill>
                    <a:srgbClr val="0070C0"/>
                  </a:solidFill>
                </a:rPr>
                <a:t>(5-y)</a:t>
              </a:r>
              <a:endParaRPr lang="en-US" sz="2800" dirty="0">
                <a:solidFill>
                  <a:srgbClr val="0070C0"/>
                </a:solidFill>
              </a:endParaRPr>
            </a:p>
          </p:txBody>
        </p:sp>
        <p:graphicFrame>
          <p:nvGraphicFramePr>
            <p:cNvPr id="28680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8537077"/>
                </p:ext>
              </p:extLst>
            </p:nvPr>
          </p:nvGraphicFramePr>
          <p:xfrm>
            <a:off x="5334000" y="3886201"/>
            <a:ext cx="1277068" cy="8418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55" name="Equation" r:id="rId5" imgW="596880" imgH="393480" progId="Equation.DSMT4">
                    <p:embed/>
                  </p:oleObj>
                </mc:Choice>
                <mc:Fallback>
                  <p:oleObj name="Equation" r:id="rId5" imgW="596880" imgH="393480" progId="Equation.DSMT4">
                    <p:embed/>
                    <p:pic>
                      <p:nvPicPr>
                        <p:cNvPr id="0" name="Picture 7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34000" y="3886201"/>
                          <a:ext cx="1277068" cy="8418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868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8281896"/>
              </p:ext>
            </p:extLst>
          </p:nvPr>
        </p:nvGraphicFramePr>
        <p:xfrm>
          <a:off x="2808288" y="5105400"/>
          <a:ext cx="5656262" cy="1560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6" name="Equation" r:id="rId7" imgW="1701720" imgH="469800" progId="Equation.DSMT4">
                  <p:embed/>
                </p:oleObj>
              </mc:Choice>
              <mc:Fallback>
                <p:oleObj name="Equation" r:id="rId7" imgW="1701720" imgH="469800" progId="Equation.DSMT4">
                  <p:embed/>
                  <p:pic>
                    <p:nvPicPr>
                      <p:cNvPr id="0" name="Picture 7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8288" y="5105400"/>
                        <a:ext cx="5656262" cy="1560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0725" name="Picture 5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609600" y="1295400"/>
            <a:ext cx="3962041" cy="28098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86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86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8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86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86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8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677" name="Object 5"/>
          <p:cNvGraphicFramePr>
            <a:graphicFrameLocks noChangeAspect="1"/>
          </p:cNvGraphicFramePr>
          <p:nvPr/>
        </p:nvGraphicFramePr>
        <p:xfrm>
          <a:off x="0" y="76200"/>
          <a:ext cx="6121400" cy="528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91" name="Equation" r:id="rId3" imgW="2349500" imgH="203200" progId="Equation.DSMT4">
                  <p:embed/>
                </p:oleObj>
              </mc:Choice>
              <mc:Fallback>
                <p:oleObj name="Equation" r:id="rId3" imgW="2349500" imgH="203200" progId="Equation.DSMT4">
                  <p:embed/>
                  <p:pic>
                    <p:nvPicPr>
                      <p:cNvPr id="0" name="Picture 8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76200"/>
                        <a:ext cx="6121400" cy="528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9861209"/>
              </p:ext>
            </p:extLst>
          </p:nvPr>
        </p:nvGraphicFramePr>
        <p:xfrm>
          <a:off x="3505200" y="5029200"/>
          <a:ext cx="4693388" cy="15253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92" name="Equation" r:id="rId5" imgW="1523880" imgH="495000" progId="Equation.DSMT4">
                  <p:embed/>
                </p:oleObj>
              </mc:Choice>
              <mc:Fallback>
                <p:oleObj name="Equation" r:id="rId5" imgW="1523880" imgH="495000" progId="Equation.DSMT4">
                  <p:embed/>
                  <p:pic>
                    <p:nvPicPr>
                      <p:cNvPr id="0" name="Picture 8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5029200"/>
                        <a:ext cx="4693388" cy="15253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4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179797"/>
              </p:ext>
            </p:extLst>
          </p:nvPr>
        </p:nvGraphicFramePr>
        <p:xfrm>
          <a:off x="762000" y="914400"/>
          <a:ext cx="1092200" cy="528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93" name="Equation" r:id="rId7" imgW="419040" imgH="203040" progId="Equation.DSMT4">
                  <p:embed/>
                </p:oleObj>
              </mc:Choice>
              <mc:Fallback>
                <p:oleObj name="Equation" r:id="rId7" imgW="419040" imgH="203040" progId="Equation.DSMT4">
                  <p:embed/>
                  <p:pic>
                    <p:nvPicPr>
                      <p:cNvPr id="0" name="Picture 8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914400"/>
                        <a:ext cx="1092200" cy="528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1752" name="Picture 8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152400" y="1752600"/>
            <a:ext cx="4110404" cy="2619375"/>
          </a:xfrm>
          <a:prstGeom prst="rect">
            <a:avLst/>
          </a:prstGeom>
          <a:ln>
            <a:noFill/>
          </a:ln>
          <a:effectLst/>
        </p:spPr>
      </p:pic>
      <p:grpSp>
        <p:nvGrpSpPr>
          <p:cNvPr id="8" name="Group 7"/>
          <p:cNvGrpSpPr/>
          <p:nvPr/>
        </p:nvGrpSpPr>
        <p:grpSpPr>
          <a:xfrm>
            <a:off x="5486400" y="1447800"/>
            <a:ext cx="3352800" cy="3141899"/>
            <a:chOff x="5410200" y="3048000"/>
            <a:chExt cx="1981200" cy="1905000"/>
          </a:xfrm>
        </p:grpSpPr>
        <p:sp>
          <p:nvSpPr>
            <p:cNvPr id="9" name="Oval 8"/>
            <p:cNvSpPr/>
            <p:nvPr/>
          </p:nvSpPr>
          <p:spPr>
            <a:xfrm>
              <a:off x="5410200" y="3048000"/>
              <a:ext cx="1981200" cy="1905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  <a:scene3d>
              <a:camera prst="perspectiveLeft"/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/>
            <p:cNvSpPr/>
            <p:nvPr/>
          </p:nvSpPr>
          <p:spPr>
            <a:xfrm>
              <a:off x="5926347" y="3487947"/>
              <a:ext cx="990600" cy="9906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  <a:scene3d>
              <a:camera prst="perspectiveLeft"/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" name="Straight Connector 10"/>
            <p:cNvCxnSpPr>
              <a:endCxn id="10" idx="7"/>
            </p:cNvCxnSpPr>
            <p:nvPr/>
          </p:nvCxnSpPr>
          <p:spPr>
            <a:xfrm flipV="1">
              <a:off x="6400800" y="3633017"/>
              <a:ext cx="371077" cy="329383"/>
            </a:xfrm>
            <a:prstGeom prst="line">
              <a:avLst/>
            </a:prstGeom>
            <a:ln>
              <a:solidFill>
                <a:schemeClr val="tx1"/>
              </a:solidFill>
            </a:ln>
            <a:scene3d>
              <a:camera prst="perspectiveLeft"/>
              <a:lightRig rig="threePt" dir="t"/>
            </a:scene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>
              <a:endCxn id="9" idx="5"/>
            </p:cNvCxnSpPr>
            <p:nvPr/>
          </p:nvCxnSpPr>
          <p:spPr>
            <a:xfrm rot="16200000" flipH="1">
              <a:off x="6395221" y="3967979"/>
              <a:ext cx="711619" cy="700460"/>
            </a:xfrm>
            <a:prstGeom prst="line">
              <a:avLst/>
            </a:prstGeom>
            <a:ln>
              <a:solidFill>
                <a:schemeClr val="tx1"/>
              </a:solidFill>
            </a:ln>
            <a:scene3d>
              <a:camera prst="perspectiveLeft"/>
              <a:lightRig rig="threePt" dir="t"/>
            </a:scene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/>
            <p:cNvSpPr txBox="1"/>
            <p:nvPr/>
          </p:nvSpPr>
          <p:spPr>
            <a:xfrm rot="19835108">
              <a:off x="6202036" y="3664894"/>
              <a:ext cx="437315" cy="301882"/>
            </a:xfrm>
            <a:prstGeom prst="rect">
              <a:avLst/>
            </a:prstGeom>
            <a:noFill/>
            <a:scene3d>
              <a:camera prst="perspectiveLeft"/>
              <a:lightRig rig="threePt" dir="t"/>
            </a:scene3d>
          </p:spPr>
          <p:txBody>
            <a:bodyPr wrap="none" rtlCol="0">
              <a:spAutoFit/>
            </a:bodyPr>
            <a:lstStyle/>
            <a:p>
              <a:r>
                <a:rPr lang="en-US" sz="2400" dirty="0" smtClean="0"/>
                <a:t>½ y</a:t>
              </a:r>
              <a:endParaRPr lang="en-US" sz="2400" dirty="0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517325" y="4486613"/>
              <a:ext cx="376323" cy="301882"/>
            </a:xfrm>
            <a:prstGeom prst="rect">
              <a:avLst/>
            </a:prstGeom>
            <a:noFill/>
            <a:scene3d>
              <a:camera prst="perspectiveLeft"/>
              <a:lightRig rig="threePt" dir="t"/>
            </a:scene3d>
          </p:spPr>
          <p:txBody>
            <a:bodyPr wrap="none" rtlCol="0">
              <a:spAutoFit/>
            </a:bodyPr>
            <a:lstStyle/>
            <a:p>
              <a:r>
                <a:rPr lang="en-US" sz="2400" dirty="0" smtClean="0"/>
                <a:t>√y</a:t>
              </a:r>
              <a:endParaRPr lang="en-US" sz="2400" dirty="0"/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2667000" y="2895600"/>
            <a:ext cx="68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√y</a:t>
            </a:r>
            <a:endParaRPr lang="en-US" sz="2400" dirty="0"/>
          </a:p>
        </p:txBody>
      </p:sp>
      <p:sp>
        <p:nvSpPr>
          <p:cNvPr id="16" name="TextBox 15"/>
          <p:cNvSpPr txBox="1"/>
          <p:nvPr/>
        </p:nvSpPr>
        <p:spPr>
          <a:xfrm>
            <a:off x="1371600" y="2514600"/>
            <a:ext cx="68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½ y</a:t>
            </a:r>
            <a:endParaRPr lang="en-US" sz="2400" dirty="0"/>
          </a:p>
        </p:txBody>
      </p:sp>
      <p:sp>
        <p:nvSpPr>
          <p:cNvPr id="17" name="TextBox 16"/>
          <p:cNvSpPr txBox="1"/>
          <p:nvPr/>
        </p:nvSpPr>
        <p:spPr>
          <a:xfrm>
            <a:off x="6553200" y="116409"/>
            <a:ext cx="1143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7030A0"/>
                </a:solidFill>
              </a:rPr>
              <a:t>y = x</a:t>
            </a:r>
            <a:r>
              <a:rPr lang="en-US" sz="2000" baseline="30000" dirty="0" smtClean="0">
                <a:solidFill>
                  <a:srgbClr val="7030A0"/>
                </a:solidFill>
              </a:rPr>
              <a:t>2</a:t>
            </a:r>
          </a:p>
          <a:p>
            <a:r>
              <a:rPr lang="en-US" sz="2000" dirty="0" smtClean="0">
                <a:solidFill>
                  <a:srgbClr val="7030A0"/>
                </a:solidFill>
              </a:rPr>
              <a:t>y = 2x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76200"/>
            <a:ext cx="1219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009900"/>
                </a:solidFill>
              </a:rPr>
              <a:t>x = √y</a:t>
            </a:r>
            <a:endParaRPr lang="en-US" sz="2000" baseline="30000" dirty="0" smtClean="0">
              <a:solidFill>
                <a:srgbClr val="009900"/>
              </a:solidFill>
            </a:endParaRPr>
          </a:p>
          <a:p>
            <a:r>
              <a:rPr lang="en-US" sz="2000" dirty="0" smtClean="0">
                <a:solidFill>
                  <a:srgbClr val="009900"/>
                </a:solidFill>
              </a:rPr>
              <a:t>x = ½ 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86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86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8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17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17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1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31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86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86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8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677" name="Object 5"/>
          <p:cNvGraphicFramePr>
            <a:graphicFrameLocks noChangeAspect="1"/>
          </p:cNvGraphicFramePr>
          <p:nvPr/>
        </p:nvGraphicFramePr>
        <p:xfrm>
          <a:off x="533400" y="304800"/>
          <a:ext cx="6121400" cy="528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30" name="Equation" r:id="rId3" imgW="2349500" imgH="203200" progId="Equation.DSMT4">
                  <p:embed/>
                </p:oleObj>
              </mc:Choice>
              <mc:Fallback>
                <p:oleObj name="Equation" r:id="rId3" imgW="2349500" imgH="203200" progId="Equation.DSMT4">
                  <p:embed/>
                  <p:pic>
                    <p:nvPicPr>
                      <p:cNvPr id="0" name="Picture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304800"/>
                        <a:ext cx="6121400" cy="528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4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9759529"/>
              </p:ext>
            </p:extLst>
          </p:nvPr>
        </p:nvGraphicFramePr>
        <p:xfrm>
          <a:off x="762000" y="914400"/>
          <a:ext cx="1092200" cy="528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31" name="Equation" r:id="rId5" imgW="419040" imgH="203040" progId="Equation.DSMT4">
                  <p:embed/>
                </p:oleObj>
              </mc:Choice>
              <mc:Fallback>
                <p:oleObj name="Equation" r:id="rId5" imgW="419040" imgH="203040" progId="Equation.DSMT4">
                  <p:embed/>
                  <p:pic>
                    <p:nvPicPr>
                      <p:cNvPr id="0" name="Picture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914400"/>
                        <a:ext cx="1092200" cy="528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4408149"/>
              </p:ext>
            </p:extLst>
          </p:nvPr>
        </p:nvGraphicFramePr>
        <p:xfrm>
          <a:off x="3876923" y="4724400"/>
          <a:ext cx="4491071" cy="167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32" name="Equation" r:id="rId7" imgW="1257120" imgH="469800" progId="Equation.DSMT4">
                  <p:embed/>
                </p:oleObj>
              </mc:Choice>
              <mc:Fallback>
                <p:oleObj name="Equation" r:id="rId7" imgW="1257120" imgH="469800" progId="Equation.DSMT4">
                  <p:embed/>
                  <p:pic>
                    <p:nvPicPr>
                      <p:cNvPr id="0" name="Picture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76923" y="4724400"/>
                        <a:ext cx="4491071" cy="167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1753" name="Picture 9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381000" y="1828800"/>
            <a:ext cx="4041608" cy="26479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15" name="Group 19"/>
          <p:cNvGrpSpPr/>
          <p:nvPr/>
        </p:nvGrpSpPr>
        <p:grpSpPr>
          <a:xfrm>
            <a:off x="5029200" y="2103481"/>
            <a:ext cx="4168023" cy="868319"/>
            <a:chOff x="5410200" y="4618081"/>
            <a:chExt cx="3017329" cy="868319"/>
          </a:xfrm>
        </p:grpSpPr>
        <p:sp>
          <p:nvSpPr>
            <p:cNvPr id="16" name="Rectangle 15"/>
            <p:cNvSpPr/>
            <p:nvPr/>
          </p:nvSpPr>
          <p:spPr>
            <a:xfrm>
              <a:off x="5410200" y="5029200"/>
              <a:ext cx="2057400" cy="4572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5584723" y="4618081"/>
              <a:ext cx="1905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solidFill>
                    <a:srgbClr val="0070C0"/>
                  </a:solidFill>
                </a:rPr>
                <a:t>2</a:t>
              </a:r>
              <a:r>
                <a:rPr lang="el-GR" sz="2400" dirty="0" smtClean="0">
                  <a:solidFill>
                    <a:srgbClr val="0070C0"/>
                  </a:solidFill>
                </a:rPr>
                <a:t>Π</a:t>
              </a:r>
              <a:r>
                <a:rPr lang="en-US" sz="2400" dirty="0" smtClean="0">
                  <a:solidFill>
                    <a:srgbClr val="0070C0"/>
                  </a:solidFill>
                </a:rPr>
                <a:t>x</a:t>
              </a:r>
              <a:endParaRPr lang="en-US" sz="2400" dirty="0">
                <a:solidFill>
                  <a:srgbClr val="0070C0"/>
                </a:solidFill>
              </a:endParaRPr>
            </a:p>
          </p:txBody>
        </p:sp>
        <p:graphicFrame>
          <p:nvGraphicFramePr>
            <p:cNvPr id="18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73737689"/>
                </p:ext>
              </p:extLst>
            </p:nvPr>
          </p:nvGraphicFramePr>
          <p:xfrm>
            <a:off x="7471357" y="4953000"/>
            <a:ext cx="956172" cy="533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933" name="Equation" r:id="rId10" imgW="469800" imgH="203040" progId="Equation.DSMT4">
                    <p:embed/>
                  </p:oleObj>
                </mc:Choice>
                <mc:Fallback>
                  <p:oleObj name="Equation" r:id="rId10" imgW="469800" imgH="203040" progId="Equation.DSMT4">
                    <p:embed/>
                    <p:pic>
                      <p:nvPicPr>
                        <p:cNvPr id="0" name="Picture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471357" y="4953000"/>
                          <a:ext cx="956172" cy="53340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" name="TextBox 9"/>
          <p:cNvSpPr txBox="1"/>
          <p:nvPr/>
        </p:nvSpPr>
        <p:spPr>
          <a:xfrm>
            <a:off x="2971800" y="2971800"/>
            <a:ext cx="5334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x</a:t>
            </a:r>
            <a:r>
              <a:rPr lang="en-US" baseline="30000" dirty="0" smtClean="0"/>
              <a:t>2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1752600" y="2590800"/>
            <a:ext cx="6858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2x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209800" y="3505200"/>
            <a:ext cx="685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x</a:t>
            </a:r>
          </a:p>
          <a:p>
            <a:r>
              <a:rPr lang="en-US" dirty="0" smtClean="0"/>
              <a:t>|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0682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86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86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8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17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17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1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1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17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17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1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4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1381125"/>
            <a:ext cx="4456264" cy="25050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aphicFrame>
        <p:nvGraphicFramePr>
          <p:cNvPr id="3174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709030"/>
              </p:ext>
            </p:extLst>
          </p:nvPr>
        </p:nvGraphicFramePr>
        <p:xfrm>
          <a:off x="457200" y="76200"/>
          <a:ext cx="1192213" cy="528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94" name="Equation" r:id="rId4" imgW="457200" imgH="203040" progId="Equation.DSMT4">
                  <p:embed/>
                </p:oleObj>
              </mc:Choice>
              <mc:Fallback>
                <p:oleObj name="Equation" r:id="rId4" imgW="457200" imgH="203040" progId="Equation.DSMT4">
                  <p:embed/>
                  <p:pic>
                    <p:nvPicPr>
                      <p:cNvPr id="0" name="Picture 6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76200"/>
                        <a:ext cx="1192213" cy="528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4148788"/>
              </p:ext>
            </p:extLst>
          </p:nvPr>
        </p:nvGraphicFramePr>
        <p:xfrm>
          <a:off x="2971800" y="4724400"/>
          <a:ext cx="5237887" cy="16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95" name="Equation" r:id="rId6" imgW="1536700" imgH="469900" progId="Equation.DSMT4">
                  <p:embed/>
                </p:oleObj>
              </mc:Choice>
              <mc:Fallback>
                <p:oleObj name="Equation" r:id="rId6" imgW="1536700" imgH="469900" progId="Equation.DSMT4">
                  <p:embed/>
                  <p:pic>
                    <p:nvPicPr>
                      <p:cNvPr id="0" name="Picture 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4724400"/>
                        <a:ext cx="5237887" cy="160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19"/>
          <p:cNvGrpSpPr/>
          <p:nvPr/>
        </p:nvGrpSpPr>
        <p:grpSpPr>
          <a:xfrm>
            <a:off x="5051323" y="1874881"/>
            <a:ext cx="4168023" cy="868319"/>
            <a:chOff x="5410200" y="4618081"/>
            <a:chExt cx="3017329" cy="868319"/>
          </a:xfrm>
        </p:grpSpPr>
        <p:sp>
          <p:nvSpPr>
            <p:cNvPr id="6" name="Rectangle 5"/>
            <p:cNvSpPr/>
            <p:nvPr/>
          </p:nvSpPr>
          <p:spPr>
            <a:xfrm>
              <a:off x="5410200" y="5029200"/>
              <a:ext cx="2057400" cy="4572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5584723" y="4618081"/>
              <a:ext cx="1905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solidFill>
                    <a:srgbClr val="0070C0"/>
                  </a:solidFill>
                </a:rPr>
                <a:t>2</a:t>
              </a:r>
              <a:r>
                <a:rPr lang="el-GR" sz="2400" dirty="0" smtClean="0">
                  <a:solidFill>
                    <a:srgbClr val="0070C0"/>
                  </a:solidFill>
                </a:rPr>
                <a:t>Π</a:t>
              </a:r>
              <a:r>
                <a:rPr lang="en-US" sz="2400" dirty="0" smtClean="0">
                  <a:solidFill>
                    <a:srgbClr val="0070C0"/>
                  </a:solidFill>
                </a:rPr>
                <a:t> (x+3)</a:t>
              </a:r>
              <a:endParaRPr lang="en-US" sz="2400" dirty="0">
                <a:solidFill>
                  <a:srgbClr val="0070C0"/>
                </a:solidFill>
              </a:endParaRPr>
            </a:p>
          </p:txBody>
        </p:sp>
        <p:graphicFrame>
          <p:nvGraphicFramePr>
            <p:cNvPr id="8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99837242"/>
                </p:ext>
              </p:extLst>
            </p:nvPr>
          </p:nvGraphicFramePr>
          <p:xfrm>
            <a:off x="7471357" y="4914900"/>
            <a:ext cx="956172" cy="571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896" name="Equation" r:id="rId8" imgW="469800" imgH="203040" progId="Equation.DSMT4">
                    <p:embed/>
                  </p:oleObj>
                </mc:Choice>
                <mc:Fallback>
                  <p:oleObj name="Equation" r:id="rId8" imgW="469800" imgH="203040" progId="Equation.DSMT4">
                    <p:embed/>
                    <p:pic>
                      <p:nvPicPr>
                        <p:cNvPr id="0" name="Picture 6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471357" y="4914900"/>
                          <a:ext cx="956172" cy="57150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" name="TextBox 8"/>
          <p:cNvSpPr txBox="1"/>
          <p:nvPr/>
        </p:nvSpPr>
        <p:spPr>
          <a:xfrm>
            <a:off x="3200400" y="2667000"/>
            <a:ext cx="5334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√y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981200" y="1981200"/>
            <a:ext cx="6858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½ 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17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17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1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5" name="Picture 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4800" y="920238"/>
            <a:ext cx="3657600" cy="24003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aphicFrame>
        <p:nvGraphicFramePr>
          <p:cNvPr id="2868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3847740"/>
              </p:ext>
            </p:extLst>
          </p:nvPr>
        </p:nvGraphicFramePr>
        <p:xfrm>
          <a:off x="2743200" y="4953000"/>
          <a:ext cx="5325661" cy="1406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98" name="Equation" r:id="rId4" imgW="1778000" imgH="469900" progId="Equation.DSMT4">
                  <p:embed/>
                </p:oleObj>
              </mc:Choice>
              <mc:Fallback>
                <p:oleObj name="Equation" r:id="rId4" imgW="1778000" imgH="469900" progId="Equation.DSMT4">
                  <p:embed/>
                  <p:pic>
                    <p:nvPicPr>
                      <p:cNvPr id="0" name="Picture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4953000"/>
                        <a:ext cx="5325661" cy="1406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4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6100897"/>
              </p:ext>
            </p:extLst>
          </p:nvPr>
        </p:nvGraphicFramePr>
        <p:xfrm>
          <a:off x="457200" y="76200"/>
          <a:ext cx="1192213" cy="528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99" name="Equation" r:id="rId6" imgW="457200" imgH="203040" progId="Equation.DSMT4">
                  <p:embed/>
                </p:oleObj>
              </mc:Choice>
              <mc:Fallback>
                <p:oleObj name="Equation" r:id="rId6" imgW="457200" imgH="203040" progId="Equation.DSMT4">
                  <p:embed/>
                  <p:pic>
                    <p:nvPicPr>
                      <p:cNvPr id="0" name="Picture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76200"/>
                        <a:ext cx="1192213" cy="528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4"/>
          <p:cNvGrpSpPr/>
          <p:nvPr/>
        </p:nvGrpSpPr>
        <p:grpSpPr>
          <a:xfrm>
            <a:off x="4724400" y="838200"/>
            <a:ext cx="4038600" cy="3810000"/>
            <a:chOff x="5410200" y="3048000"/>
            <a:chExt cx="1981200" cy="1905000"/>
          </a:xfrm>
        </p:grpSpPr>
        <p:sp>
          <p:nvSpPr>
            <p:cNvPr id="6" name="Oval 5"/>
            <p:cNvSpPr/>
            <p:nvPr/>
          </p:nvSpPr>
          <p:spPr>
            <a:xfrm>
              <a:off x="5410200" y="3048000"/>
              <a:ext cx="1981200" cy="1905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  <a:scene3d>
              <a:camera prst="perspectiveLeft"/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/>
            <p:cNvSpPr/>
            <p:nvPr/>
          </p:nvSpPr>
          <p:spPr>
            <a:xfrm>
              <a:off x="5926347" y="3487947"/>
              <a:ext cx="990600" cy="9906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  <a:scene3d>
              <a:camera prst="perspectiveLeft"/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" name="Straight Connector 7"/>
            <p:cNvCxnSpPr>
              <a:endCxn id="7" idx="7"/>
            </p:cNvCxnSpPr>
            <p:nvPr/>
          </p:nvCxnSpPr>
          <p:spPr>
            <a:xfrm flipV="1">
              <a:off x="6400800" y="3633017"/>
              <a:ext cx="371077" cy="329383"/>
            </a:xfrm>
            <a:prstGeom prst="line">
              <a:avLst/>
            </a:prstGeom>
            <a:ln>
              <a:solidFill>
                <a:schemeClr val="tx1"/>
              </a:solidFill>
            </a:ln>
            <a:scene3d>
              <a:camera prst="perspectiveLeft"/>
              <a:lightRig rig="threePt" dir="t"/>
            </a:scene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>
              <a:endCxn id="6" idx="5"/>
            </p:cNvCxnSpPr>
            <p:nvPr/>
          </p:nvCxnSpPr>
          <p:spPr>
            <a:xfrm rot="16200000" flipH="1">
              <a:off x="6395221" y="3967979"/>
              <a:ext cx="711619" cy="700460"/>
            </a:xfrm>
            <a:prstGeom prst="line">
              <a:avLst/>
            </a:prstGeom>
            <a:ln>
              <a:solidFill>
                <a:schemeClr val="tx1"/>
              </a:solidFill>
            </a:ln>
            <a:scene3d>
              <a:camera prst="perspectiveLeft"/>
              <a:lightRig rig="threePt" dir="t"/>
            </a:scene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/>
            <p:cNvSpPr txBox="1"/>
            <p:nvPr/>
          </p:nvSpPr>
          <p:spPr>
            <a:xfrm rot="19235131">
              <a:off x="6119826" y="3700419"/>
              <a:ext cx="601737" cy="230833"/>
            </a:xfrm>
            <a:prstGeom prst="rect">
              <a:avLst/>
            </a:prstGeom>
            <a:noFill/>
            <a:scene3d>
              <a:camera prst="perspectiveLeft"/>
              <a:lightRig rig="threePt" dir="t"/>
            </a:scene3d>
          </p:spPr>
          <p:txBody>
            <a:bodyPr wrap="none" rtlCol="0">
              <a:spAutoFit/>
            </a:bodyPr>
            <a:lstStyle/>
            <a:p>
              <a:r>
                <a:rPr lang="en-US" sz="2400" dirty="0" smtClean="0"/>
                <a:t>½ y +3</a:t>
              </a:r>
              <a:endParaRPr lang="en-US" sz="2400" dirty="0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429103" y="4557748"/>
              <a:ext cx="554554" cy="230833"/>
            </a:xfrm>
            <a:prstGeom prst="rect">
              <a:avLst/>
            </a:prstGeom>
            <a:noFill/>
            <a:scene3d>
              <a:camera prst="perspectiveLeft"/>
              <a:lightRig rig="threePt" dir="t"/>
            </a:scene3d>
          </p:spPr>
          <p:txBody>
            <a:bodyPr wrap="none" rtlCol="0">
              <a:spAutoFit/>
            </a:bodyPr>
            <a:lstStyle/>
            <a:p>
              <a:r>
                <a:rPr lang="en-US" sz="2400" dirty="0" smtClean="0"/>
                <a:t>√y +3</a:t>
              </a:r>
              <a:endParaRPr lang="en-US" sz="2400" dirty="0"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2971800" y="2133600"/>
            <a:ext cx="5334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√y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447800" y="1752600"/>
            <a:ext cx="6858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½ 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325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86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86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8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7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542" y="924504"/>
            <a:ext cx="5765658" cy="2752725"/>
          </a:xfrm>
          <a:prstGeom prst="rect">
            <a:avLst/>
          </a:prstGeom>
          <a:ln>
            <a:noFill/>
          </a:ln>
          <a:effectLst/>
        </p:spPr>
      </p:pic>
      <p:graphicFrame>
        <p:nvGraphicFramePr>
          <p:cNvPr id="2868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3230263"/>
              </p:ext>
            </p:extLst>
          </p:nvPr>
        </p:nvGraphicFramePr>
        <p:xfrm>
          <a:off x="1996295" y="4724400"/>
          <a:ext cx="5923206" cy="155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97" name="Equation" r:id="rId4" imgW="1879560" imgH="495000" progId="Equation.DSMT4">
                  <p:embed/>
                </p:oleObj>
              </mc:Choice>
              <mc:Fallback>
                <p:oleObj name="Equation" r:id="rId4" imgW="1879560" imgH="495000" progId="Equation.DSMT4">
                  <p:embed/>
                  <p:pic>
                    <p:nvPicPr>
                      <p:cNvPr id="0" name="Picture 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6295" y="4724400"/>
                        <a:ext cx="5923206" cy="1558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4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9333173"/>
              </p:ext>
            </p:extLst>
          </p:nvPr>
        </p:nvGraphicFramePr>
        <p:xfrm>
          <a:off x="228600" y="150018"/>
          <a:ext cx="1025525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98" name="Equation" r:id="rId6" imgW="393480" imgH="177480" progId="Equation.DSMT4">
                  <p:embed/>
                </p:oleObj>
              </mc:Choice>
              <mc:Fallback>
                <p:oleObj name="Equation" r:id="rId6" imgW="393480" imgH="177480" progId="Equation.DSMT4">
                  <p:embed/>
                  <p:pic>
                    <p:nvPicPr>
                      <p:cNvPr id="0" name="Picture 6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150018"/>
                        <a:ext cx="1025525" cy="461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4"/>
          <p:cNvGrpSpPr/>
          <p:nvPr/>
        </p:nvGrpSpPr>
        <p:grpSpPr>
          <a:xfrm>
            <a:off x="5715000" y="685801"/>
            <a:ext cx="3260125" cy="3124200"/>
            <a:chOff x="5410200" y="3048000"/>
            <a:chExt cx="1981200" cy="1905000"/>
          </a:xfrm>
        </p:grpSpPr>
        <p:sp>
          <p:nvSpPr>
            <p:cNvPr id="6" name="Oval 5"/>
            <p:cNvSpPr/>
            <p:nvPr/>
          </p:nvSpPr>
          <p:spPr>
            <a:xfrm>
              <a:off x="5410200" y="3048000"/>
              <a:ext cx="1981200" cy="1905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  <a:scene3d>
              <a:camera prst="perspectiveLeft"/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/>
            <p:cNvSpPr/>
            <p:nvPr/>
          </p:nvSpPr>
          <p:spPr>
            <a:xfrm>
              <a:off x="5926347" y="3487947"/>
              <a:ext cx="990600" cy="9906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  <a:scene3d>
              <a:camera prst="perspectiveLeft"/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" name="Straight Connector 7"/>
            <p:cNvCxnSpPr>
              <a:endCxn id="7" idx="7"/>
            </p:cNvCxnSpPr>
            <p:nvPr/>
          </p:nvCxnSpPr>
          <p:spPr>
            <a:xfrm flipV="1">
              <a:off x="6400800" y="3633017"/>
              <a:ext cx="371077" cy="329383"/>
            </a:xfrm>
            <a:prstGeom prst="line">
              <a:avLst/>
            </a:prstGeom>
            <a:ln>
              <a:solidFill>
                <a:schemeClr val="tx1"/>
              </a:solidFill>
            </a:ln>
            <a:scene3d>
              <a:camera prst="perspectiveLeft"/>
              <a:lightRig rig="threePt" dir="t"/>
            </a:scene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>
              <a:endCxn id="6" idx="5"/>
            </p:cNvCxnSpPr>
            <p:nvPr/>
          </p:nvCxnSpPr>
          <p:spPr>
            <a:xfrm rot="16200000" flipH="1">
              <a:off x="6395221" y="3967979"/>
              <a:ext cx="711619" cy="700460"/>
            </a:xfrm>
            <a:prstGeom prst="line">
              <a:avLst/>
            </a:prstGeom>
            <a:ln>
              <a:solidFill>
                <a:schemeClr val="tx1"/>
              </a:solidFill>
            </a:ln>
            <a:scene3d>
              <a:camera prst="perspectiveLeft"/>
              <a:lightRig rig="threePt" dir="t"/>
            </a:scene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/>
            <p:cNvSpPr txBox="1"/>
            <p:nvPr/>
          </p:nvSpPr>
          <p:spPr>
            <a:xfrm rot="19235131">
              <a:off x="6068439" y="3675082"/>
              <a:ext cx="704510" cy="281503"/>
            </a:xfrm>
            <a:prstGeom prst="rect">
              <a:avLst/>
            </a:prstGeom>
            <a:noFill/>
            <a:scene3d>
              <a:camera prst="perspectiveLeft"/>
              <a:lightRig rig="threePt" dir="t"/>
            </a:scene3d>
          </p:spPr>
          <p:txBody>
            <a:bodyPr wrap="none" rtlCol="0">
              <a:spAutoFit/>
            </a:bodyPr>
            <a:lstStyle/>
            <a:p>
              <a:r>
                <a:rPr lang="en-US" sz="2400" dirty="0" smtClean="0"/>
                <a:t>5- ½ y</a:t>
              </a:r>
              <a:endParaRPr lang="en-US" sz="2400" dirty="0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382652" y="4557748"/>
              <a:ext cx="646060" cy="281503"/>
            </a:xfrm>
            <a:prstGeom prst="rect">
              <a:avLst/>
            </a:prstGeom>
            <a:noFill/>
            <a:scene3d>
              <a:camera prst="perspectiveLeft"/>
              <a:lightRig rig="threePt" dir="t"/>
            </a:scene3d>
          </p:spPr>
          <p:txBody>
            <a:bodyPr wrap="none" rtlCol="0">
              <a:spAutoFit/>
            </a:bodyPr>
            <a:lstStyle/>
            <a:p>
              <a:r>
                <a:rPr lang="en-US" sz="2400" dirty="0" smtClean="0"/>
                <a:t>5- √y</a:t>
              </a:r>
              <a:endParaRPr lang="en-US" sz="2400" dirty="0"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2590800" y="2362200"/>
            <a:ext cx="5334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√y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66800" y="1981200"/>
            <a:ext cx="6858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½ 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86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86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8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8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200" y="758313"/>
            <a:ext cx="5715000" cy="2857500"/>
          </a:xfrm>
          <a:prstGeom prst="rect">
            <a:avLst/>
          </a:prstGeom>
          <a:ln>
            <a:noFill/>
          </a:ln>
          <a:effectLst/>
        </p:spPr>
      </p:pic>
      <p:graphicFrame>
        <p:nvGraphicFramePr>
          <p:cNvPr id="3174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0390365"/>
              </p:ext>
            </p:extLst>
          </p:nvPr>
        </p:nvGraphicFramePr>
        <p:xfrm>
          <a:off x="228600" y="150018"/>
          <a:ext cx="1025525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46" name="Equation" r:id="rId4" imgW="393480" imgH="177480" progId="Equation.DSMT4">
                  <p:embed/>
                </p:oleObj>
              </mc:Choice>
              <mc:Fallback>
                <p:oleObj name="Equation" r:id="rId4" imgW="393480" imgH="177480" progId="Equation.DSMT4">
                  <p:embed/>
                  <p:pic>
                    <p:nvPicPr>
                      <p:cNvPr id="0" name="Picture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150018"/>
                        <a:ext cx="1025525" cy="461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7343086"/>
              </p:ext>
            </p:extLst>
          </p:nvPr>
        </p:nvGraphicFramePr>
        <p:xfrm>
          <a:off x="3505200" y="5105400"/>
          <a:ext cx="4894531" cy="144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47" name="Equation" r:id="rId6" imgW="1587240" imgH="469800" progId="Equation.DSMT4">
                  <p:embed/>
                </p:oleObj>
              </mc:Choice>
              <mc:Fallback>
                <p:oleObj name="Equation" r:id="rId6" imgW="1587240" imgH="469800" progId="Equation.DSMT4">
                  <p:embed/>
                  <p:pic>
                    <p:nvPicPr>
                      <p:cNvPr id="0" name="Picture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5105400"/>
                        <a:ext cx="4894531" cy="144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19"/>
          <p:cNvGrpSpPr/>
          <p:nvPr/>
        </p:nvGrpSpPr>
        <p:grpSpPr>
          <a:xfrm>
            <a:off x="4648200" y="3810000"/>
            <a:ext cx="4168023" cy="868319"/>
            <a:chOff x="5410200" y="4618081"/>
            <a:chExt cx="3017329" cy="868319"/>
          </a:xfrm>
        </p:grpSpPr>
        <p:sp>
          <p:nvSpPr>
            <p:cNvPr id="6" name="Rectangle 5"/>
            <p:cNvSpPr/>
            <p:nvPr/>
          </p:nvSpPr>
          <p:spPr>
            <a:xfrm>
              <a:off x="5410200" y="5029200"/>
              <a:ext cx="2057400" cy="4572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5584723" y="4618081"/>
              <a:ext cx="1905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solidFill>
                    <a:srgbClr val="0070C0"/>
                  </a:solidFill>
                </a:rPr>
                <a:t>2</a:t>
              </a:r>
              <a:r>
                <a:rPr lang="el-GR" sz="2400" dirty="0" smtClean="0">
                  <a:solidFill>
                    <a:srgbClr val="0070C0"/>
                  </a:solidFill>
                </a:rPr>
                <a:t>Π</a:t>
              </a:r>
              <a:r>
                <a:rPr lang="en-US" sz="2400" dirty="0" smtClean="0">
                  <a:solidFill>
                    <a:srgbClr val="0070C0"/>
                  </a:solidFill>
                </a:rPr>
                <a:t> (5 - x)</a:t>
              </a:r>
              <a:endParaRPr lang="en-US" sz="2400" dirty="0">
                <a:solidFill>
                  <a:srgbClr val="0070C0"/>
                </a:solidFill>
              </a:endParaRPr>
            </a:p>
          </p:txBody>
        </p:sp>
        <p:graphicFrame>
          <p:nvGraphicFramePr>
            <p:cNvPr id="8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97712536"/>
                </p:ext>
              </p:extLst>
            </p:nvPr>
          </p:nvGraphicFramePr>
          <p:xfrm>
            <a:off x="7471357" y="4922881"/>
            <a:ext cx="956172" cy="5635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948" name="Equation" r:id="rId8" imgW="469800" imgH="203040" progId="Equation.DSMT4">
                    <p:embed/>
                  </p:oleObj>
                </mc:Choice>
                <mc:Fallback>
                  <p:oleObj name="Equation" r:id="rId8" imgW="469800" imgH="203040" progId="Equation.DSMT4">
                    <p:embed/>
                    <p:pic>
                      <p:nvPicPr>
                        <p:cNvPr id="0" name="Picture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471357" y="4922881"/>
                          <a:ext cx="956172" cy="563519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3" name="TextBox 12"/>
          <p:cNvSpPr txBox="1"/>
          <p:nvPr/>
        </p:nvSpPr>
        <p:spPr>
          <a:xfrm>
            <a:off x="2362200" y="2514600"/>
            <a:ext cx="533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x</a:t>
            </a:r>
            <a:r>
              <a:rPr lang="en-US" sz="2400" baseline="30000" dirty="0" smtClean="0"/>
              <a:t>2</a:t>
            </a:r>
            <a:endParaRPr lang="en-US" sz="2400" dirty="0"/>
          </a:p>
        </p:txBody>
      </p:sp>
      <p:sp>
        <p:nvSpPr>
          <p:cNvPr id="14" name="TextBox 13"/>
          <p:cNvSpPr txBox="1"/>
          <p:nvPr/>
        </p:nvSpPr>
        <p:spPr>
          <a:xfrm>
            <a:off x="1828800" y="1524000"/>
            <a:ext cx="68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2x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3504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17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17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1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NewsPrint">
      <a:dk1>
        <a:sysClr val="windowText" lastClr="000000"/>
      </a:dk1>
      <a:lt1>
        <a:sysClr val="window" lastClr="FFFFFF"/>
      </a:lt1>
      <a:dk2>
        <a:srgbClr val="303030"/>
      </a:dk2>
      <a:lt2>
        <a:srgbClr val="DEDEE0"/>
      </a:lt2>
      <a:accent1>
        <a:srgbClr val="AD0101"/>
      </a:accent1>
      <a:accent2>
        <a:srgbClr val="726056"/>
      </a:accent2>
      <a:accent3>
        <a:srgbClr val="AC956E"/>
      </a:accent3>
      <a:accent4>
        <a:srgbClr val="808DA9"/>
      </a:accent4>
      <a:accent5>
        <a:srgbClr val="424E5B"/>
      </a:accent5>
      <a:accent6>
        <a:srgbClr val="730E00"/>
      </a:accent6>
      <a:hlink>
        <a:srgbClr val="D26900"/>
      </a:hlink>
      <a:folHlink>
        <a:srgbClr val="D89243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1112</TotalTime>
  <Words>101</Words>
  <Application>Microsoft Office PowerPoint</Application>
  <PresentationFormat>On-screen Show (4:3)</PresentationFormat>
  <Paragraphs>42</Paragraphs>
  <Slides>16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8" baseType="lpstr">
      <vt:lpstr>Concourse</vt:lpstr>
      <vt:lpstr>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211</dc:creator>
  <cp:lastModifiedBy>Deepika</cp:lastModifiedBy>
  <cp:revision>279</cp:revision>
  <dcterms:created xsi:type="dcterms:W3CDTF">2006-08-16T00:00:00Z</dcterms:created>
  <dcterms:modified xsi:type="dcterms:W3CDTF">2014-01-19T16:45:37Z</dcterms:modified>
</cp:coreProperties>
</file>