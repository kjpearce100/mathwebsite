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8" r:id="rId3"/>
    <p:sldId id="263" r:id="rId4"/>
    <p:sldId id="272" r:id="rId5"/>
    <p:sldId id="265" r:id="rId6"/>
    <p:sldId id="273" r:id="rId7"/>
    <p:sldId id="318" r:id="rId8"/>
    <p:sldId id="332" r:id="rId9"/>
    <p:sldId id="319" r:id="rId10"/>
    <p:sldId id="320" r:id="rId11"/>
    <p:sldId id="321" r:id="rId12"/>
    <p:sldId id="322" r:id="rId13"/>
    <p:sldId id="323" r:id="rId14"/>
    <p:sldId id="324" r:id="rId15"/>
    <p:sldId id="330" r:id="rId16"/>
    <p:sldId id="331" r:id="rId17"/>
    <p:sldId id="269" r:id="rId18"/>
    <p:sldId id="278" r:id="rId19"/>
    <p:sldId id="279" r:id="rId20"/>
    <p:sldId id="280" r:id="rId21"/>
    <p:sldId id="281" r:id="rId22"/>
    <p:sldId id="282" r:id="rId23"/>
    <p:sldId id="287" r:id="rId24"/>
    <p:sldId id="286" r:id="rId25"/>
    <p:sldId id="283" r:id="rId26"/>
    <p:sldId id="284" r:id="rId27"/>
    <p:sldId id="277" r:id="rId28"/>
    <p:sldId id="288" r:id="rId29"/>
    <p:sldId id="289" r:id="rId30"/>
    <p:sldId id="290" r:id="rId31"/>
    <p:sldId id="291" r:id="rId32"/>
    <p:sldId id="292" r:id="rId33"/>
    <p:sldId id="294" r:id="rId34"/>
    <p:sldId id="295" r:id="rId35"/>
    <p:sldId id="293" r:id="rId36"/>
    <p:sldId id="275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276" r:id="rId46"/>
    <p:sldId id="306" r:id="rId47"/>
    <p:sldId id="307" r:id="rId48"/>
    <p:sldId id="308" r:id="rId49"/>
    <p:sldId id="309" r:id="rId50"/>
    <p:sldId id="310" r:id="rId51"/>
    <p:sldId id="312" r:id="rId52"/>
    <p:sldId id="313" r:id="rId53"/>
    <p:sldId id="311" r:id="rId54"/>
    <p:sldId id="314" r:id="rId55"/>
    <p:sldId id="266" r:id="rId56"/>
    <p:sldId id="267" r:id="rId57"/>
    <p:sldId id="315" r:id="rId58"/>
    <p:sldId id="270" r:id="rId59"/>
    <p:sldId id="316" r:id="rId60"/>
    <p:sldId id="271" r:id="rId61"/>
  </p:sldIdLst>
  <p:sldSz cx="9144000" cy="6858000" type="screen4x3"/>
  <p:notesSz cx="6858000" cy="9144000"/>
  <p:custDataLst>
    <p:tags r:id="rId6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00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000" autoAdjust="0"/>
  </p:normalViewPr>
  <p:slideViewPr>
    <p:cSldViewPr>
      <p:cViewPr varScale="1">
        <p:scale>
          <a:sx n="81" d="100"/>
          <a:sy n="81" d="100"/>
        </p:scale>
        <p:origin x="-1502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4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4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4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4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4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4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5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5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5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7" Type="http://schemas.openxmlformats.org/officeDocument/2006/relationships/image" Target="../media/image36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drawings/_rels/vmlDrawing5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7" Type="http://schemas.openxmlformats.org/officeDocument/2006/relationships/image" Target="../media/image48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6" Type="http://schemas.openxmlformats.org/officeDocument/2006/relationships/image" Target="../media/image47.wmf"/><Relationship Id="rId5" Type="http://schemas.openxmlformats.org/officeDocument/2006/relationships/image" Target="../media/image46.wmf"/><Relationship Id="rId4" Type="http://schemas.openxmlformats.org/officeDocument/2006/relationships/image" Target="../media/image45.w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6" Type="http://schemas.openxmlformats.org/officeDocument/2006/relationships/image" Target="../media/image54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/Relationships>
</file>

<file path=ppt/drawings/_rels/vmlDrawing5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5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2/6/2014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2/6/2014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2/6/2014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2/6/2014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2/6/2014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2/6/2014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2/6/2014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b="0" i="0" u="none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2/6/2014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i="0" u="none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oleObject" Target="../embeddings/oleObject12.bin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4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6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19.png"/><Relationship Id="rId4" Type="http://schemas.openxmlformats.org/officeDocument/2006/relationships/image" Target="../media/image17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19.png"/><Relationship Id="rId4" Type="http://schemas.openxmlformats.org/officeDocument/2006/relationships/image" Target="../media/image17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19.png"/><Relationship Id="rId4" Type="http://schemas.openxmlformats.org/officeDocument/2006/relationships/image" Target="../media/image17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19.png"/><Relationship Id="rId4" Type="http://schemas.openxmlformats.org/officeDocument/2006/relationships/image" Target="../media/image17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19.png"/><Relationship Id="rId4" Type="http://schemas.openxmlformats.org/officeDocument/2006/relationships/image" Target="../media/image17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19.png"/><Relationship Id="rId4" Type="http://schemas.openxmlformats.org/officeDocument/2006/relationships/image" Target="../media/image17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19.png"/><Relationship Id="rId4" Type="http://schemas.openxmlformats.org/officeDocument/2006/relationships/image" Target="../media/image17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19.png"/><Relationship Id="rId4" Type="http://schemas.openxmlformats.org/officeDocument/2006/relationships/image" Target="../media/image17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19.png"/><Relationship Id="rId4" Type="http://schemas.openxmlformats.org/officeDocument/2006/relationships/image" Target="../media/image17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19.png"/><Relationship Id="rId4" Type="http://schemas.openxmlformats.org/officeDocument/2006/relationships/image" Target="../media/image17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19.png"/><Relationship Id="rId4" Type="http://schemas.openxmlformats.org/officeDocument/2006/relationships/image" Target="../media/image17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20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20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20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20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20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20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20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20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20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20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5" Type="http://schemas.openxmlformats.org/officeDocument/2006/relationships/image" Target="../media/image22.png"/><Relationship Id="rId4" Type="http://schemas.openxmlformats.org/officeDocument/2006/relationships/image" Target="../media/image21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23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4" Type="http://schemas.openxmlformats.org/officeDocument/2006/relationships/image" Target="../media/image23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23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4" Type="http://schemas.openxmlformats.org/officeDocument/2006/relationships/image" Target="../media/image23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5" Type="http://schemas.openxmlformats.org/officeDocument/2006/relationships/image" Target="../media/image24.png"/><Relationship Id="rId4" Type="http://schemas.openxmlformats.org/officeDocument/2006/relationships/image" Target="../media/image23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5" Type="http://schemas.openxmlformats.org/officeDocument/2006/relationships/image" Target="../media/image24.png"/><Relationship Id="rId4" Type="http://schemas.openxmlformats.org/officeDocument/2006/relationships/image" Target="../media/image23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5" Type="http://schemas.openxmlformats.org/officeDocument/2006/relationships/image" Target="../media/image24.png"/><Relationship Id="rId4" Type="http://schemas.openxmlformats.org/officeDocument/2006/relationships/image" Target="../media/image23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5" Type="http://schemas.openxmlformats.org/officeDocument/2006/relationships/image" Target="../media/image24.png"/><Relationship Id="rId4" Type="http://schemas.openxmlformats.org/officeDocument/2006/relationships/image" Target="../media/image23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4" Type="http://schemas.openxmlformats.org/officeDocument/2006/relationships/image" Target="../media/image25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Relationship Id="rId4" Type="http://schemas.openxmlformats.org/officeDocument/2006/relationships/image" Target="../media/image25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7.vml"/><Relationship Id="rId4" Type="http://schemas.openxmlformats.org/officeDocument/2006/relationships/image" Target="../media/image25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8.vml"/><Relationship Id="rId4" Type="http://schemas.openxmlformats.org/officeDocument/2006/relationships/image" Target="../media/image25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9.vml"/><Relationship Id="rId4" Type="http://schemas.openxmlformats.org/officeDocument/2006/relationships/image" Target="../media/image25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0.vml"/><Relationship Id="rId4" Type="http://schemas.openxmlformats.org/officeDocument/2006/relationships/image" Target="../media/image25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1.vml"/><Relationship Id="rId4" Type="http://schemas.openxmlformats.org/officeDocument/2006/relationships/image" Target="../media/image25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2.vml"/><Relationship Id="rId4" Type="http://schemas.openxmlformats.org/officeDocument/2006/relationships/image" Target="../media/image25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3.vml"/><Relationship Id="rId5" Type="http://schemas.openxmlformats.org/officeDocument/2006/relationships/image" Target="../media/image26.png"/><Relationship Id="rId4" Type="http://schemas.openxmlformats.org/officeDocument/2006/relationships/image" Target="../media/image25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67.bin"/><Relationship Id="rId4" Type="http://schemas.openxmlformats.org/officeDocument/2006/relationships/image" Target="../media/image27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69.bin"/><Relationship Id="rId4" Type="http://schemas.openxmlformats.org/officeDocument/2006/relationships/image" Target="../media/image27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71.bin"/><Relationship Id="rId4" Type="http://schemas.openxmlformats.org/officeDocument/2006/relationships/image" Target="../media/image27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27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75.bin"/><Relationship Id="rId4" Type="http://schemas.openxmlformats.org/officeDocument/2006/relationships/image" Target="../media/image27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77.bin"/><Relationship Id="rId4" Type="http://schemas.openxmlformats.org/officeDocument/2006/relationships/image" Target="../media/image27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79.bin"/><Relationship Id="rId4" Type="http://schemas.openxmlformats.org/officeDocument/2006/relationships/image" Target="../media/image27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81.bin"/><Relationship Id="rId4" Type="http://schemas.openxmlformats.org/officeDocument/2006/relationships/image" Target="../media/image27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2.bin"/><Relationship Id="rId7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83.bin"/><Relationship Id="rId4" Type="http://schemas.openxmlformats.org/officeDocument/2006/relationships/image" Target="../media/image27.w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oleObject" Target="../embeddings/oleObject89.bin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6.bin"/><Relationship Id="rId12" Type="http://schemas.openxmlformats.org/officeDocument/2006/relationships/image" Target="../media/image34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6.wmf"/><Relationship Id="rId1" Type="http://schemas.openxmlformats.org/officeDocument/2006/relationships/vmlDrawing" Target="../drawings/vmlDrawing53.v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88.bin"/><Relationship Id="rId5" Type="http://schemas.openxmlformats.org/officeDocument/2006/relationships/oleObject" Target="../embeddings/oleObject85.bin"/><Relationship Id="rId15" Type="http://schemas.openxmlformats.org/officeDocument/2006/relationships/oleObject" Target="../embeddings/oleObject90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87.bin"/><Relationship Id="rId14" Type="http://schemas.openxmlformats.org/officeDocument/2006/relationships/image" Target="../media/image35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3.bin"/><Relationship Id="rId12" Type="http://schemas.openxmlformats.org/officeDocument/2006/relationships/image" Target="../media/image4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95.bin"/><Relationship Id="rId5" Type="http://schemas.openxmlformats.org/officeDocument/2006/relationships/oleObject" Target="../embeddings/oleObject92.bin"/><Relationship Id="rId10" Type="http://schemas.openxmlformats.org/officeDocument/2006/relationships/image" Target="../media/image40.wmf"/><Relationship Id="rId4" Type="http://schemas.openxmlformats.org/officeDocument/2006/relationships/image" Target="../media/image37.wmf"/><Relationship Id="rId9" Type="http://schemas.openxmlformats.org/officeDocument/2006/relationships/oleObject" Target="../embeddings/oleObject94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oleObject" Target="../embeddings/oleObject101.bin"/><Relationship Id="rId3" Type="http://schemas.openxmlformats.org/officeDocument/2006/relationships/oleObject" Target="../embeddings/oleObject96.bin"/><Relationship Id="rId7" Type="http://schemas.openxmlformats.org/officeDocument/2006/relationships/oleObject" Target="../embeddings/oleObject98.bin"/><Relationship Id="rId12" Type="http://schemas.openxmlformats.org/officeDocument/2006/relationships/image" Target="../media/image46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8.wmf"/><Relationship Id="rId1" Type="http://schemas.openxmlformats.org/officeDocument/2006/relationships/vmlDrawing" Target="../drawings/vmlDrawing55.v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100.bin"/><Relationship Id="rId5" Type="http://schemas.openxmlformats.org/officeDocument/2006/relationships/oleObject" Target="../embeddings/oleObject97.bin"/><Relationship Id="rId15" Type="http://schemas.openxmlformats.org/officeDocument/2006/relationships/oleObject" Target="../embeddings/oleObject102.bin"/><Relationship Id="rId10" Type="http://schemas.openxmlformats.org/officeDocument/2006/relationships/image" Target="../media/image45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99.bin"/><Relationship Id="rId14" Type="http://schemas.openxmlformats.org/officeDocument/2006/relationships/image" Target="../media/image47.w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oleObject" Target="../embeddings/oleObject108.bin"/><Relationship Id="rId3" Type="http://schemas.openxmlformats.org/officeDocument/2006/relationships/oleObject" Target="../embeddings/oleObject103.bin"/><Relationship Id="rId7" Type="http://schemas.openxmlformats.org/officeDocument/2006/relationships/oleObject" Target="../embeddings/oleObject105.bin"/><Relationship Id="rId12" Type="http://schemas.openxmlformats.org/officeDocument/2006/relationships/image" Target="../media/image5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6.v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107.bin"/><Relationship Id="rId5" Type="http://schemas.openxmlformats.org/officeDocument/2006/relationships/oleObject" Target="../embeddings/oleObject104.bin"/><Relationship Id="rId10" Type="http://schemas.openxmlformats.org/officeDocument/2006/relationships/image" Target="../media/image52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106.bin"/><Relationship Id="rId14" Type="http://schemas.openxmlformats.org/officeDocument/2006/relationships/image" Target="../media/image54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7.v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110.bin"/><Relationship Id="rId4" Type="http://schemas.openxmlformats.org/officeDocument/2006/relationships/image" Target="../media/image55.w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oleObject" Target="../embeddings/oleObject111.bin"/><Relationship Id="rId7" Type="http://schemas.openxmlformats.org/officeDocument/2006/relationships/oleObject" Target="../embeddings/oleObject1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8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112.bin"/><Relationship Id="rId4" Type="http://schemas.openxmlformats.org/officeDocument/2006/relationships/image" Target="../media/image5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76400" y="3048000"/>
            <a:ext cx="743107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Section </a:t>
            </a:r>
            <a:r>
              <a:rPr lang="en-US" sz="44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6.3: Polar Forms &amp; Area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48200" y="3886200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4" name="Object 16"/>
          <p:cNvGraphicFramePr>
            <a:graphicFrameLocks noChangeAspect="1"/>
          </p:cNvGraphicFramePr>
          <p:nvPr/>
        </p:nvGraphicFramePr>
        <p:xfrm>
          <a:off x="381000" y="914400"/>
          <a:ext cx="6811963" cy="9691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1" name="Equation" r:id="rId3" imgW="3035160" imgH="431640" progId="Equation.DSMT4">
                  <p:embed/>
                </p:oleObj>
              </mc:Choice>
              <mc:Fallback>
                <p:oleObj name="Equation" r:id="rId3" imgW="3035160" imgH="431640" progId="Equation.DSMT4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914400"/>
                        <a:ext cx="6811963" cy="96915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6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4374102"/>
              </p:ext>
            </p:extLst>
          </p:nvPr>
        </p:nvGraphicFramePr>
        <p:xfrm>
          <a:off x="304800" y="3086100"/>
          <a:ext cx="25146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" name="Equation" r:id="rId5" imgW="1257120" imgH="431640" progId="Equation.DSMT4">
                  <p:embed/>
                </p:oleObj>
              </mc:Choice>
              <mc:Fallback>
                <p:oleObj name="Equation" r:id="rId5" imgW="1257120" imgH="431640" progId="Equation.DSMT4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086100"/>
                        <a:ext cx="25146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7" name="Object 29"/>
          <p:cNvGraphicFramePr>
            <a:graphicFrameLocks noChangeAspect="1"/>
          </p:cNvGraphicFramePr>
          <p:nvPr/>
        </p:nvGraphicFramePr>
        <p:xfrm>
          <a:off x="304800" y="2057400"/>
          <a:ext cx="6934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3" name="Equation" r:id="rId7" imgW="3073320" imgH="177480" progId="Equation.DSMT4">
                  <p:embed/>
                </p:oleObj>
              </mc:Choice>
              <mc:Fallback>
                <p:oleObj name="Equation" r:id="rId7" imgW="3073320" imgH="177480" progId="Equation.DSMT4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057400"/>
                        <a:ext cx="6934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17"/>
          <p:cNvGrpSpPr/>
          <p:nvPr/>
        </p:nvGrpSpPr>
        <p:grpSpPr>
          <a:xfrm>
            <a:off x="2971800" y="2667000"/>
            <a:ext cx="2402137" cy="1931865"/>
            <a:chOff x="3276600" y="2133600"/>
            <a:chExt cx="2402137" cy="1931865"/>
          </a:xfrm>
        </p:grpSpPr>
        <p:cxnSp>
          <p:nvCxnSpPr>
            <p:cNvPr id="10" name="Straight Connector 9"/>
            <p:cNvCxnSpPr/>
            <p:nvPr/>
          </p:nvCxnSpPr>
          <p:spPr>
            <a:xfrm rot="5400000">
              <a:off x="3048000" y="3124200"/>
              <a:ext cx="15240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3276600" y="3505200"/>
              <a:ext cx="2285206" cy="7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3810000" y="2438400"/>
              <a:ext cx="1295400" cy="1066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5029200" y="2133600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</a:t>
              </a:r>
              <a:r>
                <a:rPr lang="en-US" dirty="0" err="1" smtClean="0"/>
                <a:t>x,y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graphicFrame>
          <p:nvGraphicFramePr>
            <p:cNvPr id="2078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48958257"/>
                </p:ext>
              </p:extLst>
            </p:nvPr>
          </p:nvGraphicFramePr>
          <p:xfrm>
            <a:off x="3505200" y="3505200"/>
            <a:ext cx="234950" cy="560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4" name="Equation" r:id="rId9" imgW="164880" imgH="393480" progId="Equation.DSMT4">
                    <p:embed/>
                  </p:oleObj>
                </mc:Choice>
                <mc:Fallback>
                  <p:oleObj name="Equation" r:id="rId9" imgW="164880" imgH="393480" progId="Equation.DSMT4">
                    <p:embed/>
                    <p:pic>
                      <p:nvPicPr>
                        <p:cNvPr id="0" name="Picture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5200" y="3505200"/>
                          <a:ext cx="234950" cy="560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TextBox 16"/>
            <p:cNvSpPr txBox="1"/>
            <p:nvPr/>
          </p:nvSpPr>
          <p:spPr>
            <a:xfrm>
              <a:off x="4267200" y="266700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3</a:t>
              </a:r>
              <a:endParaRPr lang="en-US" dirty="0"/>
            </a:p>
          </p:txBody>
        </p:sp>
      </p:grpSp>
      <p:graphicFrame>
        <p:nvGraphicFramePr>
          <p:cNvPr id="2079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9879368"/>
              </p:ext>
            </p:extLst>
          </p:nvPr>
        </p:nvGraphicFramePr>
        <p:xfrm>
          <a:off x="6400800" y="3201194"/>
          <a:ext cx="1651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5" name="Equation" r:id="rId11" imgW="825480" imgH="393480" progId="Equation.DSMT4">
                  <p:embed/>
                </p:oleObj>
              </mc:Choice>
              <mc:Fallback>
                <p:oleObj name="Equation" r:id="rId11" imgW="825480" imgH="393480" progId="Equation.DSMT4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3201194"/>
                        <a:ext cx="16510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914522"/>
              </p:ext>
            </p:extLst>
          </p:nvPr>
        </p:nvGraphicFramePr>
        <p:xfrm>
          <a:off x="3073400" y="4953000"/>
          <a:ext cx="34544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6" name="Equation" r:id="rId13" imgW="1726920" imgH="685800" progId="Equation.DSMT4">
                  <p:embed/>
                </p:oleObj>
              </mc:Choice>
              <mc:Fallback>
                <p:oleObj name="Equation" r:id="rId13" imgW="1726920" imgH="685800" progId="Equation.DSMT4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400" y="4953000"/>
                        <a:ext cx="3454400" cy="1371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/>
          <p:cNvSpPr/>
          <p:nvPr/>
        </p:nvSpPr>
        <p:spPr>
          <a:xfrm>
            <a:off x="304800" y="304800"/>
            <a:ext cx="2895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Polar </a:t>
            </a:r>
            <a:r>
              <a:rPr lang="en-US" sz="28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Coordinates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381000" y="228600"/>
            <a:ext cx="5776912" cy="1371600"/>
            <a:chOff x="381000" y="228600"/>
            <a:chExt cx="5776912" cy="1587500"/>
          </a:xfrm>
        </p:grpSpPr>
        <p:graphicFrame>
          <p:nvGraphicFramePr>
            <p:cNvPr id="25607" name="Object 7"/>
            <p:cNvGraphicFramePr>
              <a:graphicFrameLocks noChangeAspect="1"/>
            </p:cNvGraphicFramePr>
            <p:nvPr/>
          </p:nvGraphicFramePr>
          <p:xfrm>
            <a:off x="381000" y="914400"/>
            <a:ext cx="1666875" cy="466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68" name="Equation" r:id="rId3" imgW="634680" imgH="177480" progId="Equation.DSMT4">
                    <p:embed/>
                  </p:oleObj>
                </mc:Choice>
                <mc:Fallback>
                  <p:oleObj name="Equation" r:id="rId3" imgW="634680" imgH="177480" progId="Equation.DSMT4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000" y="914400"/>
                          <a:ext cx="1666875" cy="466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2" name="Object 10"/>
            <p:cNvGraphicFramePr>
              <a:graphicFrameLocks noChangeAspect="1"/>
            </p:cNvGraphicFramePr>
            <p:nvPr/>
          </p:nvGraphicFramePr>
          <p:xfrm>
            <a:off x="2057400" y="228600"/>
            <a:ext cx="4100512" cy="909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69" name="Equation" r:id="rId5" imgW="2006280" imgH="444240" progId="Equation.DSMT4">
                    <p:embed/>
                  </p:oleObj>
                </mc:Choice>
                <mc:Fallback>
                  <p:oleObj name="Equation" r:id="rId5" imgW="2006280" imgH="444240" progId="Equation.DSMT4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7400" y="228600"/>
                          <a:ext cx="4100512" cy="9096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3" name="Object 11"/>
            <p:cNvGraphicFramePr>
              <a:graphicFrameLocks noChangeAspect="1"/>
            </p:cNvGraphicFramePr>
            <p:nvPr/>
          </p:nvGraphicFramePr>
          <p:xfrm>
            <a:off x="2209800" y="1295400"/>
            <a:ext cx="3582987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70" name="Equation" r:id="rId7" imgW="1752480" imgH="253800" progId="Equation.DSMT4">
                    <p:embed/>
                  </p:oleObj>
                </mc:Choice>
                <mc:Fallback>
                  <p:oleObj name="Equation" r:id="rId7" imgW="1752480" imgH="253800" progId="Equation.DSMT4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9800" y="1295400"/>
                          <a:ext cx="3582987" cy="520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6" name="Group 45"/>
          <p:cNvGrpSpPr/>
          <p:nvPr/>
        </p:nvGrpSpPr>
        <p:grpSpPr>
          <a:xfrm>
            <a:off x="152400" y="2421676"/>
            <a:ext cx="6398444" cy="884238"/>
            <a:chOff x="304800" y="2513290"/>
            <a:chExt cx="6398444" cy="884238"/>
          </a:xfrm>
        </p:grpSpPr>
        <p:graphicFrame>
          <p:nvGraphicFramePr>
            <p:cNvPr id="28687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1733096"/>
                </p:ext>
              </p:extLst>
            </p:nvPr>
          </p:nvGraphicFramePr>
          <p:xfrm>
            <a:off x="304800" y="2680610"/>
            <a:ext cx="1700213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71" name="Equation" r:id="rId9" imgW="647640" imgH="203040" progId="Equation.DSMT4">
                    <p:embed/>
                  </p:oleObj>
                </mc:Choice>
                <mc:Fallback>
                  <p:oleObj name="Equation" r:id="rId9" imgW="647640" imgH="203040" progId="Equation.DSMT4">
                    <p:embed/>
                    <p:pic>
                      <p:nvPicPr>
                        <p:cNvPr id="0" name="Picture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800" y="2680610"/>
                          <a:ext cx="1700213" cy="533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8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21784205"/>
                </p:ext>
              </p:extLst>
            </p:nvPr>
          </p:nvGraphicFramePr>
          <p:xfrm>
            <a:off x="2109019" y="2513290"/>
            <a:ext cx="4594225" cy="884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72" name="Equation" r:id="rId11" imgW="2247840" imgH="431640" progId="Equation.DSMT4">
                    <p:embed/>
                  </p:oleObj>
                </mc:Choice>
                <mc:Fallback>
                  <p:oleObj name="Equation" r:id="rId11" imgW="2247840" imgH="431640" progId="Equation.DSMT4">
                    <p:embed/>
                    <p:pic>
                      <p:nvPicPr>
                        <p:cNvPr id="0" name="Picture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9019" y="2513290"/>
                          <a:ext cx="4594225" cy="884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" name="Group 30"/>
          <p:cNvGrpSpPr/>
          <p:nvPr/>
        </p:nvGrpSpPr>
        <p:grpSpPr>
          <a:xfrm>
            <a:off x="6781800" y="2286000"/>
            <a:ext cx="2309334" cy="1435338"/>
            <a:chOff x="6629400" y="2591594"/>
            <a:chExt cx="2309334" cy="1435338"/>
          </a:xfrm>
        </p:grpSpPr>
        <p:cxnSp>
          <p:nvCxnSpPr>
            <p:cNvPr id="23" name="Straight Connector 22"/>
            <p:cNvCxnSpPr/>
            <p:nvPr/>
          </p:nvCxnSpPr>
          <p:spPr>
            <a:xfrm rot="5400000">
              <a:off x="6286500" y="3238500"/>
              <a:ext cx="12954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6629400" y="3581400"/>
              <a:ext cx="1447006" cy="7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/>
            <p:nvPr/>
          </p:nvSpPr>
          <p:spPr>
            <a:xfrm>
              <a:off x="7543800" y="28956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543800" y="3657600"/>
              <a:ext cx="13949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Same point</a:t>
              </a:r>
              <a:endParaRPr lang="en-US" dirty="0"/>
            </a:p>
          </p:txBody>
        </p:sp>
      </p:grp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6741123"/>
              </p:ext>
            </p:extLst>
          </p:nvPr>
        </p:nvGraphicFramePr>
        <p:xfrm>
          <a:off x="2133600" y="3962400"/>
          <a:ext cx="340201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73" name="Equation" r:id="rId13" imgW="1663560" imgH="253800" progId="Equation.DSMT4">
                  <p:embed/>
                </p:oleObj>
              </mc:Choice>
              <mc:Fallback>
                <p:oleObj name="Equation" r:id="rId13" imgW="1663560" imgH="2538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962400"/>
                        <a:ext cx="340201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9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5718478"/>
              </p:ext>
            </p:extLst>
          </p:nvPr>
        </p:nvGraphicFramePr>
        <p:xfrm>
          <a:off x="757238" y="533400"/>
          <a:ext cx="20669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24" name="Equation" r:id="rId3" imgW="787320" imgH="203040" progId="Equation.DSMT4">
                  <p:embed/>
                </p:oleObj>
              </mc:Choice>
              <mc:Fallback>
                <p:oleObj name="Equation" r:id="rId3" imgW="787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238" y="533400"/>
                        <a:ext cx="2066925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" name="Group 46"/>
          <p:cNvGrpSpPr/>
          <p:nvPr/>
        </p:nvGrpSpPr>
        <p:grpSpPr>
          <a:xfrm>
            <a:off x="609600" y="1738390"/>
            <a:ext cx="2590800" cy="2224010"/>
            <a:chOff x="4572000" y="4038600"/>
            <a:chExt cx="1447800" cy="1293812"/>
          </a:xfrm>
        </p:grpSpPr>
        <p:grpSp>
          <p:nvGrpSpPr>
            <p:cNvPr id="38" name="Group 37"/>
            <p:cNvGrpSpPr/>
            <p:nvPr/>
          </p:nvGrpSpPr>
          <p:grpSpPr>
            <a:xfrm>
              <a:off x="4572000" y="4267200"/>
              <a:ext cx="1447800" cy="914400"/>
              <a:chOff x="2514600" y="4191000"/>
              <a:chExt cx="1447800" cy="914400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2743200" y="4191000"/>
                <a:ext cx="838200" cy="914400"/>
              </a:xfrm>
              <a:prstGeom prst="ellipse">
                <a:avLst/>
              </a:prstGeom>
              <a:noFill/>
              <a:ln w="41275" cmpd="sng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5" name="Straight Connector 34"/>
              <p:cNvCxnSpPr/>
              <p:nvPr/>
            </p:nvCxnSpPr>
            <p:spPr>
              <a:xfrm>
                <a:off x="2514600" y="4648200"/>
                <a:ext cx="14478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Straight Connector 35"/>
            <p:cNvCxnSpPr/>
            <p:nvPr/>
          </p:nvCxnSpPr>
          <p:spPr>
            <a:xfrm rot="5400000" flipH="1" flipV="1">
              <a:off x="4562382" y="4684712"/>
              <a:ext cx="1293812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869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9974788"/>
              </p:ext>
            </p:extLst>
          </p:nvPr>
        </p:nvGraphicFramePr>
        <p:xfrm>
          <a:off x="5535613" y="457200"/>
          <a:ext cx="2433637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25" name="Equation" r:id="rId5" imgW="927000" imgH="393480" progId="Equation.DSMT4">
                  <p:embed/>
                </p:oleObj>
              </mc:Choice>
              <mc:Fallback>
                <p:oleObj name="Equation" r:id="rId5" imgW="9270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5613" y="457200"/>
                        <a:ext cx="2433637" cy="1033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" name="Group 47"/>
          <p:cNvGrpSpPr/>
          <p:nvPr/>
        </p:nvGrpSpPr>
        <p:grpSpPr>
          <a:xfrm>
            <a:off x="5943600" y="1876165"/>
            <a:ext cx="2209800" cy="2010035"/>
            <a:chOff x="2743200" y="5257800"/>
            <a:chExt cx="1447800" cy="1293812"/>
          </a:xfrm>
        </p:grpSpPr>
        <p:cxnSp>
          <p:nvCxnSpPr>
            <p:cNvPr id="42" name="Straight Connector 41"/>
            <p:cNvCxnSpPr/>
            <p:nvPr/>
          </p:nvCxnSpPr>
          <p:spPr>
            <a:xfrm>
              <a:off x="2743200" y="5943600"/>
              <a:ext cx="14478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 flipH="1" flipV="1">
              <a:off x="2706688" y="5903912"/>
              <a:ext cx="1293812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 flipH="1" flipV="1">
              <a:off x="2747588" y="5371306"/>
              <a:ext cx="1217612" cy="11430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57414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6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6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86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86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9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8636144"/>
              </p:ext>
            </p:extLst>
          </p:nvPr>
        </p:nvGraphicFramePr>
        <p:xfrm>
          <a:off x="2971800" y="304800"/>
          <a:ext cx="203358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83" name="Equation" r:id="rId3" imgW="774360" imgH="203040" progId="Equation.DSMT4">
                  <p:embed/>
                </p:oleObj>
              </mc:Choice>
              <mc:Fallback>
                <p:oleObj name="Equation" r:id="rId3" imgW="774360" imgH="20304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04800"/>
                        <a:ext cx="2033587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" name="Group 51"/>
          <p:cNvGrpSpPr/>
          <p:nvPr/>
        </p:nvGrpSpPr>
        <p:grpSpPr>
          <a:xfrm>
            <a:off x="2743200" y="1295397"/>
            <a:ext cx="2971800" cy="2819402"/>
            <a:chOff x="914400" y="3752009"/>
            <a:chExt cx="2971800" cy="2497185"/>
          </a:xfrm>
        </p:grpSpPr>
        <p:cxnSp>
          <p:nvCxnSpPr>
            <p:cNvPr id="39" name="Straight Connector 38"/>
            <p:cNvCxnSpPr/>
            <p:nvPr/>
          </p:nvCxnSpPr>
          <p:spPr>
            <a:xfrm flipV="1">
              <a:off x="914400" y="5105400"/>
              <a:ext cx="2971800" cy="52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5400000">
              <a:off x="1181894" y="5067300"/>
              <a:ext cx="23622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Arc 46"/>
            <p:cNvSpPr/>
            <p:nvPr/>
          </p:nvSpPr>
          <p:spPr>
            <a:xfrm flipV="1">
              <a:off x="1524000" y="3752009"/>
              <a:ext cx="1828800" cy="2343989"/>
            </a:xfrm>
            <a:prstGeom prst="arc">
              <a:avLst>
                <a:gd name="adj1" fmla="val 16200000"/>
                <a:gd name="adj2" fmla="val 5432418"/>
              </a:avLst>
            </a:prstGeom>
            <a:noFill/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Arc 47"/>
            <p:cNvSpPr/>
            <p:nvPr/>
          </p:nvSpPr>
          <p:spPr>
            <a:xfrm flipV="1">
              <a:off x="1524000" y="4038600"/>
              <a:ext cx="1981200" cy="2057400"/>
            </a:xfrm>
            <a:prstGeom prst="arc">
              <a:avLst>
                <a:gd name="adj1" fmla="val 10921066"/>
                <a:gd name="adj2" fmla="val 16126937"/>
              </a:avLst>
            </a:prstGeom>
            <a:noFill/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Arc 49"/>
            <p:cNvSpPr/>
            <p:nvPr/>
          </p:nvSpPr>
          <p:spPr>
            <a:xfrm flipV="1">
              <a:off x="1524000" y="4343400"/>
              <a:ext cx="1752600" cy="1524000"/>
            </a:xfrm>
            <a:prstGeom prst="arc">
              <a:avLst>
                <a:gd name="adj1" fmla="val 5482526"/>
                <a:gd name="adj2" fmla="val 10835408"/>
              </a:avLst>
            </a:prstGeom>
            <a:no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Arc 50"/>
            <p:cNvSpPr/>
            <p:nvPr/>
          </p:nvSpPr>
          <p:spPr>
            <a:xfrm flipV="1">
              <a:off x="2057400" y="4343400"/>
              <a:ext cx="609600" cy="762000"/>
            </a:xfrm>
            <a:prstGeom prst="arc">
              <a:avLst>
                <a:gd name="adj1" fmla="val 16200000"/>
                <a:gd name="adj2" fmla="val 5468998"/>
              </a:avLst>
            </a:prstGeom>
            <a:noFill/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6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6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90" name="Object 18"/>
          <p:cNvGraphicFramePr>
            <a:graphicFrameLocks noChangeAspect="1"/>
          </p:cNvGraphicFramePr>
          <p:nvPr/>
        </p:nvGraphicFramePr>
        <p:xfrm>
          <a:off x="280988" y="304800"/>
          <a:ext cx="290036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67" name="Equation" r:id="rId3" imgW="1104840" imgH="203040" progId="Equation.DSMT4">
                  <p:embed/>
                </p:oleObj>
              </mc:Choice>
              <mc:Fallback>
                <p:oleObj name="Equation" r:id="rId3" imgW="1104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8" y="304800"/>
                        <a:ext cx="2900362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4353605"/>
              </p:ext>
            </p:extLst>
          </p:nvPr>
        </p:nvGraphicFramePr>
        <p:xfrm>
          <a:off x="304800" y="1295400"/>
          <a:ext cx="2514600" cy="325755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</a:tbl>
          </a:graphicData>
        </a:graphic>
      </p:graphicFrame>
      <p:grpSp>
        <p:nvGrpSpPr>
          <p:cNvPr id="15" name="Group 14"/>
          <p:cNvGrpSpPr/>
          <p:nvPr/>
        </p:nvGrpSpPr>
        <p:grpSpPr>
          <a:xfrm>
            <a:off x="5486400" y="5114925"/>
            <a:ext cx="3537797" cy="1743075"/>
            <a:chOff x="5029200" y="4038600"/>
            <a:chExt cx="3537797" cy="1743075"/>
          </a:xfrm>
        </p:grpSpPr>
        <p:pic>
          <p:nvPicPr>
            <p:cNvPr id="16" name="Picture 13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029200" y="4038600"/>
              <a:ext cx="3537797" cy="1743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aphicFrame>
          <p:nvGraphicFramePr>
            <p:cNvPr id="17" name="Object 14"/>
            <p:cNvGraphicFramePr>
              <a:graphicFrameLocks noChangeAspect="1"/>
            </p:cNvGraphicFramePr>
            <p:nvPr/>
          </p:nvGraphicFramePr>
          <p:xfrm>
            <a:off x="6815138" y="4343400"/>
            <a:ext cx="833437" cy="466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68" name="Equation" r:id="rId6" imgW="317160" imgH="177480" progId="Equation.DSMT4">
                    <p:embed/>
                  </p:oleObj>
                </mc:Choice>
                <mc:Fallback>
                  <p:oleObj name="Equation" r:id="rId6" imgW="31716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15138" y="4343400"/>
                          <a:ext cx="833437" cy="466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169917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6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6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90" name="Object 18"/>
          <p:cNvGraphicFramePr>
            <a:graphicFrameLocks noChangeAspect="1"/>
          </p:cNvGraphicFramePr>
          <p:nvPr/>
        </p:nvGraphicFramePr>
        <p:xfrm>
          <a:off x="280988" y="304800"/>
          <a:ext cx="290036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54" name="Equation" r:id="rId3" imgW="1104840" imgH="203040" progId="Equation.DSMT4">
                  <p:embed/>
                </p:oleObj>
              </mc:Choice>
              <mc:Fallback>
                <p:oleObj name="Equation" r:id="rId3" imgW="1104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8" y="304800"/>
                        <a:ext cx="2900362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708799"/>
              </p:ext>
            </p:extLst>
          </p:nvPr>
        </p:nvGraphicFramePr>
        <p:xfrm>
          <a:off x="304800" y="1295400"/>
          <a:ext cx="2514600" cy="325755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5486400" y="5114925"/>
            <a:ext cx="3537797" cy="1743075"/>
            <a:chOff x="5029200" y="4038600"/>
            <a:chExt cx="3537797" cy="1743075"/>
          </a:xfrm>
        </p:grpSpPr>
        <p:pic>
          <p:nvPicPr>
            <p:cNvPr id="5" name="Picture 13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029200" y="4038600"/>
              <a:ext cx="3537797" cy="1743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aphicFrame>
          <p:nvGraphicFramePr>
            <p:cNvPr id="6" name="Object 14"/>
            <p:cNvGraphicFramePr>
              <a:graphicFrameLocks noChangeAspect="1"/>
            </p:cNvGraphicFramePr>
            <p:nvPr/>
          </p:nvGraphicFramePr>
          <p:xfrm>
            <a:off x="6815138" y="4343400"/>
            <a:ext cx="833437" cy="466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055" name="Equation" r:id="rId6" imgW="317160" imgH="177480" progId="Equation.DSMT4">
                    <p:embed/>
                  </p:oleObj>
                </mc:Choice>
                <mc:Fallback>
                  <p:oleObj name="Equation" r:id="rId6" imgW="31716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15138" y="4343400"/>
                          <a:ext cx="833437" cy="466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956432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90" name="Object 18"/>
          <p:cNvGraphicFramePr>
            <a:graphicFrameLocks noChangeAspect="1"/>
          </p:cNvGraphicFramePr>
          <p:nvPr/>
        </p:nvGraphicFramePr>
        <p:xfrm>
          <a:off x="280988" y="304800"/>
          <a:ext cx="290036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293" name="Equation" r:id="rId3" imgW="1104840" imgH="203040" progId="Equation.DSMT4">
                  <p:embed/>
                </p:oleObj>
              </mc:Choice>
              <mc:Fallback>
                <p:oleObj name="Equation" r:id="rId3" imgW="1104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8" y="304800"/>
                        <a:ext cx="2900362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33441"/>
              </p:ext>
            </p:extLst>
          </p:nvPr>
        </p:nvGraphicFramePr>
        <p:xfrm>
          <a:off x="304800" y="1295400"/>
          <a:ext cx="2514600" cy="325755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5486400" y="5114925"/>
            <a:ext cx="3537797" cy="1743075"/>
            <a:chOff x="5029200" y="4038600"/>
            <a:chExt cx="3537797" cy="1743075"/>
          </a:xfrm>
        </p:grpSpPr>
        <p:pic>
          <p:nvPicPr>
            <p:cNvPr id="5" name="Picture 13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029200" y="4038600"/>
              <a:ext cx="3537797" cy="1743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aphicFrame>
          <p:nvGraphicFramePr>
            <p:cNvPr id="6" name="Object 14"/>
            <p:cNvGraphicFramePr>
              <a:graphicFrameLocks noChangeAspect="1"/>
            </p:cNvGraphicFramePr>
            <p:nvPr/>
          </p:nvGraphicFramePr>
          <p:xfrm>
            <a:off x="6815138" y="4343400"/>
            <a:ext cx="833437" cy="466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94" name="Equation" r:id="rId6" imgW="317160" imgH="177480" progId="Equation.DSMT4">
                    <p:embed/>
                  </p:oleObj>
                </mc:Choice>
                <mc:Fallback>
                  <p:oleObj name="Equation" r:id="rId6" imgW="31716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15138" y="4343400"/>
                          <a:ext cx="833437" cy="466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761385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90" name="Object 18"/>
          <p:cNvGraphicFramePr>
            <a:graphicFrameLocks noChangeAspect="1"/>
          </p:cNvGraphicFramePr>
          <p:nvPr/>
        </p:nvGraphicFramePr>
        <p:xfrm>
          <a:off x="280988" y="304800"/>
          <a:ext cx="290036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78" name="Equation" r:id="rId3" imgW="1104840" imgH="203040" progId="Equation.DSMT4">
                  <p:embed/>
                </p:oleObj>
              </mc:Choice>
              <mc:Fallback>
                <p:oleObj name="Equation" r:id="rId3" imgW="1104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8" y="304800"/>
                        <a:ext cx="2900362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773793"/>
              </p:ext>
            </p:extLst>
          </p:nvPr>
        </p:nvGraphicFramePr>
        <p:xfrm>
          <a:off x="304800" y="1295400"/>
          <a:ext cx="2514600" cy="325755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5486400" y="5114925"/>
            <a:ext cx="3537797" cy="1743075"/>
            <a:chOff x="5029200" y="4038600"/>
            <a:chExt cx="3537797" cy="1743075"/>
          </a:xfrm>
        </p:grpSpPr>
        <p:pic>
          <p:nvPicPr>
            <p:cNvPr id="5" name="Picture 13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029200" y="4038600"/>
              <a:ext cx="3537797" cy="1743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aphicFrame>
          <p:nvGraphicFramePr>
            <p:cNvPr id="6" name="Object 14"/>
            <p:cNvGraphicFramePr>
              <a:graphicFrameLocks noChangeAspect="1"/>
            </p:cNvGraphicFramePr>
            <p:nvPr/>
          </p:nvGraphicFramePr>
          <p:xfrm>
            <a:off x="6815138" y="4343400"/>
            <a:ext cx="833437" cy="466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079" name="Equation" r:id="rId6" imgW="317160" imgH="177480" progId="Equation.DSMT4">
                    <p:embed/>
                  </p:oleObj>
                </mc:Choice>
                <mc:Fallback>
                  <p:oleObj name="Equation" r:id="rId6" imgW="31716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15138" y="4343400"/>
                          <a:ext cx="833437" cy="466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58445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90" name="Object 18"/>
          <p:cNvGraphicFramePr>
            <a:graphicFrameLocks noChangeAspect="1"/>
          </p:cNvGraphicFramePr>
          <p:nvPr/>
        </p:nvGraphicFramePr>
        <p:xfrm>
          <a:off x="280988" y="304800"/>
          <a:ext cx="290036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02" name="Equation" r:id="rId3" imgW="1104840" imgH="203040" progId="Equation.DSMT4">
                  <p:embed/>
                </p:oleObj>
              </mc:Choice>
              <mc:Fallback>
                <p:oleObj name="Equation" r:id="rId3" imgW="1104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8" y="304800"/>
                        <a:ext cx="2900362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846573"/>
              </p:ext>
            </p:extLst>
          </p:nvPr>
        </p:nvGraphicFramePr>
        <p:xfrm>
          <a:off x="304800" y="1295400"/>
          <a:ext cx="2514600" cy="325755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5486400" y="5114925"/>
            <a:ext cx="3537797" cy="1743075"/>
            <a:chOff x="5029200" y="4038600"/>
            <a:chExt cx="3537797" cy="1743075"/>
          </a:xfrm>
        </p:grpSpPr>
        <p:pic>
          <p:nvPicPr>
            <p:cNvPr id="5" name="Picture 13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029200" y="4038600"/>
              <a:ext cx="3537797" cy="1743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aphicFrame>
          <p:nvGraphicFramePr>
            <p:cNvPr id="6" name="Object 14"/>
            <p:cNvGraphicFramePr>
              <a:graphicFrameLocks noChangeAspect="1"/>
            </p:cNvGraphicFramePr>
            <p:nvPr/>
          </p:nvGraphicFramePr>
          <p:xfrm>
            <a:off x="6815138" y="4343400"/>
            <a:ext cx="833437" cy="466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103" name="Equation" r:id="rId6" imgW="317160" imgH="177480" progId="Equation.DSMT4">
                    <p:embed/>
                  </p:oleObj>
                </mc:Choice>
                <mc:Fallback>
                  <p:oleObj name="Equation" r:id="rId6" imgW="31716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15138" y="4343400"/>
                          <a:ext cx="833437" cy="466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58445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90" name="Object 18"/>
          <p:cNvGraphicFramePr>
            <a:graphicFrameLocks noChangeAspect="1"/>
          </p:cNvGraphicFramePr>
          <p:nvPr/>
        </p:nvGraphicFramePr>
        <p:xfrm>
          <a:off x="280988" y="304800"/>
          <a:ext cx="290036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26" name="Equation" r:id="rId3" imgW="1104840" imgH="203040" progId="Equation.DSMT4">
                  <p:embed/>
                </p:oleObj>
              </mc:Choice>
              <mc:Fallback>
                <p:oleObj name="Equation" r:id="rId3" imgW="1104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8" y="304800"/>
                        <a:ext cx="2900362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472101"/>
              </p:ext>
            </p:extLst>
          </p:nvPr>
        </p:nvGraphicFramePr>
        <p:xfrm>
          <a:off x="304800" y="1295400"/>
          <a:ext cx="2514600" cy="325755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 smtClean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5486400" y="5114925"/>
            <a:ext cx="3537797" cy="1743075"/>
            <a:chOff x="5029200" y="4038600"/>
            <a:chExt cx="3537797" cy="1743075"/>
          </a:xfrm>
        </p:grpSpPr>
        <p:pic>
          <p:nvPicPr>
            <p:cNvPr id="5" name="Picture 13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029200" y="4038600"/>
              <a:ext cx="3537797" cy="1743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aphicFrame>
          <p:nvGraphicFramePr>
            <p:cNvPr id="6" name="Object 14"/>
            <p:cNvGraphicFramePr>
              <a:graphicFrameLocks noChangeAspect="1"/>
            </p:cNvGraphicFramePr>
            <p:nvPr/>
          </p:nvGraphicFramePr>
          <p:xfrm>
            <a:off x="6815138" y="4343400"/>
            <a:ext cx="833437" cy="466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127" name="Equation" r:id="rId6" imgW="317160" imgH="177480" progId="Equation.DSMT4">
                    <p:embed/>
                  </p:oleObj>
                </mc:Choice>
                <mc:Fallback>
                  <p:oleObj name="Equation" r:id="rId6" imgW="31716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15138" y="4343400"/>
                          <a:ext cx="833437" cy="466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58445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90" name="Object 18"/>
          <p:cNvGraphicFramePr>
            <a:graphicFrameLocks noChangeAspect="1"/>
          </p:cNvGraphicFramePr>
          <p:nvPr/>
        </p:nvGraphicFramePr>
        <p:xfrm>
          <a:off x="280988" y="304800"/>
          <a:ext cx="290036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50" name="Equation" r:id="rId3" imgW="1104840" imgH="203040" progId="Equation.DSMT4">
                  <p:embed/>
                </p:oleObj>
              </mc:Choice>
              <mc:Fallback>
                <p:oleObj name="Equation" r:id="rId3" imgW="1104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8" y="304800"/>
                        <a:ext cx="2900362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243698"/>
              </p:ext>
            </p:extLst>
          </p:nvPr>
        </p:nvGraphicFramePr>
        <p:xfrm>
          <a:off x="304800" y="1295400"/>
          <a:ext cx="2514600" cy="325755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5486400" y="5114925"/>
            <a:ext cx="3537797" cy="1743075"/>
            <a:chOff x="5029200" y="4038600"/>
            <a:chExt cx="3537797" cy="1743075"/>
          </a:xfrm>
        </p:grpSpPr>
        <p:pic>
          <p:nvPicPr>
            <p:cNvPr id="5" name="Picture 13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029200" y="4038600"/>
              <a:ext cx="3537797" cy="1743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aphicFrame>
          <p:nvGraphicFramePr>
            <p:cNvPr id="6" name="Object 14"/>
            <p:cNvGraphicFramePr>
              <a:graphicFrameLocks noChangeAspect="1"/>
            </p:cNvGraphicFramePr>
            <p:nvPr/>
          </p:nvGraphicFramePr>
          <p:xfrm>
            <a:off x="6815138" y="4343400"/>
            <a:ext cx="833437" cy="466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1151" name="Equation" r:id="rId6" imgW="317160" imgH="177480" progId="Equation.DSMT4">
                    <p:embed/>
                  </p:oleObj>
                </mc:Choice>
                <mc:Fallback>
                  <p:oleObj name="Equation" r:id="rId6" imgW="31716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15138" y="4343400"/>
                          <a:ext cx="833437" cy="466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58445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90" name="Object 18"/>
          <p:cNvGraphicFramePr>
            <a:graphicFrameLocks noChangeAspect="1"/>
          </p:cNvGraphicFramePr>
          <p:nvPr/>
        </p:nvGraphicFramePr>
        <p:xfrm>
          <a:off x="280988" y="304800"/>
          <a:ext cx="290036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4" name="Equation" r:id="rId3" imgW="1104840" imgH="203040" progId="Equation.DSMT4">
                  <p:embed/>
                </p:oleObj>
              </mc:Choice>
              <mc:Fallback>
                <p:oleObj name="Equation" r:id="rId3" imgW="1104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8" y="304800"/>
                        <a:ext cx="2900362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593032"/>
              </p:ext>
            </p:extLst>
          </p:nvPr>
        </p:nvGraphicFramePr>
        <p:xfrm>
          <a:off x="304800" y="1295400"/>
          <a:ext cx="2514600" cy="325755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5486400" y="5114925"/>
            <a:ext cx="3537797" cy="1743075"/>
            <a:chOff x="5029200" y="4038600"/>
            <a:chExt cx="3537797" cy="1743075"/>
          </a:xfrm>
        </p:grpSpPr>
        <p:pic>
          <p:nvPicPr>
            <p:cNvPr id="5" name="Picture 13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029200" y="4038600"/>
              <a:ext cx="3537797" cy="1743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aphicFrame>
          <p:nvGraphicFramePr>
            <p:cNvPr id="6" name="Object 14"/>
            <p:cNvGraphicFramePr>
              <a:graphicFrameLocks noChangeAspect="1"/>
            </p:cNvGraphicFramePr>
            <p:nvPr/>
          </p:nvGraphicFramePr>
          <p:xfrm>
            <a:off x="6815138" y="4343400"/>
            <a:ext cx="833437" cy="466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175" name="Equation" r:id="rId6" imgW="317160" imgH="177480" progId="Equation.DSMT4">
                    <p:embed/>
                  </p:oleObj>
                </mc:Choice>
                <mc:Fallback>
                  <p:oleObj name="Equation" r:id="rId6" imgW="31716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15138" y="4343400"/>
                          <a:ext cx="833437" cy="466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58445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90" name="Object 18"/>
          <p:cNvGraphicFramePr>
            <a:graphicFrameLocks noChangeAspect="1"/>
          </p:cNvGraphicFramePr>
          <p:nvPr/>
        </p:nvGraphicFramePr>
        <p:xfrm>
          <a:off x="280988" y="304800"/>
          <a:ext cx="290036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98" name="Equation" r:id="rId3" imgW="1104840" imgH="203040" progId="Equation.DSMT4">
                  <p:embed/>
                </p:oleObj>
              </mc:Choice>
              <mc:Fallback>
                <p:oleObj name="Equation" r:id="rId3" imgW="1104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8" y="304800"/>
                        <a:ext cx="2900362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933008"/>
              </p:ext>
            </p:extLst>
          </p:nvPr>
        </p:nvGraphicFramePr>
        <p:xfrm>
          <a:off x="304800" y="1295400"/>
          <a:ext cx="2514600" cy="325755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5486400" y="5114925"/>
            <a:ext cx="3537797" cy="1743075"/>
            <a:chOff x="5029200" y="4038600"/>
            <a:chExt cx="3537797" cy="1743075"/>
          </a:xfrm>
        </p:grpSpPr>
        <p:pic>
          <p:nvPicPr>
            <p:cNvPr id="5" name="Picture 13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029200" y="4038600"/>
              <a:ext cx="3537797" cy="1743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aphicFrame>
          <p:nvGraphicFramePr>
            <p:cNvPr id="6" name="Object 14"/>
            <p:cNvGraphicFramePr>
              <a:graphicFrameLocks noChangeAspect="1"/>
            </p:cNvGraphicFramePr>
            <p:nvPr/>
          </p:nvGraphicFramePr>
          <p:xfrm>
            <a:off x="6815138" y="4343400"/>
            <a:ext cx="833437" cy="466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199" name="Equation" r:id="rId6" imgW="317160" imgH="177480" progId="Equation.DSMT4">
                    <p:embed/>
                  </p:oleObj>
                </mc:Choice>
                <mc:Fallback>
                  <p:oleObj name="Equation" r:id="rId6" imgW="31716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15138" y="4343400"/>
                          <a:ext cx="833437" cy="466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58445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90" name="Object 18"/>
          <p:cNvGraphicFramePr>
            <a:graphicFrameLocks noChangeAspect="1"/>
          </p:cNvGraphicFramePr>
          <p:nvPr/>
        </p:nvGraphicFramePr>
        <p:xfrm>
          <a:off x="280988" y="304800"/>
          <a:ext cx="290036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22" name="Equation" r:id="rId3" imgW="1104840" imgH="203040" progId="Equation.DSMT4">
                  <p:embed/>
                </p:oleObj>
              </mc:Choice>
              <mc:Fallback>
                <p:oleObj name="Equation" r:id="rId3" imgW="1104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8" y="304800"/>
                        <a:ext cx="2900362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341486"/>
              </p:ext>
            </p:extLst>
          </p:nvPr>
        </p:nvGraphicFramePr>
        <p:xfrm>
          <a:off x="304800" y="1295400"/>
          <a:ext cx="2514600" cy="325755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baseline="0" dirty="0" smtClean="0">
                          <a:solidFill>
                            <a:schemeClr val="accent1"/>
                          </a:solidFill>
                        </a:rPr>
                        <a:t> 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5486400" y="5114925"/>
            <a:ext cx="3537797" cy="1743075"/>
            <a:chOff x="5029200" y="4038600"/>
            <a:chExt cx="3537797" cy="1743075"/>
          </a:xfrm>
        </p:grpSpPr>
        <p:pic>
          <p:nvPicPr>
            <p:cNvPr id="5" name="Picture 13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029200" y="4038600"/>
              <a:ext cx="3537797" cy="1743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aphicFrame>
          <p:nvGraphicFramePr>
            <p:cNvPr id="6" name="Object 14"/>
            <p:cNvGraphicFramePr>
              <a:graphicFrameLocks noChangeAspect="1"/>
            </p:cNvGraphicFramePr>
            <p:nvPr/>
          </p:nvGraphicFramePr>
          <p:xfrm>
            <a:off x="6815138" y="4343400"/>
            <a:ext cx="833437" cy="466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223" name="Equation" r:id="rId6" imgW="317160" imgH="177480" progId="Equation.DSMT4">
                    <p:embed/>
                  </p:oleObj>
                </mc:Choice>
                <mc:Fallback>
                  <p:oleObj name="Equation" r:id="rId6" imgW="31716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15138" y="4343400"/>
                          <a:ext cx="833437" cy="466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56453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90" name="Object 18"/>
          <p:cNvGraphicFramePr>
            <a:graphicFrameLocks noChangeAspect="1"/>
          </p:cNvGraphicFramePr>
          <p:nvPr/>
        </p:nvGraphicFramePr>
        <p:xfrm>
          <a:off x="280988" y="304800"/>
          <a:ext cx="290036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46" name="Equation" r:id="rId3" imgW="1104840" imgH="203040" progId="Equation.DSMT4">
                  <p:embed/>
                </p:oleObj>
              </mc:Choice>
              <mc:Fallback>
                <p:oleObj name="Equation" r:id="rId3" imgW="1104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8" y="304800"/>
                        <a:ext cx="2900362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968660"/>
              </p:ext>
            </p:extLst>
          </p:nvPr>
        </p:nvGraphicFramePr>
        <p:xfrm>
          <a:off x="304800" y="1295400"/>
          <a:ext cx="2514600" cy="325755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4876800" y="152400"/>
            <a:ext cx="3657600" cy="3962400"/>
            <a:chOff x="3276600" y="794"/>
            <a:chExt cx="1447800" cy="1675606"/>
          </a:xfrm>
        </p:grpSpPr>
        <p:grpSp>
          <p:nvGrpSpPr>
            <p:cNvPr id="5" name="Group 37"/>
            <p:cNvGrpSpPr/>
            <p:nvPr/>
          </p:nvGrpSpPr>
          <p:grpSpPr>
            <a:xfrm>
              <a:off x="3276600" y="567990"/>
              <a:ext cx="1447800" cy="886547"/>
              <a:chOff x="2514600" y="4223261"/>
              <a:chExt cx="1447800" cy="918233"/>
            </a:xfrm>
          </p:grpSpPr>
          <p:cxnSp>
            <p:nvCxnSpPr>
              <p:cNvPr id="7" name="Straight Connector 6"/>
              <p:cNvCxnSpPr/>
              <p:nvPr/>
            </p:nvCxnSpPr>
            <p:spPr>
              <a:xfrm>
                <a:off x="2514600" y="5139906"/>
                <a:ext cx="1447800" cy="1588"/>
              </a:xfrm>
              <a:prstGeom prst="line">
                <a:avLst/>
              </a:prstGeom>
              <a:ln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Oval 7"/>
              <p:cNvSpPr/>
              <p:nvPr/>
            </p:nvSpPr>
            <p:spPr>
              <a:xfrm>
                <a:off x="2743200" y="4223261"/>
                <a:ext cx="838200" cy="914400"/>
              </a:xfrm>
              <a:prstGeom prst="ellipse">
                <a:avLst/>
              </a:prstGeom>
              <a:noFill/>
              <a:ln w="47625" cmpd="sng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6" name="Straight Connector 5"/>
            <p:cNvCxnSpPr/>
            <p:nvPr/>
          </p:nvCxnSpPr>
          <p:spPr>
            <a:xfrm rot="5400000">
              <a:off x="3093365" y="838200"/>
              <a:ext cx="1675606" cy="794"/>
            </a:xfrm>
            <a:prstGeom prst="line">
              <a:avLst/>
            </a:prstGeom>
            <a:ln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5486400" y="5114925"/>
            <a:ext cx="3537797" cy="1743075"/>
            <a:chOff x="5029200" y="4038600"/>
            <a:chExt cx="3537797" cy="1743075"/>
          </a:xfrm>
        </p:grpSpPr>
        <p:pic>
          <p:nvPicPr>
            <p:cNvPr id="10" name="Picture 13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029200" y="4038600"/>
              <a:ext cx="3537797" cy="1743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aphicFrame>
          <p:nvGraphicFramePr>
            <p:cNvPr id="11" name="Object 14"/>
            <p:cNvGraphicFramePr>
              <a:graphicFrameLocks noChangeAspect="1"/>
            </p:cNvGraphicFramePr>
            <p:nvPr/>
          </p:nvGraphicFramePr>
          <p:xfrm>
            <a:off x="6815138" y="4343400"/>
            <a:ext cx="833437" cy="466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247" name="Equation" r:id="rId6" imgW="317160" imgH="177480" progId="Equation.DSMT4">
                    <p:embed/>
                  </p:oleObj>
                </mc:Choice>
                <mc:Fallback>
                  <p:oleObj name="Equation" r:id="rId6" imgW="31716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15138" y="4343400"/>
                          <a:ext cx="833437" cy="466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56453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2310192"/>
              </p:ext>
            </p:extLst>
          </p:nvPr>
        </p:nvGraphicFramePr>
        <p:xfrm>
          <a:off x="258763" y="236538"/>
          <a:ext cx="3446462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6" name="Equation" r:id="rId3" imgW="1536480" imgH="203040" progId="Equation.DSMT4">
                  <p:embed/>
                </p:oleObj>
              </mc:Choice>
              <mc:Fallback>
                <p:oleObj name="Equation" r:id="rId3" imgW="1536480" imgH="2030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63" y="236538"/>
                        <a:ext cx="3446462" cy="455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993042"/>
              </p:ext>
            </p:extLst>
          </p:nvPr>
        </p:nvGraphicFramePr>
        <p:xfrm>
          <a:off x="304800" y="1295400"/>
          <a:ext cx="2514600" cy="325755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9613189"/>
              </p:ext>
            </p:extLst>
          </p:nvPr>
        </p:nvGraphicFramePr>
        <p:xfrm>
          <a:off x="258763" y="236538"/>
          <a:ext cx="3446462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46" name="Equation" r:id="rId3" imgW="1536480" imgH="203040" progId="Equation.DSMT4">
                  <p:embed/>
                </p:oleObj>
              </mc:Choice>
              <mc:Fallback>
                <p:oleObj name="Equation" r:id="rId3" imgW="1536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63" y="236538"/>
                        <a:ext cx="3446462" cy="455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68027"/>
              </p:ext>
            </p:extLst>
          </p:nvPr>
        </p:nvGraphicFramePr>
        <p:xfrm>
          <a:off x="304800" y="1295400"/>
          <a:ext cx="2514600" cy="325755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6514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9613189"/>
              </p:ext>
            </p:extLst>
          </p:nvPr>
        </p:nvGraphicFramePr>
        <p:xfrm>
          <a:off x="258763" y="236538"/>
          <a:ext cx="3446462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9" name="Equation" r:id="rId3" imgW="1536480" imgH="203040" progId="Equation.DSMT4">
                  <p:embed/>
                </p:oleObj>
              </mc:Choice>
              <mc:Fallback>
                <p:oleObj name="Equation" r:id="rId3" imgW="1536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63" y="236538"/>
                        <a:ext cx="3446462" cy="455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318023"/>
              </p:ext>
            </p:extLst>
          </p:nvPr>
        </p:nvGraphicFramePr>
        <p:xfrm>
          <a:off x="304800" y="1295400"/>
          <a:ext cx="2514600" cy="325755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6514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9613189"/>
              </p:ext>
            </p:extLst>
          </p:nvPr>
        </p:nvGraphicFramePr>
        <p:xfrm>
          <a:off x="258763" y="236538"/>
          <a:ext cx="3446462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3" name="Equation" r:id="rId3" imgW="1536480" imgH="203040" progId="Equation.DSMT4">
                  <p:embed/>
                </p:oleObj>
              </mc:Choice>
              <mc:Fallback>
                <p:oleObj name="Equation" r:id="rId3" imgW="1536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63" y="236538"/>
                        <a:ext cx="3446462" cy="455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201250"/>
              </p:ext>
            </p:extLst>
          </p:nvPr>
        </p:nvGraphicFramePr>
        <p:xfrm>
          <a:off x="304800" y="1295400"/>
          <a:ext cx="2514600" cy="325755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6514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9613189"/>
              </p:ext>
            </p:extLst>
          </p:nvPr>
        </p:nvGraphicFramePr>
        <p:xfrm>
          <a:off x="258763" y="236538"/>
          <a:ext cx="3446462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7" name="Equation" r:id="rId3" imgW="1536480" imgH="203040" progId="Equation.DSMT4">
                  <p:embed/>
                </p:oleObj>
              </mc:Choice>
              <mc:Fallback>
                <p:oleObj name="Equation" r:id="rId3" imgW="1536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63" y="236538"/>
                        <a:ext cx="3446462" cy="455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007121"/>
              </p:ext>
            </p:extLst>
          </p:nvPr>
        </p:nvGraphicFramePr>
        <p:xfrm>
          <a:off x="304800" y="1295400"/>
          <a:ext cx="2514600" cy="325755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6514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9613189"/>
              </p:ext>
            </p:extLst>
          </p:nvPr>
        </p:nvGraphicFramePr>
        <p:xfrm>
          <a:off x="258763" y="236538"/>
          <a:ext cx="3446462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1" name="Equation" r:id="rId3" imgW="1536480" imgH="203040" progId="Equation.DSMT4">
                  <p:embed/>
                </p:oleObj>
              </mc:Choice>
              <mc:Fallback>
                <p:oleObj name="Equation" r:id="rId3" imgW="1536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63" y="236538"/>
                        <a:ext cx="3446462" cy="455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314875"/>
              </p:ext>
            </p:extLst>
          </p:nvPr>
        </p:nvGraphicFramePr>
        <p:xfrm>
          <a:off x="304800" y="1295400"/>
          <a:ext cx="2514600" cy="325755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6514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2053799"/>
              </p:ext>
            </p:extLst>
          </p:nvPr>
        </p:nvGraphicFramePr>
        <p:xfrm>
          <a:off x="258763" y="236538"/>
          <a:ext cx="3446462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5" name="Equation" r:id="rId3" imgW="1536480" imgH="203040" progId="Equation.DSMT4">
                  <p:embed/>
                </p:oleObj>
              </mc:Choice>
              <mc:Fallback>
                <p:oleObj name="Equation" r:id="rId3" imgW="1536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63" y="236538"/>
                        <a:ext cx="3446462" cy="455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927653"/>
              </p:ext>
            </p:extLst>
          </p:nvPr>
        </p:nvGraphicFramePr>
        <p:xfrm>
          <a:off x="304800" y="1295400"/>
          <a:ext cx="2514600" cy="325755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9689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3987560"/>
              </p:ext>
            </p:extLst>
          </p:nvPr>
        </p:nvGraphicFramePr>
        <p:xfrm>
          <a:off x="258763" y="236538"/>
          <a:ext cx="3446462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9" name="Equation" r:id="rId3" imgW="1536480" imgH="203040" progId="Equation.DSMT4">
                  <p:embed/>
                </p:oleObj>
              </mc:Choice>
              <mc:Fallback>
                <p:oleObj name="Equation" r:id="rId3" imgW="1536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63" y="236538"/>
                        <a:ext cx="3446462" cy="455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358908"/>
              </p:ext>
            </p:extLst>
          </p:nvPr>
        </p:nvGraphicFramePr>
        <p:xfrm>
          <a:off x="304800" y="1295400"/>
          <a:ext cx="2514600" cy="325755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4490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9613189"/>
              </p:ext>
            </p:extLst>
          </p:nvPr>
        </p:nvGraphicFramePr>
        <p:xfrm>
          <a:off x="258763" y="236538"/>
          <a:ext cx="3446462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13" name="Equation" r:id="rId3" imgW="1536480" imgH="203040" progId="Equation.DSMT4">
                  <p:embed/>
                </p:oleObj>
              </mc:Choice>
              <mc:Fallback>
                <p:oleObj name="Equation" r:id="rId3" imgW="1536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63" y="236538"/>
                        <a:ext cx="3446462" cy="455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646843"/>
              </p:ext>
            </p:extLst>
          </p:nvPr>
        </p:nvGraphicFramePr>
        <p:xfrm>
          <a:off x="304800" y="1295400"/>
          <a:ext cx="2514600" cy="325755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6514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610681"/>
              </p:ext>
            </p:extLst>
          </p:nvPr>
        </p:nvGraphicFramePr>
        <p:xfrm>
          <a:off x="258763" y="236538"/>
          <a:ext cx="3446462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37" name="Equation" r:id="rId3" imgW="1536480" imgH="203040" progId="Equation.DSMT4">
                  <p:embed/>
                </p:oleObj>
              </mc:Choice>
              <mc:Fallback>
                <p:oleObj name="Equation" r:id="rId3" imgW="1536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63" y="236538"/>
                        <a:ext cx="3446462" cy="455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397482"/>
              </p:ext>
            </p:extLst>
          </p:nvPr>
        </p:nvGraphicFramePr>
        <p:xfrm>
          <a:off x="304800" y="1295400"/>
          <a:ext cx="2514600" cy="325755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4926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1928195"/>
              </p:ext>
            </p:extLst>
          </p:nvPr>
        </p:nvGraphicFramePr>
        <p:xfrm>
          <a:off x="258763" y="236538"/>
          <a:ext cx="3446462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61" name="Equation" r:id="rId3" imgW="1536480" imgH="203040" progId="Equation.DSMT4">
                  <p:embed/>
                </p:oleObj>
              </mc:Choice>
              <mc:Fallback>
                <p:oleObj name="Equation" r:id="rId3" imgW="1536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63" y="236538"/>
                        <a:ext cx="3446462" cy="455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926" name="Picture 1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19600" y="1233947"/>
            <a:ext cx="4291852" cy="458396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103676"/>
              </p:ext>
            </p:extLst>
          </p:nvPr>
        </p:nvGraphicFramePr>
        <p:xfrm>
          <a:off x="304800" y="1295400"/>
          <a:ext cx="2514600" cy="325755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419600" y="3525930"/>
            <a:ext cx="304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7848600" y="1828800"/>
            <a:ext cx="304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7927258" y="5105400"/>
            <a:ext cx="304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601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9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9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8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4" grpId="0"/>
      <p:bldP spid="1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537769"/>
              </p:ext>
            </p:extLst>
          </p:nvPr>
        </p:nvGraphicFramePr>
        <p:xfrm>
          <a:off x="304800" y="1295400"/>
          <a:ext cx="2514600" cy="2714625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3086760"/>
              </p:ext>
            </p:extLst>
          </p:nvPr>
        </p:nvGraphicFramePr>
        <p:xfrm>
          <a:off x="247650" y="228600"/>
          <a:ext cx="3562350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2" name="Equation" r:id="rId3" imgW="1587240" imgH="177480" progId="Equation.DSMT4">
                  <p:embed/>
                </p:oleObj>
              </mc:Choice>
              <mc:Fallback>
                <p:oleObj name="Equation" r:id="rId3" imgW="1587240" imgH="17748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" y="228600"/>
                        <a:ext cx="3562350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1281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467268"/>
              </p:ext>
            </p:extLst>
          </p:nvPr>
        </p:nvGraphicFramePr>
        <p:xfrm>
          <a:off x="304800" y="1295400"/>
          <a:ext cx="2514600" cy="2714625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1994702"/>
              </p:ext>
            </p:extLst>
          </p:nvPr>
        </p:nvGraphicFramePr>
        <p:xfrm>
          <a:off x="247650" y="228600"/>
          <a:ext cx="3562350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5" name="Equation" r:id="rId3" imgW="1587240" imgH="177480" progId="Equation.DSMT4">
                  <p:embed/>
                </p:oleObj>
              </mc:Choice>
              <mc:Fallback>
                <p:oleObj name="Equation" r:id="rId3" imgW="15872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" y="228600"/>
                        <a:ext cx="3562350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1526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018491"/>
              </p:ext>
            </p:extLst>
          </p:nvPr>
        </p:nvGraphicFramePr>
        <p:xfrm>
          <a:off x="304800" y="1295400"/>
          <a:ext cx="2514600" cy="2714625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266652"/>
              </p:ext>
            </p:extLst>
          </p:nvPr>
        </p:nvGraphicFramePr>
        <p:xfrm>
          <a:off x="247650" y="228600"/>
          <a:ext cx="3562350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9" name="Equation" r:id="rId3" imgW="1587240" imgH="177480" progId="Equation.DSMT4">
                  <p:embed/>
                </p:oleObj>
              </mc:Choice>
              <mc:Fallback>
                <p:oleObj name="Equation" r:id="rId3" imgW="15872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" y="228600"/>
                        <a:ext cx="3562350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96853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621134"/>
              </p:ext>
            </p:extLst>
          </p:nvPr>
        </p:nvGraphicFramePr>
        <p:xfrm>
          <a:off x="304800" y="1295400"/>
          <a:ext cx="2514600" cy="2714625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266652"/>
              </p:ext>
            </p:extLst>
          </p:nvPr>
        </p:nvGraphicFramePr>
        <p:xfrm>
          <a:off x="247650" y="228600"/>
          <a:ext cx="3562350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33" name="Equation" r:id="rId3" imgW="1587240" imgH="177480" progId="Equation.DSMT4">
                  <p:embed/>
                </p:oleObj>
              </mc:Choice>
              <mc:Fallback>
                <p:oleObj name="Equation" r:id="rId3" imgW="15872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" y="228600"/>
                        <a:ext cx="3562350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96853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892203"/>
              </p:ext>
            </p:extLst>
          </p:nvPr>
        </p:nvGraphicFramePr>
        <p:xfrm>
          <a:off x="304800" y="1295400"/>
          <a:ext cx="2514600" cy="2714625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266652"/>
              </p:ext>
            </p:extLst>
          </p:nvPr>
        </p:nvGraphicFramePr>
        <p:xfrm>
          <a:off x="247650" y="228600"/>
          <a:ext cx="3562350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9" name="Equation" r:id="rId3" imgW="1587240" imgH="177480" progId="Equation.DSMT4">
                  <p:embed/>
                </p:oleObj>
              </mc:Choice>
              <mc:Fallback>
                <p:oleObj name="Equation" r:id="rId3" imgW="15872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" y="228600"/>
                        <a:ext cx="3562350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1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 flipH="1">
            <a:off x="4800600" y="228600"/>
            <a:ext cx="4206607" cy="44196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5029200" y="2150388"/>
            <a:ext cx="533400" cy="335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903903" y="220672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-1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66433" y="838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66433" y="36576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853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258326"/>
              </p:ext>
            </p:extLst>
          </p:nvPr>
        </p:nvGraphicFramePr>
        <p:xfrm>
          <a:off x="304800" y="1295400"/>
          <a:ext cx="2514600" cy="2714625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5466904"/>
              </p:ext>
            </p:extLst>
          </p:nvPr>
        </p:nvGraphicFramePr>
        <p:xfrm>
          <a:off x="247650" y="228600"/>
          <a:ext cx="3562350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1" name="Equation" r:id="rId3" imgW="1587240" imgH="177480" progId="Equation.DSMT4">
                  <p:embed/>
                </p:oleObj>
              </mc:Choice>
              <mc:Fallback>
                <p:oleObj name="Equation" r:id="rId3" imgW="15872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" y="228600"/>
                        <a:ext cx="3562350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1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 flipH="1">
            <a:off x="4800600" y="228600"/>
            <a:ext cx="4206607" cy="44196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5029200" y="2150388"/>
            <a:ext cx="533400" cy="335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903903" y="220672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-1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66433" y="838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66433" y="36576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425909"/>
              </p:ext>
            </p:extLst>
          </p:nvPr>
        </p:nvGraphicFramePr>
        <p:xfrm>
          <a:off x="4343400" y="4499112"/>
          <a:ext cx="2514600" cy="2282688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384313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456372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456372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456372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456372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4083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258326"/>
              </p:ext>
            </p:extLst>
          </p:nvPr>
        </p:nvGraphicFramePr>
        <p:xfrm>
          <a:off x="304800" y="1295400"/>
          <a:ext cx="2514600" cy="2714625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5466904"/>
              </p:ext>
            </p:extLst>
          </p:nvPr>
        </p:nvGraphicFramePr>
        <p:xfrm>
          <a:off x="247650" y="228600"/>
          <a:ext cx="3562350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05" name="Equation" r:id="rId3" imgW="1587240" imgH="177480" progId="Equation.DSMT4">
                  <p:embed/>
                </p:oleObj>
              </mc:Choice>
              <mc:Fallback>
                <p:oleObj name="Equation" r:id="rId3" imgW="15872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" y="228600"/>
                        <a:ext cx="3562350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1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 flipH="1">
            <a:off x="4800600" y="228600"/>
            <a:ext cx="4206607" cy="44196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5029200" y="2150388"/>
            <a:ext cx="533400" cy="335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903903" y="220672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-1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66433" y="838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66433" y="36576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316569"/>
              </p:ext>
            </p:extLst>
          </p:nvPr>
        </p:nvGraphicFramePr>
        <p:xfrm>
          <a:off x="4343400" y="4499112"/>
          <a:ext cx="2514600" cy="2282688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384313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456372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456372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1 - √ 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456372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456372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4083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578374"/>
              </p:ext>
            </p:extLst>
          </p:nvPr>
        </p:nvGraphicFramePr>
        <p:xfrm>
          <a:off x="304800" y="1295400"/>
          <a:ext cx="2514600" cy="2714625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4509995"/>
              </p:ext>
            </p:extLst>
          </p:nvPr>
        </p:nvGraphicFramePr>
        <p:xfrm>
          <a:off x="247650" y="228600"/>
          <a:ext cx="3562350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9" name="Equation" r:id="rId3" imgW="1587240" imgH="177480" progId="Equation.DSMT4">
                  <p:embed/>
                </p:oleObj>
              </mc:Choice>
              <mc:Fallback>
                <p:oleObj name="Equation" r:id="rId3" imgW="15872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" y="228600"/>
                        <a:ext cx="3562350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1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 flipH="1">
            <a:off x="4800600" y="228600"/>
            <a:ext cx="4206607" cy="44196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5029200" y="2150388"/>
            <a:ext cx="533400" cy="335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903903" y="220672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-1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66433" y="838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66433" y="36576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831388"/>
              </p:ext>
            </p:extLst>
          </p:nvPr>
        </p:nvGraphicFramePr>
        <p:xfrm>
          <a:off x="4343400" y="4499112"/>
          <a:ext cx="2514600" cy="2282688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384313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456372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456372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1 - √ 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456372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/3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456372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3774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1682632"/>
              </p:ext>
            </p:extLst>
          </p:nvPr>
        </p:nvGraphicFramePr>
        <p:xfrm>
          <a:off x="274637" y="228600"/>
          <a:ext cx="2849563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7" name="Equation" r:id="rId3" imgW="1269720" imgH="203040" progId="Equation.DSMT4">
                  <p:embed/>
                </p:oleObj>
              </mc:Choice>
              <mc:Fallback>
                <p:oleObj name="Equation" r:id="rId3" imgW="1269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637" y="228600"/>
                        <a:ext cx="2849563" cy="455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479757"/>
              </p:ext>
            </p:extLst>
          </p:nvPr>
        </p:nvGraphicFramePr>
        <p:xfrm>
          <a:off x="228600" y="904875"/>
          <a:ext cx="2514600" cy="4886325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5pi/4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7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1558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9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9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8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0110168"/>
              </p:ext>
            </p:extLst>
          </p:nvPr>
        </p:nvGraphicFramePr>
        <p:xfrm>
          <a:off x="274637" y="228600"/>
          <a:ext cx="2849563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77" name="Equation" r:id="rId3" imgW="1269720" imgH="203040" progId="Equation.DSMT4">
                  <p:embed/>
                </p:oleObj>
              </mc:Choice>
              <mc:Fallback>
                <p:oleObj name="Equation" r:id="rId3" imgW="1269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637" y="228600"/>
                        <a:ext cx="2849563" cy="455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276922"/>
              </p:ext>
            </p:extLst>
          </p:nvPr>
        </p:nvGraphicFramePr>
        <p:xfrm>
          <a:off x="228600" y="904875"/>
          <a:ext cx="2514600" cy="4886325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5pi/4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7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2878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0110168"/>
              </p:ext>
            </p:extLst>
          </p:nvPr>
        </p:nvGraphicFramePr>
        <p:xfrm>
          <a:off x="274637" y="228600"/>
          <a:ext cx="2849563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01" name="Equation" r:id="rId3" imgW="1269720" imgH="203040" progId="Equation.DSMT4">
                  <p:embed/>
                </p:oleObj>
              </mc:Choice>
              <mc:Fallback>
                <p:oleObj name="Equation" r:id="rId3" imgW="1269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637" y="228600"/>
                        <a:ext cx="2849563" cy="455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548229"/>
              </p:ext>
            </p:extLst>
          </p:nvPr>
        </p:nvGraphicFramePr>
        <p:xfrm>
          <a:off x="228600" y="904875"/>
          <a:ext cx="2514600" cy="4886325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5pi/4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7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2878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0110168"/>
              </p:ext>
            </p:extLst>
          </p:nvPr>
        </p:nvGraphicFramePr>
        <p:xfrm>
          <a:off x="274637" y="228600"/>
          <a:ext cx="2849563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25" name="Equation" r:id="rId3" imgW="1269720" imgH="203040" progId="Equation.DSMT4">
                  <p:embed/>
                </p:oleObj>
              </mc:Choice>
              <mc:Fallback>
                <p:oleObj name="Equation" r:id="rId3" imgW="1269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637" y="228600"/>
                        <a:ext cx="2849563" cy="455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406709"/>
              </p:ext>
            </p:extLst>
          </p:nvPr>
        </p:nvGraphicFramePr>
        <p:xfrm>
          <a:off x="228600" y="904875"/>
          <a:ext cx="2514600" cy="4886325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5pi/4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7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2878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0110168"/>
              </p:ext>
            </p:extLst>
          </p:nvPr>
        </p:nvGraphicFramePr>
        <p:xfrm>
          <a:off x="274637" y="228600"/>
          <a:ext cx="2849563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49" name="Equation" r:id="rId3" imgW="1269720" imgH="203040" progId="Equation.DSMT4">
                  <p:embed/>
                </p:oleObj>
              </mc:Choice>
              <mc:Fallback>
                <p:oleObj name="Equation" r:id="rId3" imgW="1269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637" y="228600"/>
                        <a:ext cx="2849563" cy="455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1721276"/>
              </p:ext>
            </p:extLst>
          </p:nvPr>
        </p:nvGraphicFramePr>
        <p:xfrm>
          <a:off x="228600" y="904875"/>
          <a:ext cx="2514600" cy="4886325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5pi/4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7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2878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0110168"/>
              </p:ext>
            </p:extLst>
          </p:nvPr>
        </p:nvGraphicFramePr>
        <p:xfrm>
          <a:off x="274637" y="228600"/>
          <a:ext cx="2849563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73" name="Equation" r:id="rId3" imgW="1269720" imgH="203040" progId="Equation.DSMT4">
                  <p:embed/>
                </p:oleObj>
              </mc:Choice>
              <mc:Fallback>
                <p:oleObj name="Equation" r:id="rId3" imgW="1269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637" y="228600"/>
                        <a:ext cx="2849563" cy="455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60977"/>
              </p:ext>
            </p:extLst>
          </p:nvPr>
        </p:nvGraphicFramePr>
        <p:xfrm>
          <a:off x="228600" y="904875"/>
          <a:ext cx="2514600" cy="4886325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5pi/4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7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2878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0110168"/>
              </p:ext>
            </p:extLst>
          </p:nvPr>
        </p:nvGraphicFramePr>
        <p:xfrm>
          <a:off x="274637" y="228600"/>
          <a:ext cx="2849563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7" name="Equation" r:id="rId3" imgW="1269720" imgH="203040" progId="Equation.DSMT4">
                  <p:embed/>
                </p:oleObj>
              </mc:Choice>
              <mc:Fallback>
                <p:oleObj name="Equation" r:id="rId3" imgW="1269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637" y="228600"/>
                        <a:ext cx="2849563" cy="455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893332"/>
              </p:ext>
            </p:extLst>
          </p:nvPr>
        </p:nvGraphicFramePr>
        <p:xfrm>
          <a:off x="228600" y="904875"/>
          <a:ext cx="2514600" cy="4886325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5pi/4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7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2878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0110168"/>
              </p:ext>
            </p:extLst>
          </p:nvPr>
        </p:nvGraphicFramePr>
        <p:xfrm>
          <a:off x="274637" y="228600"/>
          <a:ext cx="2849563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21" name="Equation" r:id="rId3" imgW="1269720" imgH="203040" progId="Equation.DSMT4">
                  <p:embed/>
                </p:oleObj>
              </mc:Choice>
              <mc:Fallback>
                <p:oleObj name="Equation" r:id="rId3" imgW="1269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637" y="228600"/>
                        <a:ext cx="2849563" cy="455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647875"/>
              </p:ext>
            </p:extLst>
          </p:nvPr>
        </p:nvGraphicFramePr>
        <p:xfrm>
          <a:off x="228600" y="904875"/>
          <a:ext cx="2514600" cy="4886325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5pi/4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7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2878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0110168"/>
              </p:ext>
            </p:extLst>
          </p:nvPr>
        </p:nvGraphicFramePr>
        <p:xfrm>
          <a:off x="274637" y="228600"/>
          <a:ext cx="2849563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5" name="Equation" r:id="rId3" imgW="1269720" imgH="203040" progId="Equation.DSMT4">
                  <p:embed/>
                </p:oleObj>
              </mc:Choice>
              <mc:Fallback>
                <p:oleObj name="Equation" r:id="rId3" imgW="1269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637" y="228600"/>
                        <a:ext cx="2849563" cy="455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117999"/>
              </p:ext>
            </p:extLst>
          </p:nvPr>
        </p:nvGraphicFramePr>
        <p:xfrm>
          <a:off x="228600" y="904875"/>
          <a:ext cx="2514600" cy="4886325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257300"/>
                <a:gridCol w="12573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5pi/4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7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1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90156" y="1052146"/>
            <a:ext cx="4196644" cy="435805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TextBox 1"/>
          <p:cNvSpPr txBox="1"/>
          <p:nvPr/>
        </p:nvSpPr>
        <p:spPr>
          <a:xfrm>
            <a:off x="8610600" y="3046507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87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90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2500906"/>
              </p:ext>
            </p:extLst>
          </p:nvPr>
        </p:nvGraphicFramePr>
        <p:xfrm>
          <a:off x="254000" y="228600"/>
          <a:ext cx="3251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0" name="Equation" r:id="rId3" imgW="1625400" imgH="228600" progId="Equation.DSMT4">
                  <p:embed/>
                </p:oleObj>
              </mc:Choice>
              <mc:Fallback>
                <p:oleObj name="Equation" r:id="rId3" imgW="1625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" y="228600"/>
                        <a:ext cx="3251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0369492"/>
              </p:ext>
            </p:extLst>
          </p:nvPr>
        </p:nvGraphicFramePr>
        <p:xfrm>
          <a:off x="6705600" y="228600"/>
          <a:ext cx="2311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1" name="Equation" r:id="rId5" imgW="1155600" imgH="253800" progId="Equation.DSMT4">
                  <p:embed/>
                </p:oleObj>
              </mc:Choice>
              <mc:Fallback>
                <p:oleObj name="Equation" r:id="rId5" imgW="1155600" imgH="2538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228600"/>
                        <a:ext cx="2311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949142"/>
              </p:ext>
            </p:extLst>
          </p:nvPr>
        </p:nvGraphicFramePr>
        <p:xfrm>
          <a:off x="76200" y="904875"/>
          <a:ext cx="2667000" cy="4886325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333500"/>
                <a:gridCol w="13335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5pi/4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7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1558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90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8732308"/>
              </p:ext>
            </p:extLst>
          </p:nvPr>
        </p:nvGraphicFramePr>
        <p:xfrm>
          <a:off x="254000" y="228600"/>
          <a:ext cx="3251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82" name="Equation" r:id="rId3" imgW="1625400" imgH="228600" progId="Equation.DSMT4">
                  <p:embed/>
                </p:oleObj>
              </mc:Choice>
              <mc:Fallback>
                <p:oleObj name="Equation" r:id="rId3" imgW="1625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" y="228600"/>
                        <a:ext cx="3251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6442527"/>
              </p:ext>
            </p:extLst>
          </p:nvPr>
        </p:nvGraphicFramePr>
        <p:xfrm>
          <a:off x="6705600" y="228600"/>
          <a:ext cx="2311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83" name="Equation" r:id="rId5" imgW="1155600" imgH="253800" progId="Equation.DSMT4">
                  <p:embed/>
                </p:oleObj>
              </mc:Choice>
              <mc:Fallback>
                <p:oleObj name="Equation" r:id="rId5" imgW="11556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228600"/>
                        <a:ext cx="2311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03851"/>
              </p:ext>
            </p:extLst>
          </p:nvPr>
        </p:nvGraphicFramePr>
        <p:xfrm>
          <a:off x="76200" y="904875"/>
          <a:ext cx="2667000" cy="4886325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333500"/>
                <a:gridCol w="13335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5pi/4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7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9244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90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3239518"/>
              </p:ext>
            </p:extLst>
          </p:nvPr>
        </p:nvGraphicFramePr>
        <p:xfrm>
          <a:off x="254000" y="228600"/>
          <a:ext cx="3251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28" name="Equation" r:id="rId3" imgW="1625400" imgH="228600" progId="Equation.DSMT4">
                  <p:embed/>
                </p:oleObj>
              </mc:Choice>
              <mc:Fallback>
                <p:oleObj name="Equation" r:id="rId3" imgW="1625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" y="228600"/>
                        <a:ext cx="3251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9398435"/>
              </p:ext>
            </p:extLst>
          </p:nvPr>
        </p:nvGraphicFramePr>
        <p:xfrm>
          <a:off x="6705600" y="228600"/>
          <a:ext cx="2311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29" name="Equation" r:id="rId5" imgW="1155600" imgH="253800" progId="Equation.DSMT4">
                  <p:embed/>
                </p:oleObj>
              </mc:Choice>
              <mc:Fallback>
                <p:oleObj name="Equation" r:id="rId5" imgW="11556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228600"/>
                        <a:ext cx="2311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927022"/>
              </p:ext>
            </p:extLst>
          </p:nvPr>
        </p:nvGraphicFramePr>
        <p:xfrm>
          <a:off x="76200" y="904875"/>
          <a:ext cx="2667000" cy="4886325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333500"/>
                <a:gridCol w="13335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5pi/4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7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7117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90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3239518"/>
              </p:ext>
            </p:extLst>
          </p:nvPr>
        </p:nvGraphicFramePr>
        <p:xfrm>
          <a:off x="254000" y="228600"/>
          <a:ext cx="3251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52" name="Equation" r:id="rId3" imgW="1625400" imgH="228600" progId="Equation.DSMT4">
                  <p:embed/>
                </p:oleObj>
              </mc:Choice>
              <mc:Fallback>
                <p:oleObj name="Equation" r:id="rId3" imgW="1625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" y="228600"/>
                        <a:ext cx="3251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9398435"/>
              </p:ext>
            </p:extLst>
          </p:nvPr>
        </p:nvGraphicFramePr>
        <p:xfrm>
          <a:off x="6705600" y="228600"/>
          <a:ext cx="2311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53" name="Equation" r:id="rId5" imgW="1155600" imgH="253800" progId="Equation.DSMT4">
                  <p:embed/>
                </p:oleObj>
              </mc:Choice>
              <mc:Fallback>
                <p:oleObj name="Equation" r:id="rId5" imgW="11556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228600"/>
                        <a:ext cx="2311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604954"/>
              </p:ext>
            </p:extLst>
          </p:nvPr>
        </p:nvGraphicFramePr>
        <p:xfrm>
          <a:off x="76200" y="904875"/>
          <a:ext cx="2667000" cy="4886325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333500"/>
                <a:gridCol w="13335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Undefined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5pi/4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7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7117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90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3239518"/>
              </p:ext>
            </p:extLst>
          </p:nvPr>
        </p:nvGraphicFramePr>
        <p:xfrm>
          <a:off x="254000" y="228600"/>
          <a:ext cx="3251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76" name="Equation" r:id="rId3" imgW="1625400" imgH="228600" progId="Equation.DSMT4">
                  <p:embed/>
                </p:oleObj>
              </mc:Choice>
              <mc:Fallback>
                <p:oleObj name="Equation" r:id="rId3" imgW="1625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" y="228600"/>
                        <a:ext cx="3251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9398435"/>
              </p:ext>
            </p:extLst>
          </p:nvPr>
        </p:nvGraphicFramePr>
        <p:xfrm>
          <a:off x="6705600" y="228600"/>
          <a:ext cx="2311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77" name="Equation" r:id="rId5" imgW="1155600" imgH="253800" progId="Equation.DSMT4">
                  <p:embed/>
                </p:oleObj>
              </mc:Choice>
              <mc:Fallback>
                <p:oleObj name="Equation" r:id="rId5" imgW="11556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228600"/>
                        <a:ext cx="2311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868284"/>
              </p:ext>
            </p:extLst>
          </p:nvPr>
        </p:nvGraphicFramePr>
        <p:xfrm>
          <a:off x="76200" y="904875"/>
          <a:ext cx="2667000" cy="4886325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333500"/>
                <a:gridCol w="13335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Undefined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5pi/4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7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7117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90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3239518"/>
              </p:ext>
            </p:extLst>
          </p:nvPr>
        </p:nvGraphicFramePr>
        <p:xfrm>
          <a:off x="254000" y="228600"/>
          <a:ext cx="3251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00" name="Equation" r:id="rId3" imgW="1625400" imgH="228600" progId="Equation.DSMT4">
                  <p:embed/>
                </p:oleObj>
              </mc:Choice>
              <mc:Fallback>
                <p:oleObj name="Equation" r:id="rId3" imgW="1625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" y="228600"/>
                        <a:ext cx="3251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9398435"/>
              </p:ext>
            </p:extLst>
          </p:nvPr>
        </p:nvGraphicFramePr>
        <p:xfrm>
          <a:off x="6705600" y="228600"/>
          <a:ext cx="2311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01" name="Equation" r:id="rId5" imgW="1155600" imgH="253800" progId="Equation.DSMT4">
                  <p:embed/>
                </p:oleObj>
              </mc:Choice>
              <mc:Fallback>
                <p:oleObj name="Equation" r:id="rId5" imgW="11556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228600"/>
                        <a:ext cx="2311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684428"/>
              </p:ext>
            </p:extLst>
          </p:nvPr>
        </p:nvGraphicFramePr>
        <p:xfrm>
          <a:off x="76200" y="904875"/>
          <a:ext cx="2667000" cy="4886325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333500"/>
                <a:gridCol w="13335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Undefined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5pi/4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7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7117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90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3239518"/>
              </p:ext>
            </p:extLst>
          </p:nvPr>
        </p:nvGraphicFramePr>
        <p:xfrm>
          <a:off x="254000" y="228600"/>
          <a:ext cx="3251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24" name="Equation" r:id="rId3" imgW="1625400" imgH="228600" progId="Equation.DSMT4">
                  <p:embed/>
                </p:oleObj>
              </mc:Choice>
              <mc:Fallback>
                <p:oleObj name="Equation" r:id="rId3" imgW="1625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" y="228600"/>
                        <a:ext cx="3251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9398435"/>
              </p:ext>
            </p:extLst>
          </p:nvPr>
        </p:nvGraphicFramePr>
        <p:xfrm>
          <a:off x="6705600" y="228600"/>
          <a:ext cx="2311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25" name="Equation" r:id="rId5" imgW="1155600" imgH="253800" progId="Equation.DSMT4">
                  <p:embed/>
                </p:oleObj>
              </mc:Choice>
              <mc:Fallback>
                <p:oleObj name="Equation" r:id="rId5" imgW="11556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228600"/>
                        <a:ext cx="2311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528603"/>
              </p:ext>
            </p:extLst>
          </p:nvPr>
        </p:nvGraphicFramePr>
        <p:xfrm>
          <a:off x="76200" y="904875"/>
          <a:ext cx="2667000" cy="4886325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333500"/>
                <a:gridCol w="13335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Undefined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5pi/4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7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7117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90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3239518"/>
              </p:ext>
            </p:extLst>
          </p:nvPr>
        </p:nvGraphicFramePr>
        <p:xfrm>
          <a:off x="254000" y="228600"/>
          <a:ext cx="3251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8" name="Equation" r:id="rId3" imgW="1625400" imgH="228600" progId="Equation.DSMT4">
                  <p:embed/>
                </p:oleObj>
              </mc:Choice>
              <mc:Fallback>
                <p:oleObj name="Equation" r:id="rId3" imgW="1625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" y="228600"/>
                        <a:ext cx="3251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9398435"/>
              </p:ext>
            </p:extLst>
          </p:nvPr>
        </p:nvGraphicFramePr>
        <p:xfrm>
          <a:off x="6705600" y="228600"/>
          <a:ext cx="2311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9" name="Equation" r:id="rId5" imgW="1155600" imgH="253800" progId="Equation.DSMT4">
                  <p:embed/>
                </p:oleObj>
              </mc:Choice>
              <mc:Fallback>
                <p:oleObj name="Equation" r:id="rId5" imgW="11556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228600"/>
                        <a:ext cx="2311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203493"/>
              </p:ext>
            </p:extLst>
          </p:nvPr>
        </p:nvGraphicFramePr>
        <p:xfrm>
          <a:off x="76200" y="904875"/>
          <a:ext cx="2667000" cy="4886325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333500"/>
                <a:gridCol w="13335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Undefined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5pi/4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Undefined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7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7117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90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3239518"/>
              </p:ext>
            </p:extLst>
          </p:nvPr>
        </p:nvGraphicFramePr>
        <p:xfrm>
          <a:off x="254000" y="228600"/>
          <a:ext cx="3251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74" name="Equation" r:id="rId3" imgW="1625400" imgH="228600" progId="Equation.DSMT4">
                  <p:embed/>
                </p:oleObj>
              </mc:Choice>
              <mc:Fallback>
                <p:oleObj name="Equation" r:id="rId3" imgW="1625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" y="228600"/>
                        <a:ext cx="3251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9398435"/>
              </p:ext>
            </p:extLst>
          </p:nvPr>
        </p:nvGraphicFramePr>
        <p:xfrm>
          <a:off x="6705600" y="228600"/>
          <a:ext cx="2311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75" name="Equation" r:id="rId5" imgW="1155600" imgH="253800" progId="Equation.DSMT4">
                  <p:embed/>
                </p:oleObj>
              </mc:Choice>
              <mc:Fallback>
                <p:oleObj name="Equation" r:id="rId5" imgW="11556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228600"/>
                        <a:ext cx="2311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155681"/>
              </p:ext>
            </p:extLst>
          </p:nvPr>
        </p:nvGraphicFramePr>
        <p:xfrm>
          <a:off x="76200" y="904875"/>
          <a:ext cx="2667000" cy="4886325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tblPr>
              <a:tblGrid>
                <a:gridCol w="1333500"/>
                <a:gridCol w="1333500"/>
              </a:tblGrid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θ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1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Undefined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5pi/4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</a:tr>
              <a:tr h="54292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Undefined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7</a:t>
                      </a:r>
                      <a:r>
                        <a:rPr lang="el-GR" dirty="0" smtClean="0">
                          <a:solidFill>
                            <a:schemeClr val="accent1"/>
                          </a:solidFill>
                        </a:rPr>
                        <a:t>π</a:t>
                      </a:r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/4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19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114800" y="1295400"/>
            <a:ext cx="4495800" cy="4495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8001000" y="34290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4" name="Flowchart: Collate 3"/>
          <p:cNvSpPr/>
          <p:nvPr/>
        </p:nvSpPr>
        <p:spPr>
          <a:xfrm>
            <a:off x="4807976" y="1610032"/>
            <a:ext cx="2895600" cy="4267200"/>
          </a:xfrm>
          <a:prstGeom prst="flowChartCollate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7117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715000"/>
          </a:xfrm>
        </p:spPr>
        <p:txBody>
          <a:bodyPr>
            <a:normAutofit/>
          </a:bodyPr>
          <a:lstStyle/>
          <a:p>
            <a:pPr marL="624078" indent="-514350">
              <a:buAutoNum type="arabicPeriod"/>
            </a:pPr>
            <a:r>
              <a:rPr lang="en-US" dirty="0" smtClean="0"/>
              <a:t>Something is changing, so we can’t use the old algebra formulas.</a:t>
            </a:r>
          </a:p>
          <a:p>
            <a:pPr marL="624078" indent="-514350">
              <a:buAutoNum type="arabicPeriod"/>
            </a:pPr>
            <a:endParaRPr lang="en-US" dirty="0" smtClean="0"/>
          </a:p>
          <a:p>
            <a:pPr marL="624078" indent="-514350">
              <a:buAutoNum type="arabicPeriod"/>
            </a:pPr>
            <a:r>
              <a:rPr lang="en-US" dirty="0" smtClean="0"/>
              <a:t>Break the problem into pieces.</a:t>
            </a:r>
          </a:p>
          <a:p>
            <a:pPr marL="624078" indent="-514350">
              <a:buAutoNum type="arabicPeriod"/>
            </a:pPr>
            <a:endParaRPr lang="en-US" dirty="0" smtClean="0"/>
          </a:p>
          <a:p>
            <a:pPr marL="624078" indent="-514350">
              <a:buAutoNum type="arabicPeriod"/>
            </a:pPr>
            <a:r>
              <a:rPr lang="en-US" dirty="0" smtClean="0"/>
              <a:t>Pretend everything is constant on each piece and use the old formulas.</a:t>
            </a:r>
          </a:p>
          <a:p>
            <a:pPr marL="624078" indent="-514350">
              <a:buAutoNum type="arabicPeriod"/>
            </a:pPr>
            <a:endParaRPr lang="en-US" dirty="0" smtClean="0"/>
          </a:p>
          <a:p>
            <a:pPr marL="624078" indent="-514350">
              <a:buAutoNum type="arabicPeriod"/>
            </a:pPr>
            <a:r>
              <a:rPr lang="en-US" dirty="0" smtClean="0"/>
              <a:t>Add up the pieces. (This is called a </a:t>
            </a:r>
            <a:r>
              <a:rPr lang="en-US" dirty="0" smtClean="0">
                <a:solidFill>
                  <a:srgbClr val="FF0000"/>
                </a:solidFill>
              </a:rPr>
              <a:t>Riemann Sum</a:t>
            </a:r>
            <a:r>
              <a:rPr lang="en-US" dirty="0" smtClean="0"/>
              <a:t>)</a:t>
            </a:r>
          </a:p>
          <a:p>
            <a:pPr marL="624078" indent="-514350">
              <a:buAutoNum type="arabicPeriod"/>
            </a:pPr>
            <a:endParaRPr lang="en-US" dirty="0"/>
          </a:p>
          <a:p>
            <a:pPr marL="624078" indent="-514350">
              <a:buAutoNum type="arabicPeriod"/>
            </a:pP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If we use more and more pieces, the limit is the right answer! (This limit is a </a:t>
            </a:r>
            <a:r>
              <a:rPr lang="en-US" dirty="0" smtClean="0">
                <a:solidFill>
                  <a:srgbClr val="FF0000"/>
                </a:solidFill>
              </a:rPr>
              <a:t>definite integral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.)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800" dirty="0" smtClean="0"/>
              <a:t>Big Idea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010193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4" name="Object 16"/>
          <p:cNvGraphicFramePr>
            <a:graphicFrameLocks noChangeAspect="1"/>
          </p:cNvGraphicFramePr>
          <p:nvPr/>
        </p:nvGraphicFramePr>
        <p:xfrm>
          <a:off x="533400" y="1219200"/>
          <a:ext cx="6697663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31" name="Equation" r:id="rId3" imgW="2984400" imgH="406080" progId="Equation.DSMT4">
                  <p:embed/>
                </p:oleObj>
              </mc:Choice>
              <mc:Fallback>
                <p:oleObj name="Equation" r:id="rId3" imgW="2984400" imgH="4060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219200"/>
                        <a:ext cx="6697663" cy="91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/>
          <p:cNvSpPr/>
          <p:nvPr/>
        </p:nvSpPr>
        <p:spPr>
          <a:xfrm>
            <a:off x="304800" y="304800"/>
            <a:ext cx="2895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Polar  </a:t>
            </a:r>
            <a:r>
              <a:rPr lang="en-US" sz="28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Area</a:t>
            </a:r>
            <a:endParaRPr lang="en-US" sz="2800" dirty="0"/>
          </a:p>
        </p:txBody>
      </p:sp>
      <p:graphicFrame>
        <p:nvGraphicFramePr>
          <p:cNvPr id="368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59767"/>
              </p:ext>
            </p:extLst>
          </p:nvPr>
        </p:nvGraphicFramePr>
        <p:xfrm>
          <a:off x="109538" y="2514600"/>
          <a:ext cx="7856537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32" name="Equation" r:id="rId5" imgW="3568680" imgH="203040" progId="Equation.DSMT4">
                  <p:embed/>
                </p:oleObj>
              </mc:Choice>
              <mc:Fallback>
                <p:oleObj name="Equation" r:id="rId5" imgW="3568680" imgH="20304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538" y="2514600"/>
                        <a:ext cx="7856537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Group 25"/>
          <p:cNvGrpSpPr/>
          <p:nvPr/>
        </p:nvGrpSpPr>
        <p:grpSpPr>
          <a:xfrm>
            <a:off x="990600" y="3352800"/>
            <a:ext cx="7086600" cy="914400"/>
            <a:chOff x="304800" y="2590800"/>
            <a:chExt cx="7086600" cy="914400"/>
          </a:xfrm>
        </p:grpSpPr>
        <p:graphicFrame>
          <p:nvGraphicFramePr>
            <p:cNvPr id="2076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0381315"/>
                </p:ext>
              </p:extLst>
            </p:nvPr>
          </p:nvGraphicFramePr>
          <p:xfrm>
            <a:off x="304800" y="2819400"/>
            <a:ext cx="2971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33" name="Equation" r:id="rId7" imgW="1485720" imgH="177480" progId="Equation.DSMT4">
                    <p:embed/>
                  </p:oleObj>
                </mc:Choice>
                <mc:Fallback>
                  <p:oleObj name="Equation" r:id="rId7" imgW="1485720" imgH="177480" progId="Equation.DSMT4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800" y="2819400"/>
                          <a:ext cx="2971800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79" name="Object 31"/>
            <p:cNvGraphicFramePr>
              <a:graphicFrameLocks noChangeAspect="1"/>
            </p:cNvGraphicFramePr>
            <p:nvPr/>
          </p:nvGraphicFramePr>
          <p:xfrm>
            <a:off x="5257800" y="2590800"/>
            <a:ext cx="2133600" cy="86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34" name="Equation" r:id="rId9" imgW="1066680" imgH="431640" progId="Equation.DSMT4">
                    <p:embed/>
                  </p:oleObj>
                </mc:Choice>
                <mc:Fallback>
                  <p:oleObj name="Equation" r:id="rId9" imgW="1066680" imgH="431640" progId="Equation.DSMT4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7800" y="2590800"/>
                          <a:ext cx="2133600" cy="863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5" name="Group 24"/>
            <p:cNvGrpSpPr/>
            <p:nvPr/>
          </p:nvGrpSpPr>
          <p:grpSpPr>
            <a:xfrm>
              <a:off x="3657600" y="2743200"/>
              <a:ext cx="1219200" cy="762000"/>
              <a:chOff x="3657600" y="2895600"/>
              <a:chExt cx="1219200" cy="762000"/>
            </a:xfrm>
          </p:grpSpPr>
          <p:cxnSp>
            <p:nvCxnSpPr>
              <p:cNvPr id="19" name="Straight Connector 18"/>
              <p:cNvCxnSpPr/>
              <p:nvPr/>
            </p:nvCxnSpPr>
            <p:spPr>
              <a:xfrm>
                <a:off x="3657600" y="3276600"/>
                <a:ext cx="12192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 flipV="1">
                <a:off x="3657600" y="2895600"/>
                <a:ext cx="1143000" cy="381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Arc 21"/>
              <p:cNvSpPr/>
              <p:nvPr/>
            </p:nvSpPr>
            <p:spPr>
              <a:xfrm>
                <a:off x="4724400" y="2895600"/>
                <a:ext cx="152400" cy="7620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Arc 22"/>
              <p:cNvSpPr/>
              <p:nvPr/>
            </p:nvSpPr>
            <p:spPr>
              <a:xfrm>
                <a:off x="4114800" y="3124200"/>
                <a:ext cx="76200" cy="3048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aphicFrame>
            <p:nvGraphicFramePr>
              <p:cNvPr id="36874" name="Object 10"/>
              <p:cNvGraphicFramePr>
                <a:graphicFrameLocks noChangeAspect="1"/>
              </p:cNvGraphicFramePr>
              <p:nvPr/>
            </p:nvGraphicFramePr>
            <p:xfrm>
              <a:off x="3886200" y="2895600"/>
              <a:ext cx="241300" cy="177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035" name="Equation" r:id="rId11" imgW="241200" imgH="177480" progId="Equation.DSMT4">
                      <p:embed/>
                    </p:oleObj>
                  </mc:Choice>
                  <mc:Fallback>
                    <p:oleObj name="Equation" r:id="rId11" imgW="241200" imgH="177480" progId="Equation.DSMT4">
                      <p:embed/>
                      <p:pic>
                        <p:nvPicPr>
                          <p:cNvPr id="0" name="Picture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86200" y="2895600"/>
                            <a:ext cx="241300" cy="1778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6875" name="Object 11"/>
              <p:cNvGraphicFramePr>
                <a:graphicFrameLocks noChangeAspect="1"/>
              </p:cNvGraphicFramePr>
              <p:nvPr/>
            </p:nvGraphicFramePr>
            <p:xfrm>
              <a:off x="4267200" y="3276600"/>
              <a:ext cx="438150" cy="2921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036" name="Equation" r:id="rId13" imgW="114120" imgH="126720" progId="Equation.DSMT4">
                      <p:embed/>
                    </p:oleObj>
                  </mc:Choice>
                  <mc:Fallback>
                    <p:oleObj name="Equation" r:id="rId13" imgW="114120" imgH="126720" progId="Equation.DSMT4">
                      <p:embed/>
                      <p:pic>
                        <p:nvPicPr>
                          <p:cNvPr id="0" name="Picture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67200" y="3276600"/>
                            <a:ext cx="438150" cy="2921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3687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5544266"/>
              </p:ext>
            </p:extLst>
          </p:nvPr>
        </p:nvGraphicFramePr>
        <p:xfrm>
          <a:off x="636588" y="4648200"/>
          <a:ext cx="7854950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37" name="Equation" r:id="rId15" imgW="3568680" imgH="431640" progId="Equation.DSMT4">
                  <p:embed/>
                </p:oleObj>
              </mc:Choice>
              <mc:Fallback>
                <p:oleObj name="Equation" r:id="rId15" imgW="3568680" imgH="43164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588" y="4648200"/>
                        <a:ext cx="7854950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68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68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8511727"/>
              </p:ext>
            </p:extLst>
          </p:nvPr>
        </p:nvGraphicFramePr>
        <p:xfrm>
          <a:off x="247650" y="381000"/>
          <a:ext cx="75057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39" name="Equation" r:id="rId3" imgW="3225600" imgH="203040" progId="Equation.DSMT4">
                  <p:embed/>
                </p:oleObj>
              </mc:Choice>
              <mc:Fallback>
                <p:oleObj name="Equation" r:id="rId3" imgW="3225600" imgH="2030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" y="381000"/>
                        <a:ext cx="7505700" cy="5111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3665858"/>
              </p:ext>
            </p:extLst>
          </p:nvPr>
        </p:nvGraphicFramePr>
        <p:xfrm>
          <a:off x="4191000" y="1447800"/>
          <a:ext cx="4643572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40" name="Equation" r:id="rId5" imgW="1854000" imgH="203040" progId="Equation.DSMT4">
                  <p:embed/>
                </p:oleObj>
              </mc:Choice>
              <mc:Fallback>
                <p:oleObj name="Equation" r:id="rId5" imgW="1854000" imgH="20304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447800"/>
                        <a:ext cx="4643572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1578348"/>
              </p:ext>
            </p:extLst>
          </p:nvPr>
        </p:nvGraphicFramePr>
        <p:xfrm>
          <a:off x="2895600" y="3318934"/>
          <a:ext cx="5664200" cy="109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41" name="Equation" r:id="rId7" imgW="2438280" imgH="469800" progId="Equation.DSMT4">
                  <p:embed/>
                </p:oleObj>
              </mc:Choice>
              <mc:Fallback>
                <p:oleObj name="Equation" r:id="rId7" imgW="2438280" imgH="46980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318934"/>
                        <a:ext cx="5664200" cy="109153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4000017"/>
              </p:ext>
            </p:extLst>
          </p:nvPr>
        </p:nvGraphicFramePr>
        <p:xfrm>
          <a:off x="3733800" y="4970052"/>
          <a:ext cx="4394200" cy="16593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42" name="Equation" r:id="rId9" imgW="1815840" imgH="685800" progId="Equation.DSMT4">
                  <p:embed/>
                </p:oleObj>
              </mc:Choice>
              <mc:Fallback>
                <p:oleObj name="Equation" r:id="rId9" imgW="1815840" imgH="68580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4970052"/>
                        <a:ext cx="4394200" cy="165934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" name="Group 37"/>
          <p:cNvGrpSpPr/>
          <p:nvPr/>
        </p:nvGrpSpPr>
        <p:grpSpPr>
          <a:xfrm>
            <a:off x="61042" y="990600"/>
            <a:ext cx="3291758" cy="2514600"/>
            <a:chOff x="457200" y="914400"/>
            <a:chExt cx="2773516" cy="2057400"/>
          </a:xfrm>
        </p:grpSpPr>
        <p:grpSp>
          <p:nvGrpSpPr>
            <p:cNvPr id="37" name="Group 36"/>
            <p:cNvGrpSpPr/>
            <p:nvPr/>
          </p:nvGrpSpPr>
          <p:grpSpPr>
            <a:xfrm>
              <a:off x="457200" y="914400"/>
              <a:ext cx="2209800" cy="2057400"/>
              <a:chOff x="990600" y="990600"/>
              <a:chExt cx="2209800" cy="2057400"/>
            </a:xfrm>
          </p:grpSpPr>
          <p:sp>
            <p:nvSpPr>
              <p:cNvPr id="27" name="Arc 26"/>
              <p:cNvSpPr/>
              <p:nvPr/>
            </p:nvSpPr>
            <p:spPr>
              <a:xfrm>
                <a:off x="1465053" y="1804359"/>
                <a:ext cx="1295400" cy="457200"/>
              </a:xfrm>
              <a:prstGeom prst="arc">
                <a:avLst>
                  <a:gd name="adj1" fmla="val 27724"/>
                  <a:gd name="adj2" fmla="val 0"/>
                </a:avLst>
              </a:prstGeom>
              <a:gradFill flip="none" rotWithShape="1">
                <a:gsLst>
                  <a:gs pos="0">
                    <a:srgbClr val="00B050"/>
                  </a:gs>
                  <a:gs pos="96000">
                    <a:srgbClr val="92D050">
                      <a:lumMod val="83000"/>
                    </a:srgbClr>
                  </a:gs>
                </a:gsLst>
                <a:lin ang="2700000" scaled="1"/>
                <a:tileRect/>
              </a:gradFill>
              <a:ln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" name="Straight Connector 23"/>
              <p:cNvCxnSpPr/>
              <p:nvPr/>
            </p:nvCxnSpPr>
            <p:spPr>
              <a:xfrm rot="5400000">
                <a:off x="457994" y="2056606"/>
                <a:ext cx="19812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 rot="10800000">
                <a:off x="990600" y="2057400"/>
                <a:ext cx="22098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 rot="5400000">
                <a:off x="1295400" y="1143000"/>
                <a:ext cx="1066800" cy="76200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1447800" y="2057400"/>
                <a:ext cx="1066800" cy="83820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37899" name="Object 11"/>
            <p:cNvGraphicFramePr>
              <a:graphicFrameLocks noChangeAspect="1"/>
            </p:cNvGraphicFramePr>
            <p:nvPr/>
          </p:nvGraphicFramePr>
          <p:xfrm>
            <a:off x="1981200" y="1066800"/>
            <a:ext cx="1249516" cy="635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43" name="Equation" r:id="rId11" imgW="774360" imgH="393480" progId="Equation.DSMT4">
                    <p:embed/>
                  </p:oleObj>
                </mc:Choice>
                <mc:Fallback>
                  <p:oleObj name="Equation" r:id="rId11" imgW="774360" imgH="393480" progId="Equation.DSMT4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1200" y="1066800"/>
                          <a:ext cx="1249516" cy="635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7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7920588"/>
              </p:ext>
            </p:extLst>
          </p:nvPr>
        </p:nvGraphicFramePr>
        <p:xfrm>
          <a:off x="4779963" y="0"/>
          <a:ext cx="2459037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66" name="Equation" r:id="rId3" imgW="1117440" imgH="685800" progId="Equation.DSMT4">
                  <p:embed/>
                </p:oleObj>
              </mc:Choice>
              <mc:Fallback>
                <p:oleObj name="Equation" r:id="rId3" imgW="111744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9963" y="0"/>
                        <a:ext cx="2459037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60106"/>
              </p:ext>
            </p:extLst>
          </p:nvPr>
        </p:nvGraphicFramePr>
        <p:xfrm>
          <a:off x="711200" y="76200"/>
          <a:ext cx="37084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67" name="Equation" r:id="rId5" imgW="1854000" imgH="685800" progId="Equation.DSMT4">
                  <p:embed/>
                </p:oleObj>
              </mc:Choice>
              <mc:Fallback>
                <p:oleObj name="Equation" r:id="rId5" imgW="18540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0" y="76200"/>
                        <a:ext cx="3708400" cy="1371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4473465"/>
              </p:ext>
            </p:extLst>
          </p:nvPr>
        </p:nvGraphicFramePr>
        <p:xfrm>
          <a:off x="4572000" y="1828800"/>
          <a:ext cx="3659187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68" name="Equation" r:id="rId7" imgW="1663560" imgH="685800" progId="Equation.DSMT4">
                  <p:embed/>
                </p:oleObj>
              </mc:Choice>
              <mc:Fallback>
                <p:oleObj name="Equation" r:id="rId7" imgW="166356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828800"/>
                        <a:ext cx="3659187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4117540"/>
              </p:ext>
            </p:extLst>
          </p:nvPr>
        </p:nvGraphicFramePr>
        <p:xfrm>
          <a:off x="152400" y="2971800"/>
          <a:ext cx="3276600" cy="20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69" name="Equation" r:id="rId9" imgW="1638000" imgH="1015920" progId="Equation.DSMT4">
                  <p:embed/>
                </p:oleObj>
              </mc:Choice>
              <mc:Fallback>
                <p:oleObj name="Equation" r:id="rId9" imgW="1638000" imgH="1015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971800"/>
                        <a:ext cx="3276600" cy="203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0814586"/>
              </p:ext>
            </p:extLst>
          </p:nvPr>
        </p:nvGraphicFramePr>
        <p:xfrm>
          <a:off x="4419600" y="3581400"/>
          <a:ext cx="3157538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70" name="Equation" r:id="rId11" imgW="1434960" imgH="685800" progId="Equation.DSMT4">
                  <p:embed/>
                </p:oleObj>
              </mc:Choice>
              <mc:Fallback>
                <p:oleObj name="Equation" r:id="rId11" imgW="1434960" imgH="6858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3581400"/>
                        <a:ext cx="3157538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075707"/>
              </p:ext>
            </p:extLst>
          </p:nvPr>
        </p:nvGraphicFramePr>
        <p:xfrm>
          <a:off x="4343400" y="5416550"/>
          <a:ext cx="3379788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71" name="Equation" r:id="rId13" imgW="1536480" imgH="622080" progId="Equation.DSMT4">
                  <p:embed/>
                </p:oleObj>
              </mc:Choice>
              <mc:Fallback>
                <p:oleObj name="Equation" r:id="rId13" imgW="1536480" imgH="62208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5416550"/>
                        <a:ext cx="3379788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852977"/>
              </p:ext>
            </p:extLst>
          </p:nvPr>
        </p:nvGraphicFramePr>
        <p:xfrm>
          <a:off x="8139112" y="5867400"/>
          <a:ext cx="1004888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72" name="Equation" r:id="rId15" imgW="457200" imgH="203040" progId="Equation.DSMT4">
                  <p:embed/>
                </p:oleObj>
              </mc:Choice>
              <mc:Fallback>
                <p:oleObj name="Equation" r:id="rId15" imgW="457200" imgH="2030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9112" y="5867400"/>
                        <a:ext cx="1004888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3979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68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68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79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79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8396092"/>
              </p:ext>
            </p:extLst>
          </p:nvPr>
        </p:nvGraphicFramePr>
        <p:xfrm>
          <a:off x="142875" y="228600"/>
          <a:ext cx="8294688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80" name="Equation" r:id="rId3" imgW="3695400" imgH="203040" progId="Equation.DSMT4">
                  <p:embed/>
                </p:oleObj>
              </mc:Choice>
              <mc:Fallback>
                <p:oleObj name="Equation" r:id="rId3" imgW="3695400" imgH="2030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" y="228600"/>
                        <a:ext cx="8294688" cy="455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6026191"/>
              </p:ext>
            </p:extLst>
          </p:nvPr>
        </p:nvGraphicFramePr>
        <p:xfrm>
          <a:off x="152399" y="990600"/>
          <a:ext cx="2576641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81" name="Equation" r:id="rId5" imgW="1218960" imgH="431640" progId="Equation.DSMT4">
                  <p:embed/>
                </p:oleObj>
              </mc:Choice>
              <mc:Fallback>
                <p:oleObj name="Equation" r:id="rId5" imgW="1218960" imgH="43164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399" y="990600"/>
                        <a:ext cx="2576641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8956260"/>
              </p:ext>
            </p:extLst>
          </p:nvPr>
        </p:nvGraphicFramePr>
        <p:xfrm>
          <a:off x="3224213" y="2924175"/>
          <a:ext cx="5586412" cy="193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82" name="Equation" r:id="rId7" imgW="2489040" imgH="863280" progId="Equation.DSMT4">
                  <p:embed/>
                </p:oleObj>
              </mc:Choice>
              <mc:Fallback>
                <p:oleObj name="Equation" r:id="rId7" imgW="2489040" imgH="86328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4213" y="2924175"/>
                        <a:ext cx="5586412" cy="1935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Group 28"/>
          <p:cNvGrpSpPr/>
          <p:nvPr/>
        </p:nvGrpSpPr>
        <p:grpSpPr>
          <a:xfrm>
            <a:off x="4873548" y="609600"/>
            <a:ext cx="2286794" cy="1828800"/>
            <a:chOff x="3810000" y="1067594"/>
            <a:chExt cx="2286794" cy="1828800"/>
          </a:xfrm>
        </p:grpSpPr>
        <p:cxnSp>
          <p:nvCxnSpPr>
            <p:cNvPr id="20" name="Straight Connector 19"/>
            <p:cNvCxnSpPr/>
            <p:nvPr/>
          </p:nvCxnSpPr>
          <p:spPr>
            <a:xfrm rot="5400000">
              <a:off x="3962400" y="1981200"/>
              <a:ext cx="18288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10800000" flipV="1">
              <a:off x="3810000" y="2133600"/>
              <a:ext cx="2286794" cy="7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/>
            <p:cNvSpPr/>
            <p:nvPr/>
          </p:nvSpPr>
          <p:spPr>
            <a:xfrm>
              <a:off x="4572000" y="1447800"/>
              <a:ext cx="685800" cy="685800"/>
            </a:xfrm>
            <a:prstGeom prst="ellipse">
              <a:avLst/>
            </a:prstGeom>
            <a:noFill/>
            <a:ln w="41275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4876800" y="1752600"/>
              <a:ext cx="685800" cy="685800"/>
            </a:xfrm>
            <a:prstGeom prst="ellipse">
              <a:avLst/>
            </a:prstGeom>
            <a:noFill/>
            <a:ln w="44450" cmpd="sng">
              <a:solidFill>
                <a:srgbClr val="33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3994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5403945"/>
              </p:ext>
            </p:extLst>
          </p:nvPr>
        </p:nvGraphicFramePr>
        <p:xfrm>
          <a:off x="4264024" y="5562600"/>
          <a:ext cx="3421123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83" name="Equation" r:id="rId9" imgW="1091880" imgH="203040" progId="Equation.DSMT4">
                  <p:embed/>
                </p:oleObj>
              </mc:Choice>
              <mc:Fallback>
                <p:oleObj name="Equation" r:id="rId9" imgW="1091880" imgH="20304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4024" y="5562600"/>
                        <a:ext cx="3421123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0258706"/>
              </p:ext>
            </p:extLst>
          </p:nvPr>
        </p:nvGraphicFramePr>
        <p:xfrm>
          <a:off x="508000" y="2209800"/>
          <a:ext cx="1570074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84" name="Equation" r:id="rId11" imgW="698400" imgH="203040" progId="Equation.DSMT4">
                  <p:embed/>
                </p:oleObj>
              </mc:Choice>
              <mc:Fallback>
                <p:oleObj name="Equation" r:id="rId11" imgW="698400" imgH="2030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00" y="2209800"/>
                        <a:ext cx="1570074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8298057"/>
              </p:ext>
            </p:extLst>
          </p:nvPr>
        </p:nvGraphicFramePr>
        <p:xfrm>
          <a:off x="228600" y="2819400"/>
          <a:ext cx="2025956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85" name="Equation" r:id="rId13" imgW="939600" imgH="634680" progId="Equation.DSMT4">
                  <p:embed/>
                </p:oleObj>
              </mc:Choice>
              <mc:Fallback>
                <p:oleObj name="Equation" r:id="rId13" imgW="939600" imgH="63468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819400"/>
                        <a:ext cx="2025956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99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99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99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99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9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6400800" y="2965655"/>
            <a:ext cx="2133600" cy="1600200"/>
            <a:chOff x="5562600" y="990600"/>
            <a:chExt cx="2743200" cy="1828800"/>
          </a:xfrm>
        </p:grpSpPr>
        <p:grpSp>
          <p:nvGrpSpPr>
            <p:cNvPr id="30" name="Group 29"/>
            <p:cNvGrpSpPr/>
            <p:nvPr/>
          </p:nvGrpSpPr>
          <p:grpSpPr>
            <a:xfrm>
              <a:off x="5562600" y="990600"/>
              <a:ext cx="2286794" cy="1828800"/>
              <a:chOff x="3810000" y="1067594"/>
              <a:chExt cx="2286794" cy="1828800"/>
            </a:xfrm>
          </p:grpSpPr>
          <p:cxnSp>
            <p:nvCxnSpPr>
              <p:cNvPr id="31" name="Straight Connector 30"/>
              <p:cNvCxnSpPr/>
              <p:nvPr/>
            </p:nvCxnSpPr>
            <p:spPr>
              <a:xfrm rot="5400000">
                <a:off x="3962400" y="1981200"/>
                <a:ext cx="18288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 rot="10800000" flipV="1">
                <a:off x="3810000" y="2133600"/>
                <a:ext cx="2286794" cy="79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Arc 35"/>
            <p:cNvSpPr/>
            <p:nvPr/>
          </p:nvSpPr>
          <p:spPr>
            <a:xfrm>
              <a:off x="6629400" y="1447800"/>
              <a:ext cx="1676400" cy="1219200"/>
            </a:xfrm>
            <a:prstGeom prst="arc">
              <a:avLst>
                <a:gd name="adj1" fmla="val 10762858"/>
                <a:gd name="adj2" fmla="val 16570980"/>
              </a:avLst>
            </a:prstGeom>
            <a:ln w="44450">
              <a:solidFill>
                <a:srgbClr val="33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Connector 39"/>
            <p:cNvCxnSpPr>
              <a:stCxn id="36" idx="0"/>
              <a:endCxn id="36" idx="2"/>
            </p:cNvCxnSpPr>
            <p:nvPr/>
          </p:nvCxnSpPr>
          <p:spPr>
            <a:xfrm rot="5400000" flipH="1" flipV="1">
              <a:off x="6773078" y="1306096"/>
              <a:ext cx="616772" cy="903945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/>
          <p:cNvGrpSpPr/>
          <p:nvPr/>
        </p:nvGrpSpPr>
        <p:grpSpPr>
          <a:xfrm>
            <a:off x="3200400" y="2769362"/>
            <a:ext cx="1778617" cy="1752600"/>
            <a:chOff x="5562600" y="816429"/>
            <a:chExt cx="2286794" cy="2002971"/>
          </a:xfrm>
        </p:grpSpPr>
        <p:grpSp>
          <p:nvGrpSpPr>
            <p:cNvPr id="44" name="Group 29"/>
            <p:cNvGrpSpPr/>
            <p:nvPr/>
          </p:nvGrpSpPr>
          <p:grpSpPr>
            <a:xfrm>
              <a:off x="5562600" y="990600"/>
              <a:ext cx="2286794" cy="1828800"/>
              <a:chOff x="3810000" y="1067594"/>
              <a:chExt cx="2286794" cy="1828800"/>
            </a:xfrm>
          </p:grpSpPr>
          <p:cxnSp>
            <p:nvCxnSpPr>
              <p:cNvPr id="47" name="Straight Connector 46"/>
              <p:cNvCxnSpPr/>
              <p:nvPr/>
            </p:nvCxnSpPr>
            <p:spPr>
              <a:xfrm rot="5400000">
                <a:off x="3962400" y="1981200"/>
                <a:ext cx="18288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 rot="10800000" flipV="1">
                <a:off x="3810000" y="2133600"/>
                <a:ext cx="2286794" cy="79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Arc 44"/>
            <p:cNvSpPr/>
            <p:nvPr/>
          </p:nvSpPr>
          <p:spPr>
            <a:xfrm rot="10800000">
              <a:off x="5856514" y="816429"/>
              <a:ext cx="1676400" cy="1219200"/>
            </a:xfrm>
            <a:prstGeom prst="arc">
              <a:avLst>
                <a:gd name="adj1" fmla="val 10762858"/>
                <a:gd name="adj2" fmla="val 16570980"/>
              </a:avLst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cxnSp>
          <p:nvCxnSpPr>
            <p:cNvPr id="46" name="Straight Connector 45"/>
            <p:cNvCxnSpPr>
              <a:stCxn id="45" idx="0"/>
              <a:endCxn id="45" idx="2"/>
            </p:cNvCxnSpPr>
            <p:nvPr/>
          </p:nvCxnSpPr>
          <p:spPr>
            <a:xfrm rot="16200000" flipH="1" flipV="1">
              <a:off x="6769141" y="1269547"/>
              <a:ext cx="615268" cy="912132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994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7450896"/>
              </p:ext>
            </p:extLst>
          </p:nvPr>
        </p:nvGraphicFramePr>
        <p:xfrm>
          <a:off x="2743200" y="985837"/>
          <a:ext cx="6164262" cy="168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19" name="Equation" r:id="rId3" imgW="2514600" imgH="685800" progId="Equation.DSMT4">
                  <p:embed/>
                </p:oleObj>
              </mc:Choice>
              <mc:Fallback>
                <p:oleObj name="Equation" r:id="rId3" imgW="25146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985837"/>
                        <a:ext cx="6164262" cy="168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1732504"/>
              </p:ext>
            </p:extLst>
          </p:nvPr>
        </p:nvGraphicFramePr>
        <p:xfrm>
          <a:off x="142875" y="228600"/>
          <a:ext cx="8294688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20" name="Equation" r:id="rId5" imgW="3695400" imgH="203040" progId="Equation.DSMT4">
                  <p:embed/>
                </p:oleObj>
              </mc:Choice>
              <mc:Fallback>
                <p:oleObj name="Equation" r:id="rId5" imgW="3695400" imgH="20304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" y="228600"/>
                        <a:ext cx="8294688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Group 26"/>
          <p:cNvGrpSpPr/>
          <p:nvPr/>
        </p:nvGrpSpPr>
        <p:grpSpPr>
          <a:xfrm>
            <a:off x="76200" y="761205"/>
            <a:ext cx="2286794" cy="1828800"/>
            <a:chOff x="3810000" y="1067594"/>
            <a:chExt cx="2286794" cy="1828800"/>
          </a:xfrm>
        </p:grpSpPr>
        <p:cxnSp>
          <p:nvCxnSpPr>
            <p:cNvPr id="28" name="Straight Connector 27"/>
            <p:cNvCxnSpPr/>
            <p:nvPr/>
          </p:nvCxnSpPr>
          <p:spPr>
            <a:xfrm rot="5400000">
              <a:off x="3962400" y="1981200"/>
              <a:ext cx="18288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10800000" flipV="1">
              <a:off x="3810000" y="2133600"/>
              <a:ext cx="2286794" cy="7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/>
            <p:cNvSpPr/>
            <p:nvPr/>
          </p:nvSpPr>
          <p:spPr>
            <a:xfrm>
              <a:off x="4572000" y="1447800"/>
              <a:ext cx="685800" cy="685800"/>
            </a:xfrm>
            <a:prstGeom prst="ellipse">
              <a:avLst/>
            </a:prstGeom>
            <a:noFill/>
            <a:ln w="41275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4876800" y="1752600"/>
              <a:ext cx="685800" cy="685800"/>
            </a:xfrm>
            <a:prstGeom prst="ellipse">
              <a:avLst/>
            </a:prstGeom>
            <a:noFill/>
            <a:ln w="44450" cmpd="sng">
              <a:solidFill>
                <a:srgbClr val="33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85087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9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9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0937512"/>
              </p:ext>
            </p:extLst>
          </p:nvPr>
        </p:nvGraphicFramePr>
        <p:xfrm>
          <a:off x="98425" y="228600"/>
          <a:ext cx="858837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2" name="Equation" r:id="rId3" imgW="3746160" imgH="431640" progId="Equation.DSMT4">
                  <p:embed/>
                </p:oleObj>
              </mc:Choice>
              <mc:Fallback>
                <p:oleObj name="Equation" r:id="rId3" imgW="3746160" imgH="4316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25" y="228600"/>
                        <a:ext cx="8588375" cy="9906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4055725"/>
              </p:ext>
            </p:extLst>
          </p:nvPr>
        </p:nvGraphicFramePr>
        <p:xfrm>
          <a:off x="2301875" y="4419600"/>
          <a:ext cx="6416675" cy="202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3" name="Equation" r:id="rId5" imgW="2666880" imgH="838080" progId="Equation.DSMT4">
                  <p:embed/>
                </p:oleObj>
              </mc:Choice>
              <mc:Fallback>
                <p:oleObj name="Equation" r:id="rId5" imgW="2666880" imgH="83808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875" y="4419600"/>
                        <a:ext cx="6416675" cy="202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2487998"/>
              </p:ext>
            </p:extLst>
          </p:nvPr>
        </p:nvGraphicFramePr>
        <p:xfrm>
          <a:off x="2732087" y="1600200"/>
          <a:ext cx="6411913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4" name="Equation" r:id="rId7" imgW="2616120" imgH="685800" progId="Equation.DSMT4">
                  <p:embed/>
                </p:oleObj>
              </mc:Choice>
              <mc:Fallback>
                <p:oleObj name="Equation" r:id="rId7" imgW="2616120" imgH="6858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2087" y="1600200"/>
                        <a:ext cx="6411913" cy="168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" name="Group 36"/>
          <p:cNvGrpSpPr/>
          <p:nvPr/>
        </p:nvGrpSpPr>
        <p:grpSpPr>
          <a:xfrm>
            <a:off x="76200" y="1524794"/>
            <a:ext cx="2383843" cy="1828800"/>
            <a:chOff x="2286000" y="1524794"/>
            <a:chExt cx="2383843" cy="1828800"/>
          </a:xfrm>
        </p:grpSpPr>
        <p:grpSp>
          <p:nvGrpSpPr>
            <p:cNvPr id="34" name="Group 33"/>
            <p:cNvGrpSpPr/>
            <p:nvPr/>
          </p:nvGrpSpPr>
          <p:grpSpPr>
            <a:xfrm>
              <a:off x="2286000" y="1524794"/>
              <a:ext cx="2383843" cy="1828800"/>
              <a:chOff x="2286000" y="1524794"/>
              <a:chExt cx="2383843" cy="1828800"/>
            </a:xfrm>
          </p:grpSpPr>
          <p:sp>
            <p:nvSpPr>
              <p:cNvPr id="32" name="Oval 31"/>
              <p:cNvSpPr/>
              <p:nvPr/>
            </p:nvSpPr>
            <p:spPr>
              <a:xfrm>
                <a:off x="2590800" y="1524794"/>
                <a:ext cx="1752600" cy="1751806"/>
              </a:xfrm>
              <a:prstGeom prst="ellipse">
                <a:avLst/>
              </a:prstGeom>
              <a:solidFill>
                <a:srgbClr val="336600">
                  <a:alpha val="94000"/>
                </a:srgbClr>
              </a:solidFill>
              <a:ln w="47625" cmpd="sng">
                <a:solidFill>
                  <a:srgbClr val="336600"/>
                </a:solidFill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5" name="Straight Connector 24"/>
              <p:cNvCxnSpPr/>
              <p:nvPr/>
            </p:nvCxnSpPr>
            <p:spPr>
              <a:xfrm rot="5400000">
                <a:off x="1676400" y="2438400"/>
                <a:ext cx="18288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Oval 29"/>
              <p:cNvSpPr/>
              <p:nvPr/>
            </p:nvSpPr>
            <p:spPr>
              <a:xfrm>
                <a:off x="2590800" y="2209800"/>
                <a:ext cx="1219200" cy="381000"/>
              </a:xfrm>
              <a:prstGeom prst="ellipse">
                <a:avLst/>
              </a:prstGeom>
              <a:solidFill>
                <a:srgbClr val="002060">
                  <a:alpha val="89000"/>
                </a:srgbClr>
              </a:solidFill>
              <a:ln w="47625" cmpd="sng">
                <a:solidFill>
                  <a:srgbClr val="002060"/>
                </a:solidFill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8" name="Straight Connector 27"/>
              <p:cNvCxnSpPr/>
              <p:nvPr/>
            </p:nvCxnSpPr>
            <p:spPr>
              <a:xfrm flipV="1">
                <a:off x="2286000" y="2400697"/>
                <a:ext cx="2383843" cy="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/>
            <p:cNvSpPr txBox="1"/>
            <p:nvPr/>
          </p:nvSpPr>
          <p:spPr>
            <a:xfrm>
              <a:off x="3677264" y="2438400"/>
              <a:ext cx="9925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</a:rPr>
                <a:t>2</a:t>
              </a:r>
              <a:r>
                <a:rPr lang="en-US" dirty="0" smtClean="0"/>
                <a:t>       3</a:t>
              </a:r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99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99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8.1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6&quot;/&gt;&lt;/object&gt;&lt;object type=&quot;3&quot; unique_id=&quot;10004&quot;&gt;&lt;property id=&quot;20148&quot; value=&quot;5&quot;/&gt;&lt;property id=&quot;20300&quot; value=&quot;Slide 2&quot;/&gt;&lt;property id=&quot;20307&quot; value=&quot;258&quot;/&gt;&lt;/object&gt;&lt;object type=&quot;3&quot; unique_id=&quot;10005&quot;&gt;&lt;property id=&quot;20148&quot; value=&quot;5&quot;/&gt;&lt;property id=&quot;20300&quot; value=&quot;Slide 3&quot;/&gt;&lt;property id=&quot;20307&quot; value=&quot;263&quot;/&gt;&lt;/object&gt;&lt;object type=&quot;3&quot; unique_id=&quot;10006&quot;&gt;&lt;property id=&quot;20148&quot; value=&quot;5&quot;/&gt;&lt;property id=&quot;20300&quot; value=&quot;Slide 4&quot;/&gt;&lt;property id=&quot;20307&quot; value=&quot;272&quot;/&gt;&lt;/object&gt;&lt;object type=&quot;3&quot; unique_id=&quot;10007&quot;&gt;&lt;property id=&quot;20148&quot; value=&quot;5&quot;/&gt;&lt;property id=&quot;20300&quot; value=&quot;Slide 5&quot;/&gt;&lt;property id=&quot;20307&quot; value=&quot;265&quot;/&gt;&lt;/object&gt;&lt;object type=&quot;3&quot; unique_id=&quot;10008&quot;&gt;&lt;property id=&quot;20148&quot; value=&quot;5&quot;/&gt;&lt;property id=&quot;20300&quot; value=&quot;Slide 6&quot;/&gt;&lt;property id=&quot;20307&quot; value=&quot;273&quot;/&gt;&lt;/object&gt;&lt;object type=&quot;3&quot; unique_id=&quot;10009&quot;&gt;&lt;property id=&quot;20148&quot; value=&quot;5&quot;/&gt;&lt;property id=&quot;20300&quot; value=&quot;Slide 7&quot;/&gt;&lt;property id=&quot;20307&quot; value=&quot;318&quot;/&gt;&lt;/object&gt;&lt;object type=&quot;3&quot; unique_id=&quot;10010&quot;&gt;&lt;property id=&quot;20148&quot; value=&quot;5&quot;/&gt;&lt;property id=&quot;20300&quot; value=&quot;Slide 8&quot;/&gt;&lt;property id=&quot;20307&quot; value=&quot;332&quot;/&gt;&lt;/object&gt;&lt;object type=&quot;3&quot; unique_id=&quot;10011&quot;&gt;&lt;property id=&quot;20148&quot; value=&quot;5&quot;/&gt;&lt;property id=&quot;20300&quot; value=&quot;Slide 9&quot;/&gt;&lt;property id=&quot;20307&quot; value=&quot;319&quot;/&gt;&lt;/object&gt;&lt;object type=&quot;3&quot; unique_id=&quot;10012&quot;&gt;&lt;property id=&quot;20148&quot; value=&quot;5&quot;/&gt;&lt;property id=&quot;20300&quot; value=&quot;Slide 10&quot;/&gt;&lt;property id=&quot;20307&quot; value=&quot;320&quot;/&gt;&lt;/object&gt;&lt;object type=&quot;3&quot; unique_id=&quot;10013&quot;&gt;&lt;property id=&quot;20148&quot; value=&quot;5&quot;/&gt;&lt;property id=&quot;20300&quot; value=&quot;Slide 11&quot;/&gt;&lt;property id=&quot;20307&quot; value=&quot;321&quot;/&gt;&lt;/object&gt;&lt;object type=&quot;3&quot; unique_id=&quot;10014&quot;&gt;&lt;property id=&quot;20148&quot; value=&quot;5&quot;/&gt;&lt;property id=&quot;20300&quot; value=&quot;Slide 12&quot;/&gt;&lt;property id=&quot;20307&quot; value=&quot;322&quot;/&gt;&lt;/object&gt;&lt;object type=&quot;3&quot; unique_id=&quot;10015&quot;&gt;&lt;property id=&quot;20148&quot; value=&quot;5&quot;/&gt;&lt;property id=&quot;20300&quot; value=&quot;Slide 13&quot;/&gt;&lt;property id=&quot;20307&quot; value=&quot;323&quot;/&gt;&lt;/object&gt;&lt;object type=&quot;3&quot; unique_id=&quot;10016&quot;&gt;&lt;property id=&quot;20148&quot; value=&quot;5&quot;/&gt;&lt;property id=&quot;20300&quot; value=&quot;Slide 14&quot;/&gt;&lt;property id=&quot;20307&quot; value=&quot;324&quot;/&gt;&lt;/object&gt;&lt;object type=&quot;3&quot; unique_id=&quot;10017&quot;&gt;&lt;property id=&quot;20148&quot; value=&quot;5&quot;/&gt;&lt;property id=&quot;20300&quot; value=&quot;Slide 15&quot;/&gt;&lt;property id=&quot;20307&quot; value=&quot;330&quot;/&gt;&lt;/object&gt;&lt;object type=&quot;3&quot; unique_id=&quot;10018&quot;&gt;&lt;property id=&quot;20148&quot; value=&quot;5&quot;/&gt;&lt;property id=&quot;20300&quot; value=&quot;Slide 16&quot;/&gt;&lt;property id=&quot;20307&quot; value=&quot;331&quot;/&gt;&lt;/object&gt;&lt;object type=&quot;3&quot; unique_id=&quot;10019&quot;&gt;&lt;property id=&quot;20148&quot; value=&quot;5&quot;/&gt;&lt;property id=&quot;20300&quot; value=&quot;Slide 17&quot;/&gt;&lt;property id=&quot;20307&quot; value=&quot;269&quot;/&gt;&lt;/object&gt;&lt;object type=&quot;3&quot; unique_id=&quot;10020&quot;&gt;&lt;property id=&quot;20148&quot; value=&quot;5&quot;/&gt;&lt;property id=&quot;20300&quot; value=&quot;Slide 18&quot;/&gt;&lt;property id=&quot;20307&quot; value=&quot;278&quot;/&gt;&lt;/object&gt;&lt;object type=&quot;3&quot; unique_id=&quot;10021&quot;&gt;&lt;property id=&quot;20148&quot; value=&quot;5&quot;/&gt;&lt;property id=&quot;20300&quot; value=&quot;Slide 19&quot;/&gt;&lt;property id=&quot;20307&quot; value=&quot;279&quot;/&gt;&lt;/object&gt;&lt;object type=&quot;3&quot; unique_id=&quot;10022&quot;&gt;&lt;property id=&quot;20148&quot; value=&quot;5&quot;/&gt;&lt;property id=&quot;20300&quot; value=&quot;Slide 20&quot;/&gt;&lt;property id=&quot;20307&quot; value=&quot;280&quot;/&gt;&lt;/object&gt;&lt;object type=&quot;3&quot; unique_id=&quot;10023&quot;&gt;&lt;property id=&quot;20148&quot; value=&quot;5&quot;/&gt;&lt;property id=&quot;20300&quot; value=&quot;Slide 21&quot;/&gt;&lt;property id=&quot;20307&quot; value=&quot;281&quot;/&gt;&lt;/object&gt;&lt;object type=&quot;3&quot; unique_id=&quot;10024&quot;&gt;&lt;property id=&quot;20148&quot; value=&quot;5&quot;/&gt;&lt;property id=&quot;20300&quot; value=&quot;Slide 22&quot;/&gt;&lt;property id=&quot;20307&quot; value=&quot;282&quot;/&gt;&lt;/object&gt;&lt;object type=&quot;3&quot; unique_id=&quot;10025&quot;&gt;&lt;property id=&quot;20148&quot; value=&quot;5&quot;/&gt;&lt;property id=&quot;20300&quot; value=&quot;Slide 23&quot;/&gt;&lt;property id=&quot;20307&quot; value=&quot;287&quot;/&gt;&lt;/object&gt;&lt;object type=&quot;3&quot; unique_id=&quot;10026&quot;&gt;&lt;property id=&quot;20148&quot; value=&quot;5&quot;/&gt;&lt;property id=&quot;20300&quot; value=&quot;Slide 24&quot;/&gt;&lt;property id=&quot;20307&quot; value=&quot;286&quot;/&gt;&lt;/object&gt;&lt;object type=&quot;3&quot; unique_id=&quot;10027&quot;&gt;&lt;property id=&quot;20148&quot; value=&quot;5&quot;/&gt;&lt;property id=&quot;20300&quot; value=&quot;Slide 25&quot;/&gt;&lt;property id=&quot;20307&quot; value=&quot;283&quot;/&gt;&lt;/object&gt;&lt;object type=&quot;3&quot; unique_id=&quot;10028&quot;&gt;&lt;property id=&quot;20148&quot; value=&quot;5&quot;/&gt;&lt;property id=&quot;20300&quot; value=&quot;Slide 26&quot;/&gt;&lt;property id=&quot;20307&quot; value=&quot;284&quot;/&gt;&lt;/object&gt;&lt;object type=&quot;3&quot; unique_id=&quot;10029&quot;&gt;&lt;property id=&quot;20148&quot; value=&quot;5&quot;/&gt;&lt;property id=&quot;20300&quot; value=&quot;Slide 27&quot;/&gt;&lt;property id=&quot;20307&quot; value=&quot;277&quot;/&gt;&lt;/object&gt;&lt;object type=&quot;3&quot; unique_id=&quot;10030&quot;&gt;&lt;property id=&quot;20148&quot; value=&quot;5&quot;/&gt;&lt;property id=&quot;20300&quot; value=&quot;Slide 28&quot;/&gt;&lt;property id=&quot;20307&quot; value=&quot;288&quot;/&gt;&lt;/object&gt;&lt;object type=&quot;3&quot; unique_id=&quot;10031&quot;&gt;&lt;property id=&quot;20148&quot; value=&quot;5&quot;/&gt;&lt;property id=&quot;20300&quot; value=&quot;Slide 29&quot;/&gt;&lt;property id=&quot;20307&quot; value=&quot;289&quot;/&gt;&lt;/object&gt;&lt;object type=&quot;3&quot; unique_id=&quot;10032&quot;&gt;&lt;property id=&quot;20148&quot; value=&quot;5&quot;/&gt;&lt;property id=&quot;20300&quot; value=&quot;Slide 30&quot;/&gt;&lt;property id=&quot;20307&quot; value=&quot;290&quot;/&gt;&lt;/object&gt;&lt;object type=&quot;3&quot; unique_id=&quot;10033&quot;&gt;&lt;property id=&quot;20148&quot; value=&quot;5&quot;/&gt;&lt;property id=&quot;20300&quot; value=&quot;Slide 31&quot;/&gt;&lt;property id=&quot;20307&quot; value=&quot;291&quot;/&gt;&lt;/object&gt;&lt;object type=&quot;3&quot; unique_id=&quot;10034&quot;&gt;&lt;property id=&quot;20148&quot; value=&quot;5&quot;/&gt;&lt;property id=&quot;20300&quot; value=&quot;Slide 32&quot;/&gt;&lt;property id=&quot;20307&quot; value=&quot;292&quot;/&gt;&lt;/object&gt;&lt;object type=&quot;3&quot; unique_id=&quot;10035&quot;&gt;&lt;property id=&quot;20148&quot; value=&quot;5&quot;/&gt;&lt;property id=&quot;20300&quot; value=&quot;Slide 33&quot;/&gt;&lt;property id=&quot;20307&quot; value=&quot;294&quot;/&gt;&lt;/object&gt;&lt;object type=&quot;3&quot; unique_id=&quot;10036&quot;&gt;&lt;property id=&quot;20148&quot; value=&quot;5&quot;/&gt;&lt;property id=&quot;20300&quot; value=&quot;Slide 34&quot;/&gt;&lt;property id=&quot;20307&quot; value=&quot;295&quot;/&gt;&lt;/object&gt;&lt;object type=&quot;3&quot; unique_id=&quot;10037&quot;&gt;&lt;property id=&quot;20148&quot; value=&quot;5&quot;/&gt;&lt;property id=&quot;20300&quot; value=&quot;Slide 35&quot;/&gt;&lt;property id=&quot;20307&quot; value=&quot;293&quot;/&gt;&lt;/object&gt;&lt;object type=&quot;3&quot; unique_id=&quot;10038&quot;&gt;&lt;property id=&quot;20148&quot; value=&quot;5&quot;/&gt;&lt;property id=&quot;20300&quot; value=&quot;Slide 36&quot;/&gt;&lt;property id=&quot;20307&quot; value=&quot;275&quot;/&gt;&lt;/object&gt;&lt;object type=&quot;3&quot; unique_id=&quot;10039&quot;&gt;&lt;property id=&quot;20148&quot; value=&quot;5&quot;/&gt;&lt;property id=&quot;20300&quot; value=&quot;Slide 37&quot;/&gt;&lt;property id=&quot;20307&quot; value=&quot;297&quot;/&gt;&lt;/object&gt;&lt;object type=&quot;3&quot; unique_id=&quot;10040&quot;&gt;&lt;property id=&quot;20148&quot; value=&quot;5&quot;/&gt;&lt;property id=&quot;20300&quot; value=&quot;Slide 38&quot;/&gt;&lt;property id=&quot;20307&quot; value=&quot;298&quot;/&gt;&lt;/object&gt;&lt;object type=&quot;3&quot; unique_id=&quot;10041&quot;&gt;&lt;property id=&quot;20148&quot; value=&quot;5&quot;/&gt;&lt;property id=&quot;20300&quot; value=&quot;Slide 39&quot;/&gt;&lt;property id=&quot;20307&quot; value=&quot;299&quot;/&gt;&lt;/object&gt;&lt;object type=&quot;3&quot; unique_id=&quot;10042&quot;&gt;&lt;property id=&quot;20148&quot; value=&quot;5&quot;/&gt;&lt;property id=&quot;20300&quot; value=&quot;Slide 40&quot;/&gt;&lt;property id=&quot;20307&quot; value=&quot;300&quot;/&gt;&lt;/object&gt;&lt;object type=&quot;3&quot; unique_id=&quot;10043&quot;&gt;&lt;property id=&quot;20148&quot; value=&quot;5&quot;/&gt;&lt;property id=&quot;20300&quot; value=&quot;Slide 41&quot;/&gt;&lt;property id=&quot;20307&quot; value=&quot;301&quot;/&gt;&lt;/object&gt;&lt;object type=&quot;3&quot; unique_id=&quot;10044&quot;&gt;&lt;property id=&quot;20148&quot; value=&quot;5&quot;/&gt;&lt;property id=&quot;20300&quot; value=&quot;Slide 42&quot;/&gt;&lt;property id=&quot;20307&quot; value=&quot;302&quot;/&gt;&lt;/object&gt;&lt;object type=&quot;3&quot; unique_id=&quot;10045&quot;&gt;&lt;property id=&quot;20148&quot; value=&quot;5&quot;/&gt;&lt;property id=&quot;20300&quot; value=&quot;Slide 43&quot;/&gt;&lt;property id=&quot;20307&quot; value=&quot;303&quot;/&gt;&lt;/object&gt;&lt;object type=&quot;3&quot; unique_id=&quot;10046&quot;&gt;&lt;property id=&quot;20148&quot; value=&quot;5&quot;/&gt;&lt;property id=&quot;20300&quot; value=&quot;Slide 44&quot;/&gt;&lt;property id=&quot;20307&quot; value=&quot;304&quot;/&gt;&lt;/object&gt;&lt;object type=&quot;3&quot; unique_id=&quot;10047&quot;&gt;&lt;property id=&quot;20148&quot; value=&quot;5&quot;/&gt;&lt;property id=&quot;20300&quot; value=&quot;Slide 45&quot;/&gt;&lt;property id=&quot;20307&quot; value=&quot;276&quot;/&gt;&lt;/object&gt;&lt;object type=&quot;3&quot; unique_id=&quot;10048&quot;&gt;&lt;property id=&quot;20148&quot; value=&quot;5&quot;/&gt;&lt;property id=&quot;20300&quot; value=&quot;Slide 46&quot;/&gt;&lt;property id=&quot;20307&quot; value=&quot;306&quot;/&gt;&lt;/object&gt;&lt;object type=&quot;3&quot; unique_id=&quot;10049&quot;&gt;&lt;property id=&quot;20148&quot; value=&quot;5&quot;/&gt;&lt;property id=&quot;20300&quot; value=&quot;Slide 47&quot;/&gt;&lt;property id=&quot;20307&quot; value=&quot;307&quot;/&gt;&lt;/object&gt;&lt;object type=&quot;3&quot; unique_id=&quot;10050&quot;&gt;&lt;property id=&quot;20148&quot; value=&quot;5&quot;/&gt;&lt;property id=&quot;20300&quot; value=&quot;Slide 48&quot;/&gt;&lt;property id=&quot;20307&quot; value=&quot;308&quot;/&gt;&lt;/object&gt;&lt;object type=&quot;3&quot; unique_id=&quot;10051&quot;&gt;&lt;property id=&quot;20148&quot; value=&quot;5&quot;/&gt;&lt;property id=&quot;20300&quot; value=&quot;Slide 49&quot;/&gt;&lt;property id=&quot;20307&quot; value=&quot;309&quot;/&gt;&lt;/object&gt;&lt;object type=&quot;3&quot; unique_id=&quot;10052&quot;&gt;&lt;property id=&quot;20148&quot; value=&quot;5&quot;/&gt;&lt;property id=&quot;20300&quot; value=&quot;Slide 50&quot;/&gt;&lt;property id=&quot;20307&quot; value=&quot;310&quot;/&gt;&lt;/object&gt;&lt;object type=&quot;3&quot; unique_id=&quot;10053&quot;&gt;&lt;property id=&quot;20148&quot; value=&quot;5&quot;/&gt;&lt;property id=&quot;20300&quot; value=&quot;Slide 51&quot;/&gt;&lt;property id=&quot;20307&quot; value=&quot;312&quot;/&gt;&lt;/object&gt;&lt;object type=&quot;3&quot; unique_id=&quot;10054&quot;&gt;&lt;property id=&quot;20148&quot; value=&quot;5&quot;/&gt;&lt;property id=&quot;20300&quot; value=&quot;Slide 52&quot;/&gt;&lt;property id=&quot;20307&quot; value=&quot;313&quot;/&gt;&lt;/object&gt;&lt;object type=&quot;3&quot; unique_id=&quot;10055&quot;&gt;&lt;property id=&quot;20148&quot; value=&quot;5&quot;/&gt;&lt;property id=&quot;20300&quot; value=&quot;Slide 53&quot;/&gt;&lt;property id=&quot;20307&quot; value=&quot;311&quot;/&gt;&lt;/object&gt;&lt;object type=&quot;3&quot; unique_id=&quot;10056&quot;&gt;&lt;property id=&quot;20148&quot; value=&quot;5&quot;/&gt;&lt;property id=&quot;20300&quot; value=&quot;Slide 54 - &amp;quot;Big Idea&amp;quot;&quot;/&gt;&lt;property id=&quot;20307&quot; value=&quot;314&quot;/&gt;&lt;/object&gt;&lt;object type=&quot;3&quot; unique_id=&quot;10057&quot;&gt;&lt;property id=&quot;20148&quot; value=&quot;5&quot;/&gt;&lt;property id=&quot;20300&quot; value=&quot;Slide 55&quot;/&gt;&lt;property id=&quot;20307&quot; value=&quot;266&quot;/&gt;&lt;/object&gt;&lt;object type=&quot;3&quot; unique_id=&quot;10058&quot;&gt;&lt;property id=&quot;20148&quot; value=&quot;5&quot;/&gt;&lt;property id=&quot;20300&quot; value=&quot;Slide 56&quot;/&gt;&lt;property id=&quot;20307&quot; value=&quot;267&quot;/&gt;&lt;/object&gt;&lt;object type=&quot;3&quot; unique_id=&quot;10059&quot;&gt;&lt;property id=&quot;20148&quot; value=&quot;5&quot;/&gt;&lt;property id=&quot;20300&quot; value=&quot;Slide 57&quot;/&gt;&lt;property id=&quot;20307&quot; value=&quot;315&quot;/&gt;&lt;/object&gt;&lt;object type=&quot;3&quot; unique_id=&quot;10060&quot;&gt;&lt;property id=&quot;20148&quot; value=&quot;5&quot;/&gt;&lt;property id=&quot;20300&quot; value=&quot;Slide 58&quot;/&gt;&lt;property id=&quot;20307&quot; value=&quot;270&quot;/&gt;&lt;/object&gt;&lt;object type=&quot;3&quot; unique_id=&quot;10061&quot;&gt;&lt;property id=&quot;20148&quot; value=&quot;5&quot;/&gt;&lt;property id=&quot;20300&quot; value=&quot;Slide 59&quot;/&gt;&lt;property id=&quot;20307&quot; value=&quot;316&quot;/&gt;&lt;/object&gt;&lt;object type=&quot;3&quot; unique_id=&quot;10062&quot;&gt;&lt;property id=&quot;20148&quot; value=&quot;5&quot;/&gt;&lt;property id=&quot;20300&quot; value=&quot;Slide 60&quot;/&gt;&lt;property id=&quot;20307&quot; value=&quot;271&quot;/&gt;&lt;/object&gt;&lt;/object&gt;&lt;object type=&quot;8&quot; unique_id=&quot;10124&quot;&gt;&lt;/object&gt;&lt;/object&gt;&lt;/database&gt;"/>
  <p:tag name="MMPROD_NEXTUNIQUEID" val="10009"/>
  <p:tag name="SECTOMILLISECCONVERTED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1476</TotalTime>
  <Words>836</Words>
  <Application>Microsoft Office PowerPoint</Application>
  <PresentationFormat>On-screen Show (4:3)</PresentationFormat>
  <Paragraphs>528</Paragraphs>
  <Slides>60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2" baseType="lpstr">
      <vt:lpstr>Concourse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Big Idea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211</dc:creator>
  <cp:lastModifiedBy>Raegan Higgins</cp:lastModifiedBy>
  <cp:revision>352</cp:revision>
  <dcterms:created xsi:type="dcterms:W3CDTF">2006-08-16T00:00:00Z</dcterms:created>
  <dcterms:modified xsi:type="dcterms:W3CDTF">2014-02-07T02:23:25Z</dcterms:modified>
</cp:coreProperties>
</file>