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1" r:id="rId3"/>
    <p:sldId id="258" r:id="rId4"/>
    <p:sldId id="262" r:id="rId5"/>
    <p:sldId id="263" r:id="rId6"/>
    <p:sldId id="260" r:id="rId7"/>
    <p:sldId id="259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4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0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9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67000" y="3124200"/>
            <a:ext cx="64723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9.4: Cross Products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-4480" y="298882"/>
            <a:ext cx="914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Definition</a:t>
            </a:r>
          </a:p>
          <a:p>
            <a:endParaRPr lang="en-US" sz="3200" dirty="0">
              <a:latin typeface="Calibri" pitchFamily="34" charset="0"/>
              <a:cs typeface="Calibri" pitchFamily="34" charset="0"/>
            </a:endParaRP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cross product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of &lt; v1, v2, v3&gt; and &lt;w1, w2, w3&gt;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is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845505"/>
              </p:ext>
            </p:extLst>
          </p:nvPr>
        </p:nvGraphicFramePr>
        <p:xfrm>
          <a:off x="2209800" y="2514600"/>
          <a:ext cx="3941762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3" imgW="1498320" imgH="711000" progId="Equation.DSMT4">
                  <p:embed/>
                </p:oleObj>
              </mc:Choice>
              <mc:Fallback>
                <p:oleObj name="Equation" r:id="rId3" imgW="14983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514600"/>
                        <a:ext cx="3941762" cy="187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437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959636"/>
              </p:ext>
            </p:extLst>
          </p:nvPr>
        </p:nvGraphicFramePr>
        <p:xfrm>
          <a:off x="0" y="152400"/>
          <a:ext cx="4511676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Equation" r:id="rId3" imgW="1714320" imgH="203040" progId="Equation.DSMT4">
                  <p:embed/>
                </p:oleObj>
              </mc:Choice>
              <mc:Fallback>
                <p:oleObj name="Equation" r:id="rId3" imgW="1714320" imgH="2030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4511676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953454"/>
              </p:ext>
            </p:extLst>
          </p:nvPr>
        </p:nvGraphicFramePr>
        <p:xfrm>
          <a:off x="3352800" y="1019289"/>
          <a:ext cx="2438400" cy="2074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5" imgW="838080" imgH="711000" progId="Equation.DSMT4">
                  <p:embed/>
                </p:oleObj>
              </mc:Choice>
              <mc:Fallback>
                <p:oleObj name="Equation" r:id="rId5" imgW="838080" imgH="711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019289"/>
                        <a:ext cx="2438400" cy="2074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138007"/>
              </p:ext>
            </p:extLst>
          </p:nvPr>
        </p:nvGraphicFramePr>
        <p:xfrm>
          <a:off x="357188" y="4027858"/>
          <a:ext cx="2005012" cy="129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7" imgW="711000" imgH="457200" progId="Equation.DSMT4">
                  <p:embed/>
                </p:oleObj>
              </mc:Choice>
              <mc:Fallback>
                <p:oleObj name="Equation" r:id="rId7" imgW="7110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4027858"/>
                        <a:ext cx="2005012" cy="129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641321"/>
              </p:ext>
            </p:extLst>
          </p:nvPr>
        </p:nvGraphicFramePr>
        <p:xfrm>
          <a:off x="2573338" y="4038600"/>
          <a:ext cx="242252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9" imgW="838080" imgH="457200" progId="Equation.DSMT4">
                  <p:embed/>
                </p:oleObj>
              </mc:Choice>
              <mc:Fallback>
                <p:oleObj name="Equation" r:id="rId9" imgW="83808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4038600"/>
                        <a:ext cx="2422525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155315"/>
              </p:ext>
            </p:extLst>
          </p:nvPr>
        </p:nvGraphicFramePr>
        <p:xfrm>
          <a:off x="5181600" y="4038600"/>
          <a:ext cx="2293937" cy="1292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11" imgW="812520" imgH="457200" progId="Equation.DSMT4">
                  <p:embed/>
                </p:oleObj>
              </mc:Choice>
              <mc:Fallback>
                <p:oleObj name="Equation" r:id="rId11" imgW="81252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038600"/>
                        <a:ext cx="2293937" cy="1292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0" y="1066800"/>
            <a:ext cx="304800" cy="1828800"/>
          </a:xfrm>
          <a:prstGeom prst="rect">
            <a:avLst/>
          </a:prstGeom>
          <a:solidFill>
            <a:schemeClr val="accent3">
              <a:lumMod val="75000"/>
              <a:alpha val="71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16200000">
            <a:off x="4361334" y="407894"/>
            <a:ext cx="533400" cy="1922931"/>
          </a:xfrm>
          <a:prstGeom prst="rect">
            <a:avLst/>
          </a:prstGeom>
          <a:solidFill>
            <a:schemeClr val="accent3">
              <a:lumMod val="75000"/>
              <a:alpha val="71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142035"/>
              </p:ext>
            </p:extLst>
          </p:nvPr>
        </p:nvGraphicFramePr>
        <p:xfrm>
          <a:off x="3675529" y="1122270"/>
          <a:ext cx="2508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13" imgW="88560" imgH="164880" progId="Equation.DSMT4">
                  <p:embed/>
                </p:oleObj>
              </mc:Choice>
              <mc:Fallback>
                <p:oleObj name="Equation" r:id="rId13" imgW="88560" imgH="1648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529" y="1122270"/>
                        <a:ext cx="2508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6" grpId="0" animBg="1"/>
      <p:bldP spid="1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0" name="Picture 6" descr="C:\Users\geowilli\Documents\teaching\1352\1352-ppt\misc\us ma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105150"/>
            <a:ext cx="575310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848429"/>
              </p:ext>
            </p:extLst>
          </p:nvPr>
        </p:nvGraphicFramePr>
        <p:xfrm>
          <a:off x="357188" y="111495"/>
          <a:ext cx="2005012" cy="129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4" imgW="711000" imgH="457200" progId="Equation.DSMT4">
                  <p:embed/>
                </p:oleObj>
              </mc:Choice>
              <mc:Fallback>
                <p:oleObj name="Equation" r:id="rId4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11495"/>
                        <a:ext cx="2005012" cy="129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597720"/>
              </p:ext>
            </p:extLst>
          </p:nvPr>
        </p:nvGraphicFramePr>
        <p:xfrm>
          <a:off x="2573338" y="122237"/>
          <a:ext cx="242252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Equation" r:id="rId6" imgW="838080" imgH="457200" progId="Equation.DSMT4">
                  <p:embed/>
                </p:oleObj>
              </mc:Choice>
              <mc:Fallback>
                <p:oleObj name="Equation" r:id="rId6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122237"/>
                        <a:ext cx="2422525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476565"/>
              </p:ext>
            </p:extLst>
          </p:nvPr>
        </p:nvGraphicFramePr>
        <p:xfrm>
          <a:off x="5181600" y="122237"/>
          <a:ext cx="2293937" cy="1292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Equation" r:id="rId8" imgW="812520" imgH="457200" progId="Equation.DSMT4">
                  <p:embed/>
                </p:oleObj>
              </mc:Choice>
              <mc:Fallback>
                <p:oleObj name="Equation" r:id="rId8" imgW="812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2237"/>
                        <a:ext cx="2293937" cy="1292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3276600" y="3409950"/>
            <a:ext cx="5105400" cy="23622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743200" y="3181350"/>
            <a:ext cx="4800600" cy="3200400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n 14"/>
          <p:cNvSpPr/>
          <p:nvPr/>
        </p:nvSpPr>
        <p:spPr>
          <a:xfrm>
            <a:off x="7620000" y="5860677"/>
            <a:ext cx="914400" cy="914400"/>
          </a:xfrm>
          <a:prstGeom prst="sun">
            <a:avLst/>
          </a:pr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/>
          <p:cNvSpPr/>
          <p:nvPr/>
        </p:nvSpPr>
        <p:spPr>
          <a:xfrm>
            <a:off x="8534400" y="3257550"/>
            <a:ext cx="533400" cy="304800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534400" y="37147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717281" y="37909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793481" y="36385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8869681" y="37909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022081" y="36385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655425" y="3638550"/>
            <a:ext cx="45719" cy="762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273354"/>
              </p:ext>
            </p:extLst>
          </p:nvPr>
        </p:nvGraphicFramePr>
        <p:xfrm>
          <a:off x="176213" y="2057400"/>
          <a:ext cx="33639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10" imgW="1193760" imgH="203040" progId="Equation.DSMT4">
                  <p:embed/>
                </p:oleObj>
              </mc:Choice>
              <mc:Fallback>
                <p:oleObj name="Equation" r:id="rId10" imgW="119376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2057400"/>
                        <a:ext cx="33639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Arrow Connector 20"/>
          <p:cNvCxnSpPr/>
          <p:nvPr/>
        </p:nvCxnSpPr>
        <p:spPr>
          <a:xfrm>
            <a:off x="685800" y="228600"/>
            <a:ext cx="1447800" cy="1066800"/>
          </a:xfrm>
          <a:prstGeom prst="straightConnector1">
            <a:avLst/>
          </a:prstGeom>
          <a:ln w="57150">
            <a:solidFill>
              <a:schemeClr val="accent1">
                <a:alpha val="4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33400" y="152400"/>
            <a:ext cx="1524000" cy="1143000"/>
          </a:xfrm>
          <a:prstGeom prst="straightConnector1">
            <a:avLst/>
          </a:prstGeom>
          <a:ln w="57150">
            <a:solidFill>
              <a:schemeClr val="accent1">
                <a:alpha val="5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55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97256"/>
              </p:ext>
            </p:extLst>
          </p:nvPr>
        </p:nvGraphicFramePr>
        <p:xfrm>
          <a:off x="357188" y="111495"/>
          <a:ext cx="2005012" cy="129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2" name="Equation" r:id="rId3" imgW="711000" imgH="457200" progId="Equation.DSMT4">
                  <p:embed/>
                </p:oleObj>
              </mc:Choice>
              <mc:Fallback>
                <p:oleObj name="Equation" r:id="rId3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11495"/>
                        <a:ext cx="2005012" cy="1291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416364"/>
              </p:ext>
            </p:extLst>
          </p:nvPr>
        </p:nvGraphicFramePr>
        <p:xfrm>
          <a:off x="2573338" y="122237"/>
          <a:ext cx="242252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3" name="Equation" r:id="rId5" imgW="838080" imgH="457200" progId="Equation.DSMT4">
                  <p:embed/>
                </p:oleObj>
              </mc:Choice>
              <mc:Fallback>
                <p:oleObj name="Equation" r:id="rId5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122237"/>
                        <a:ext cx="2422525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401615"/>
              </p:ext>
            </p:extLst>
          </p:nvPr>
        </p:nvGraphicFramePr>
        <p:xfrm>
          <a:off x="5181600" y="122237"/>
          <a:ext cx="2293937" cy="1292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4" name="Equation" r:id="rId7" imgW="812520" imgH="457200" progId="Equation.DSMT4">
                  <p:embed/>
                </p:oleObj>
              </mc:Choice>
              <mc:Fallback>
                <p:oleObj name="Equation" r:id="rId7" imgW="812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2237"/>
                        <a:ext cx="2293937" cy="1292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21199"/>
              </p:ext>
            </p:extLst>
          </p:nvPr>
        </p:nvGraphicFramePr>
        <p:xfrm>
          <a:off x="726140" y="2413697"/>
          <a:ext cx="1981200" cy="64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5" name="Equation" r:id="rId9" imgW="622080" imgH="203040" progId="Equation.DSMT4">
                  <p:embed/>
                </p:oleObj>
              </mc:Choice>
              <mc:Fallback>
                <p:oleObj name="Equation" r:id="rId9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140" y="2413697"/>
                        <a:ext cx="1981200" cy="649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Arrow Connector 20"/>
          <p:cNvCxnSpPr/>
          <p:nvPr/>
        </p:nvCxnSpPr>
        <p:spPr>
          <a:xfrm>
            <a:off x="685800" y="228600"/>
            <a:ext cx="1447800" cy="1066800"/>
          </a:xfrm>
          <a:prstGeom prst="straightConnector1">
            <a:avLst/>
          </a:prstGeom>
          <a:ln w="57150">
            <a:solidFill>
              <a:schemeClr val="accent1">
                <a:alpha val="48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533400" y="152400"/>
            <a:ext cx="1524000" cy="1143000"/>
          </a:xfrm>
          <a:prstGeom prst="straightConnector1">
            <a:avLst/>
          </a:prstGeom>
          <a:ln w="57150">
            <a:solidFill>
              <a:schemeClr val="accent1">
                <a:alpha val="5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894863"/>
              </p:ext>
            </p:extLst>
          </p:nvPr>
        </p:nvGraphicFramePr>
        <p:xfrm>
          <a:off x="2667000" y="4267200"/>
          <a:ext cx="3729046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name="Equation" r:id="rId11" imgW="1168200" imgH="203040" progId="Equation.DSMT4">
                  <p:embed/>
                </p:oleObj>
              </mc:Choice>
              <mc:Fallback>
                <p:oleObj name="Equation" r:id="rId11" imgW="1168200" imgH="2030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267200"/>
                        <a:ext cx="3729046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0194"/>
              </p:ext>
            </p:extLst>
          </p:nvPr>
        </p:nvGraphicFramePr>
        <p:xfrm>
          <a:off x="2868613" y="2419350"/>
          <a:ext cx="29591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7" name="Equation" r:id="rId13" imgW="901440" imgH="203040" progId="Equation.DSMT4">
                  <p:embed/>
                </p:oleObj>
              </mc:Choice>
              <mc:Fallback>
                <p:oleObj name="Equation" r:id="rId13" imgW="901440" imgH="2030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2419350"/>
                        <a:ext cx="29591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05332"/>
              </p:ext>
            </p:extLst>
          </p:nvPr>
        </p:nvGraphicFramePr>
        <p:xfrm>
          <a:off x="5991225" y="2417763"/>
          <a:ext cx="2846388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8" name="Equation" r:id="rId15" imgW="863280" imgH="203040" progId="Equation.DSMT4">
                  <p:embed/>
                </p:oleObj>
              </mc:Choice>
              <mc:Fallback>
                <p:oleObj name="Equation" r:id="rId15" imgW="8632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2417763"/>
                        <a:ext cx="2846388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9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509136"/>
              </p:ext>
            </p:extLst>
          </p:nvPr>
        </p:nvGraphicFramePr>
        <p:xfrm>
          <a:off x="3886200" y="914400"/>
          <a:ext cx="19939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Equation" r:id="rId3" imgW="622080" imgH="177480" progId="Equation.DSMT4">
                  <p:embed/>
                </p:oleObj>
              </mc:Choice>
              <mc:Fallback>
                <p:oleObj name="Equation" r:id="rId3" imgW="6220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914400"/>
                        <a:ext cx="1993900" cy="569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124200" y="204180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Properties</a:t>
            </a:r>
            <a:endParaRPr lang="en-US" sz="32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00746"/>
              </p:ext>
            </p:extLst>
          </p:nvPr>
        </p:nvGraphicFramePr>
        <p:xfrm>
          <a:off x="3313113" y="1905000"/>
          <a:ext cx="30114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5" imgW="939600" imgH="139680" progId="Equation.DSMT4">
                  <p:embed/>
                </p:oleObj>
              </mc:Choice>
              <mc:Fallback>
                <p:oleObj name="Equation" r:id="rId5" imgW="939600" imgH="1396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1905000"/>
                        <a:ext cx="301148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695215"/>
              </p:ext>
            </p:extLst>
          </p:nvPr>
        </p:nvGraphicFramePr>
        <p:xfrm>
          <a:off x="1905000" y="2667000"/>
          <a:ext cx="66341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7" imgW="2070000" imgH="203040" progId="Equation.DSMT4">
                  <p:embed/>
                </p:oleObj>
              </mc:Choice>
              <mc:Fallback>
                <p:oleObj name="Equation" r:id="rId7" imgW="2070000" imgH="2030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67000"/>
                        <a:ext cx="663416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664742"/>
              </p:ext>
            </p:extLst>
          </p:nvPr>
        </p:nvGraphicFramePr>
        <p:xfrm>
          <a:off x="1223962" y="3810000"/>
          <a:ext cx="7000876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9" imgW="2184120" imgH="203040" progId="Equation.DSMT4">
                  <p:embed/>
                </p:oleObj>
              </mc:Choice>
              <mc:Fallback>
                <p:oleObj name="Equation" r:id="rId9" imgW="2184120" imgH="2030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2" y="3810000"/>
                        <a:ext cx="7000876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757186"/>
              </p:ext>
            </p:extLst>
          </p:nvPr>
        </p:nvGraphicFramePr>
        <p:xfrm>
          <a:off x="1855788" y="4953000"/>
          <a:ext cx="57372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tion" r:id="rId11" imgW="1790640" imgH="203040" progId="Equation.DSMT4">
                  <p:embed/>
                </p:oleObj>
              </mc:Choice>
              <mc:Fallback>
                <p:oleObj name="Equation" r:id="rId11" imgW="179064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4953000"/>
                        <a:ext cx="57372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168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697079"/>
              </p:ext>
            </p:extLst>
          </p:nvPr>
        </p:nvGraphicFramePr>
        <p:xfrm>
          <a:off x="492125" y="571500"/>
          <a:ext cx="51466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3" imgW="1955520" imgH="406080" progId="Equation.DSMT4">
                  <p:embed/>
                </p:oleObj>
              </mc:Choice>
              <mc:Fallback>
                <p:oleObj name="Equation" r:id="rId3" imgW="1955520" imgH="4060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" y="571500"/>
                        <a:ext cx="514667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6248400" y="228600"/>
            <a:ext cx="2362200" cy="1536827"/>
            <a:chOff x="6248400" y="228600"/>
            <a:chExt cx="1981200" cy="1039128"/>
          </a:xfrm>
        </p:grpSpPr>
        <p:cxnSp>
          <p:nvCxnSpPr>
            <p:cNvPr id="15" name="Straight Connector 14"/>
            <p:cNvCxnSpPr/>
            <p:nvPr/>
          </p:nvCxnSpPr>
          <p:spPr>
            <a:xfrm rot="5400000">
              <a:off x="7620000" y="304800"/>
              <a:ext cx="685800" cy="533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/>
          </p:nvGrpSpPr>
          <p:grpSpPr>
            <a:xfrm>
              <a:off x="6248400" y="228600"/>
              <a:ext cx="1981200" cy="1039128"/>
              <a:chOff x="6248400" y="228600"/>
              <a:chExt cx="1981200" cy="1039128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6248400" y="914400"/>
                <a:ext cx="1447800" cy="1588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 rot="5400000" flipH="1" flipV="1">
                <a:off x="6172200" y="304800"/>
                <a:ext cx="685800" cy="53340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6781800" y="228600"/>
                <a:ext cx="1447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6858000" y="89839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v</a:t>
                </a:r>
                <a:endParaRPr lang="en-US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248400" y="304800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w</a:t>
                </a:r>
                <a:endParaRPr lang="en-US" dirty="0"/>
              </a:p>
            </p:txBody>
          </p:sp>
        </p:grpSp>
      </p:grpSp>
      <p:grpSp>
        <p:nvGrpSpPr>
          <p:cNvPr id="49" name="Group 48"/>
          <p:cNvGrpSpPr/>
          <p:nvPr/>
        </p:nvGrpSpPr>
        <p:grpSpPr>
          <a:xfrm>
            <a:off x="6019800" y="3886200"/>
            <a:ext cx="1447800" cy="990600"/>
            <a:chOff x="5486400" y="1447800"/>
            <a:chExt cx="1447800" cy="990600"/>
          </a:xfrm>
        </p:grpSpPr>
        <p:grpSp>
          <p:nvGrpSpPr>
            <p:cNvPr id="50" name="Group 26"/>
            <p:cNvGrpSpPr/>
            <p:nvPr/>
          </p:nvGrpSpPr>
          <p:grpSpPr>
            <a:xfrm>
              <a:off x="5486400" y="1447800"/>
              <a:ext cx="1447800" cy="990600"/>
              <a:chOff x="6248400" y="216932"/>
              <a:chExt cx="1447800" cy="990600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6248400" y="914400"/>
                <a:ext cx="1447800" cy="1588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flipV="1">
                <a:off x="6248400" y="216932"/>
                <a:ext cx="1143000" cy="697468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/>
              <p:cNvSpPr txBox="1"/>
              <p:nvPr/>
            </p:nvSpPr>
            <p:spPr>
              <a:xfrm>
                <a:off x="6858000" y="8382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v</a:t>
                </a:r>
                <a:endParaRPr lang="en-US" dirty="0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553200" y="293132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w</a:t>
                </a:r>
                <a:endParaRPr lang="en-US" dirty="0"/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 rot="16200000" flipH="1">
              <a:off x="6438900" y="1649968"/>
              <a:ext cx="685800" cy="30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058411"/>
              </p:ext>
            </p:extLst>
          </p:nvPr>
        </p:nvGraphicFramePr>
        <p:xfrm>
          <a:off x="596900" y="3711575"/>
          <a:ext cx="471328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5" imgW="1790640" imgH="393480" progId="Equation.DSMT4">
                  <p:embed/>
                </p:oleObj>
              </mc:Choice>
              <mc:Fallback>
                <p:oleObj name="Equation" r:id="rId5" imgW="1790640" imgH="393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3711575"/>
                        <a:ext cx="471328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510479"/>
              </p:ext>
            </p:extLst>
          </p:nvPr>
        </p:nvGraphicFramePr>
        <p:xfrm>
          <a:off x="3151187" y="5715000"/>
          <a:ext cx="57372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Equation" r:id="rId7" imgW="1790640" imgH="203040" progId="Equation.DSMT4">
                  <p:embed/>
                </p:oleObj>
              </mc:Choice>
              <mc:Fallback>
                <p:oleObj name="Equation" r:id="rId7" imgW="179064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7" y="5715000"/>
                        <a:ext cx="57372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977111"/>
              </p:ext>
            </p:extLst>
          </p:nvPr>
        </p:nvGraphicFramePr>
        <p:xfrm>
          <a:off x="2438400" y="228600"/>
          <a:ext cx="471125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3" imgW="1396800" imgH="203040" progId="Equation.DSMT4">
                  <p:embed/>
                </p:oleObj>
              </mc:Choice>
              <mc:Fallback>
                <p:oleObj name="Equation" r:id="rId3" imgW="139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4711256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756897"/>
              </p:ext>
            </p:extLst>
          </p:nvPr>
        </p:nvGraphicFramePr>
        <p:xfrm>
          <a:off x="1737563" y="1676400"/>
          <a:ext cx="5604531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5" imgW="2323800" imgH="203040" progId="Equation.DSMT4">
                  <p:embed/>
                </p:oleObj>
              </mc:Choice>
              <mc:Fallback>
                <p:oleObj name="Equation" r:id="rId5" imgW="232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563" y="1676400"/>
                        <a:ext cx="5604531" cy="490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be 1"/>
          <p:cNvSpPr/>
          <p:nvPr/>
        </p:nvSpPr>
        <p:spPr>
          <a:xfrm>
            <a:off x="3048000" y="2984358"/>
            <a:ext cx="1676400" cy="1066800"/>
          </a:xfrm>
          <a:prstGeom prst="cub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95282" y="350431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600" y="290456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900082" y="279969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048000" y="3264932"/>
            <a:ext cx="0" cy="7862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052482" y="2984358"/>
            <a:ext cx="300318" cy="28057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048000" y="3264932"/>
            <a:ext cx="14478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78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797961"/>
              </p:ext>
            </p:extLst>
          </p:nvPr>
        </p:nvGraphicFramePr>
        <p:xfrm>
          <a:off x="1752600" y="4914900"/>
          <a:ext cx="4051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3" imgW="1473120" imgH="203040" progId="Equation.DSMT4">
                  <p:embed/>
                </p:oleObj>
              </mc:Choice>
              <mc:Fallback>
                <p:oleObj name="Equation" r:id="rId3" imgW="1473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914900"/>
                        <a:ext cx="4051300" cy="55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124200" y="20418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Torque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06680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Suppose P is rotating around the point O </a:t>
            </a:r>
            <a:br>
              <a:rPr lang="en-US" sz="2800" dirty="0" smtClean="0"/>
            </a:br>
            <a:r>
              <a:rPr lang="en-US" sz="2800" dirty="0" smtClean="0"/>
              <a:t>and a force </a:t>
            </a:r>
            <a:r>
              <a:rPr lang="en-US" sz="2800" dirty="0" smtClean="0">
                <a:solidFill>
                  <a:schemeClr val="accent1"/>
                </a:solidFill>
              </a:rPr>
              <a:t>F</a:t>
            </a:r>
            <a:r>
              <a:rPr lang="en-US" sz="2800" dirty="0" smtClean="0"/>
              <a:t> acts on P tangentially. </a:t>
            </a:r>
            <a:endParaRPr lang="en-US" sz="2800" dirty="0"/>
          </a:p>
        </p:txBody>
      </p:sp>
      <p:grpSp>
        <p:nvGrpSpPr>
          <p:cNvPr id="9" name="Group 8"/>
          <p:cNvGrpSpPr/>
          <p:nvPr/>
        </p:nvGrpSpPr>
        <p:grpSpPr>
          <a:xfrm>
            <a:off x="6934200" y="4572000"/>
            <a:ext cx="1557754" cy="1219200"/>
            <a:chOff x="6934200" y="4572000"/>
            <a:chExt cx="1557754" cy="1219200"/>
          </a:xfrm>
        </p:grpSpPr>
        <p:grpSp>
          <p:nvGrpSpPr>
            <p:cNvPr id="69" name="Group 68"/>
            <p:cNvGrpSpPr/>
            <p:nvPr/>
          </p:nvGrpSpPr>
          <p:grpSpPr>
            <a:xfrm>
              <a:off x="6934200" y="4572000"/>
              <a:ext cx="1557754" cy="1219200"/>
              <a:chOff x="6934200" y="4572000"/>
              <a:chExt cx="1557754" cy="1219200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6934200" y="4724400"/>
                <a:ext cx="1066800" cy="1066800"/>
              </a:xfrm>
              <a:prstGeom prst="ellipse">
                <a:avLst/>
              </a:prstGeom>
              <a:ln/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6" name="Straight Arrow Connector 65"/>
              <p:cNvCxnSpPr>
                <a:stCxn id="61" idx="6"/>
              </p:cNvCxnSpPr>
              <p:nvPr/>
            </p:nvCxnSpPr>
            <p:spPr>
              <a:xfrm flipV="1">
                <a:off x="8001000" y="4572000"/>
                <a:ext cx="1588" cy="68580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7315200" y="5105400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O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8153400" y="4572000"/>
                <a:ext cx="33855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F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P</a:t>
                </a:r>
              </a:p>
            </p:txBody>
          </p:sp>
        </p:grpSp>
        <p:cxnSp>
          <p:nvCxnSpPr>
            <p:cNvPr id="6" name="Straight Arrow Connector 5"/>
            <p:cNvCxnSpPr>
              <a:endCxn id="61" idx="6"/>
            </p:cNvCxnSpPr>
            <p:nvPr/>
          </p:nvCxnSpPr>
          <p:spPr>
            <a:xfrm>
              <a:off x="7497301" y="5257800"/>
              <a:ext cx="503699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7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512</TotalTime>
  <Words>46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theme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129</cp:revision>
  <dcterms:created xsi:type="dcterms:W3CDTF">2006-08-16T00:00:00Z</dcterms:created>
  <dcterms:modified xsi:type="dcterms:W3CDTF">2011-04-27T17:48:18Z</dcterms:modified>
</cp:coreProperties>
</file>