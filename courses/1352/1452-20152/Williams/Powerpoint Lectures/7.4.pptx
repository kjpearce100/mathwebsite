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8" r:id="rId9"/>
    <p:sldId id="260" r:id="rId10"/>
    <p:sldId id="269" r:id="rId11"/>
    <p:sldId id="261" r:id="rId12"/>
    <p:sldId id="270" r:id="rId13"/>
    <p:sldId id="271" r:id="rId14"/>
    <p:sldId id="262" r:id="rId15"/>
    <p:sldId id="263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-2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19.wmf"/><Relationship Id="rId1" Type="http://schemas.openxmlformats.org/officeDocument/2006/relationships/image" Target="../media/image34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19.wmf"/><Relationship Id="rId1" Type="http://schemas.openxmlformats.org/officeDocument/2006/relationships/image" Target="../media/image36.wmf"/><Relationship Id="rId5" Type="http://schemas.openxmlformats.org/officeDocument/2006/relationships/image" Target="../media/image27.wmf"/><Relationship Id="rId4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10" Type="http://schemas.openxmlformats.org/officeDocument/2006/relationships/image" Target="../media/image52.wmf"/><Relationship Id="rId4" Type="http://schemas.openxmlformats.org/officeDocument/2006/relationships/image" Target="../media/image46.wmf"/><Relationship Id="rId9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57.wmf"/><Relationship Id="rId2" Type="http://schemas.openxmlformats.org/officeDocument/2006/relationships/image" Target="../media/image44.wmf"/><Relationship Id="rId1" Type="http://schemas.openxmlformats.org/officeDocument/2006/relationships/image" Target="../media/image53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8.wmf"/><Relationship Id="rId7" Type="http://schemas.openxmlformats.org/officeDocument/2006/relationships/image" Target="../media/image71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34.wmf"/><Relationship Id="rId5" Type="http://schemas.openxmlformats.org/officeDocument/2006/relationships/image" Target="../media/image70.wmf"/><Relationship Id="rId10" Type="http://schemas.openxmlformats.org/officeDocument/2006/relationships/image" Target="../media/image74.wmf"/><Relationship Id="rId4" Type="http://schemas.openxmlformats.org/officeDocument/2006/relationships/image" Target="../media/image69.wmf"/><Relationship Id="rId9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2" Type="http://schemas.openxmlformats.org/officeDocument/2006/relationships/image" Target="../media/image75.wmf"/><Relationship Id="rId1" Type="http://schemas.openxmlformats.org/officeDocument/2006/relationships/image" Target="../media/image66.wmf"/><Relationship Id="rId6" Type="http://schemas.openxmlformats.org/officeDocument/2006/relationships/image" Target="../media/image77.wmf"/><Relationship Id="rId5" Type="http://schemas.openxmlformats.org/officeDocument/2006/relationships/image" Target="../media/image70.wmf"/><Relationship Id="rId10" Type="http://schemas.openxmlformats.org/officeDocument/2006/relationships/image" Target="../media/image81.wmf"/><Relationship Id="rId4" Type="http://schemas.openxmlformats.org/officeDocument/2006/relationships/image" Target="../media/image69.wmf"/><Relationship Id="rId9" Type="http://schemas.openxmlformats.org/officeDocument/2006/relationships/image" Target="../media/image8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76.wmf"/><Relationship Id="rId7" Type="http://schemas.openxmlformats.org/officeDocument/2006/relationships/image" Target="../media/image85.wmf"/><Relationship Id="rId2" Type="http://schemas.openxmlformats.org/officeDocument/2006/relationships/image" Target="../media/image82.wmf"/><Relationship Id="rId1" Type="http://schemas.openxmlformats.org/officeDocument/2006/relationships/image" Target="../media/image66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6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92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2/15/2011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2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2/15/2011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9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2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0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29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27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38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0.wmf"/><Relationship Id="rId3" Type="http://schemas.openxmlformats.org/officeDocument/2006/relationships/oleObject" Target="../embeddings/oleObject48.bin"/><Relationship Id="rId21" Type="http://schemas.openxmlformats.org/officeDocument/2006/relationships/oleObject" Target="../embeddings/oleObject57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56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48.wmf"/><Relationship Id="rId22" Type="http://schemas.openxmlformats.org/officeDocument/2006/relationships/image" Target="../media/image5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54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5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34.wmf"/><Relationship Id="rId22" Type="http://schemas.openxmlformats.org/officeDocument/2006/relationships/image" Target="../media/image7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83.bin"/><Relationship Id="rId21" Type="http://schemas.openxmlformats.org/officeDocument/2006/relationships/oleObject" Target="../embeddings/oleObject92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91.bin"/><Relationship Id="rId4" Type="http://schemas.openxmlformats.org/officeDocument/2006/relationships/image" Target="../media/image66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8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9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9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28673" y="3124200"/>
            <a:ext cx="68153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7.4</a:t>
            </a:r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: Partial </a:t>
            </a: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Fractions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437380"/>
              </p:ext>
            </p:extLst>
          </p:nvPr>
        </p:nvGraphicFramePr>
        <p:xfrm>
          <a:off x="133350" y="152400"/>
          <a:ext cx="15621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" name="Equation" r:id="rId3" imgW="698400" imgH="419040" progId="Equation.DSMT4">
                  <p:embed/>
                </p:oleObj>
              </mc:Choice>
              <mc:Fallback>
                <p:oleObj name="Equation" r:id="rId3" imgW="698400" imgH="419040" progId="Equation.DSMT4">
                  <p:embed/>
                  <p:pic>
                    <p:nvPicPr>
                      <p:cNvPr id="0" name="Picture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" y="152400"/>
                        <a:ext cx="156210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240203"/>
              </p:ext>
            </p:extLst>
          </p:nvPr>
        </p:nvGraphicFramePr>
        <p:xfrm>
          <a:off x="3048000" y="762000"/>
          <a:ext cx="2540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" name="Equation" r:id="rId5" imgW="1269720" imgH="330120" progId="Equation.DSMT4">
                  <p:embed/>
                </p:oleObj>
              </mc:Choice>
              <mc:Fallback>
                <p:oleObj name="Equation" r:id="rId5" imgW="1269720" imgH="330120" progId="Equation.DSMT4">
                  <p:embed/>
                  <p:pic>
                    <p:nvPicPr>
                      <p:cNvPr id="0" name="Picture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400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6755"/>
              </p:ext>
            </p:extLst>
          </p:nvPr>
        </p:nvGraphicFramePr>
        <p:xfrm>
          <a:off x="3657600" y="1295400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" name="Equation" r:id="rId7" imgW="444240" imgH="203040" progId="Equation.DSMT4">
                  <p:embed/>
                </p:oleObj>
              </mc:Choice>
              <mc:Fallback>
                <p:oleObj name="Equation" r:id="rId7" imgW="444240" imgH="203040" progId="Equation.DSMT4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295400"/>
                        <a:ext cx="889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99331"/>
              </p:ext>
            </p:extLst>
          </p:nvPr>
        </p:nvGraphicFramePr>
        <p:xfrm>
          <a:off x="4849796" y="2819400"/>
          <a:ext cx="40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" name="Equation" r:id="rId9" imgW="203040" imgH="177480" progId="Equation.DSMT4">
                  <p:embed/>
                </p:oleObj>
              </mc:Choice>
              <mc:Fallback>
                <p:oleObj name="Equation" r:id="rId9" imgW="203040" imgH="177480" progId="Equation.DSMT4">
                  <p:embed/>
                  <p:pic>
                    <p:nvPicPr>
                      <p:cNvPr id="0" name="Picture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796" y="2819400"/>
                        <a:ext cx="406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940981"/>
              </p:ext>
            </p:extLst>
          </p:nvPr>
        </p:nvGraphicFramePr>
        <p:xfrm>
          <a:off x="3733800" y="381000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" name="Equation" r:id="rId11" imgW="177480" imgH="203040" progId="Equation.DSMT4">
                  <p:embed/>
                </p:oleObj>
              </mc:Choice>
              <mc:Fallback>
                <p:oleObj name="Equation" r:id="rId11" imgW="177480" imgH="203040" progId="Equation.DSMT4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81000"/>
                        <a:ext cx="35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397113"/>
              </p:ext>
            </p:extLst>
          </p:nvPr>
        </p:nvGraphicFramePr>
        <p:xfrm>
          <a:off x="4307888" y="1898830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" name="Equation" r:id="rId13" imgW="177480" imgH="203040" progId="Equation.DSMT4">
                  <p:embed/>
                </p:oleObj>
              </mc:Choice>
              <mc:Fallback>
                <p:oleObj name="Equation" r:id="rId13" imgW="177480" imgH="203040" progId="Equation.DSMT4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888" y="1898830"/>
                        <a:ext cx="35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594035"/>
              </p:ext>
            </p:extLst>
          </p:nvPr>
        </p:nvGraphicFramePr>
        <p:xfrm>
          <a:off x="4299010" y="22606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" name="Equation" r:id="rId15" imgW="406080" imgH="203040" progId="Equation.DSMT4">
                  <p:embed/>
                </p:oleObj>
              </mc:Choice>
              <mc:Fallback>
                <p:oleObj name="Equation" r:id="rId15" imgW="406080" imgH="203040" progId="Equation.DSMT4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9010" y="2260600"/>
                        <a:ext cx="812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349843"/>
              </p:ext>
            </p:extLst>
          </p:nvPr>
        </p:nvGraphicFramePr>
        <p:xfrm>
          <a:off x="4038600" y="457200"/>
          <a:ext cx="482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" name="Equation" r:id="rId17" imgW="241200" imgH="177480" progId="Equation.DSMT4">
                  <p:embed/>
                </p:oleObj>
              </mc:Choice>
              <mc:Fallback>
                <p:oleObj name="Equation" r:id="rId17" imgW="241200" imgH="177480" progId="Equation.DSMT4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57200"/>
                        <a:ext cx="482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95005"/>
              </p:ext>
            </p:extLst>
          </p:nvPr>
        </p:nvGraphicFramePr>
        <p:xfrm>
          <a:off x="4572000" y="407634"/>
          <a:ext cx="48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" name="Equation" r:id="rId19" imgW="241200" imgH="203040" progId="Equation.DSMT4">
                  <p:embed/>
                </p:oleObj>
              </mc:Choice>
              <mc:Fallback>
                <p:oleObj name="Equation" r:id="rId19" imgW="241200" imgH="203040" progId="Equation.DSMT4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7634"/>
                        <a:ext cx="482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3657600" y="18288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254623" y="27432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581328"/>
              </p:ext>
            </p:extLst>
          </p:nvPr>
        </p:nvGraphicFramePr>
        <p:xfrm>
          <a:off x="4875689" y="3231965"/>
          <a:ext cx="86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" name="Equation" r:id="rId21" imgW="431640" imgH="203040" progId="Equation.DSMT4">
                  <p:embed/>
                </p:oleObj>
              </mc:Choice>
              <mc:Fallback>
                <p:oleObj name="Equation" r:id="rId21" imgW="431640" imgH="203040" progId="Equation.DSMT4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689" y="3231965"/>
                        <a:ext cx="863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302165"/>
              </p:ext>
            </p:extLst>
          </p:nvPr>
        </p:nvGraphicFramePr>
        <p:xfrm>
          <a:off x="5029200" y="202972"/>
          <a:ext cx="755703" cy="650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" name="Equation" r:id="rId23" imgW="457200" imgH="393480" progId="Equation.DSMT4">
                  <p:embed/>
                </p:oleObj>
              </mc:Choice>
              <mc:Fallback>
                <p:oleObj name="Equation" r:id="rId23" imgW="457200" imgH="393480" progId="Equation.DSMT4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2972"/>
                        <a:ext cx="755703" cy="6507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221181"/>
              </p:ext>
            </p:extLst>
          </p:nvPr>
        </p:nvGraphicFramePr>
        <p:xfrm>
          <a:off x="5491576" y="3733800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" name="Equation" r:id="rId25" imgW="126720" imgH="164880" progId="Equation.DSMT4">
                  <p:embed/>
                </p:oleObj>
              </mc:Choice>
              <mc:Fallback>
                <p:oleObj name="Equation" r:id="rId25" imgW="126720" imgH="164880" progId="Equation.DSMT4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576" y="3733800"/>
                        <a:ext cx="279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4902323" y="36576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794270"/>
              </p:ext>
            </p:extLst>
          </p:nvPr>
        </p:nvGraphicFramePr>
        <p:xfrm>
          <a:off x="76200" y="4724400"/>
          <a:ext cx="3038476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" name="Equation" r:id="rId27" imgW="1358640" imgH="393480" progId="Equation.DSMT4">
                  <p:embed/>
                </p:oleObj>
              </mc:Choice>
              <mc:Fallback>
                <p:oleObj name="Equation" r:id="rId27" imgW="1358640" imgH="393480" progId="Equation.DSMT4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724400"/>
                        <a:ext cx="3038476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826563"/>
              </p:ext>
            </p:extLst>
          </p:nvPr>
        </p:nvGraphicFramePr>
        <p:xfrm>
          <a:off x="3486150" y="4724400"/>
          <a:ext cx="52514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" name="Equation" r:id="rId29" imgW="2349360" imgH="393480" progId="Equation.DSMT4">
                  <p:embed/>
                </p:oleObj>
              </mc:Choice>
              <mc:Fallback>
                <p:oleObj name="Equation" r:id="rId29" imgW="2349360" imgH="393480" progId="Equation.DSMT4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4724400"/>
                        <a:ext cx="525145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905000" y="5867400"/>
            <a:ext cx="727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Long Division works if degree of top ≥ degree of bottom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756159"/>
              </p:ext>
            </p:extLst>
          </p:nvPr>
        </p:nvGraphicFramePr>
        <p:xfrm>
          <a:off x="4608212" y="1981200"/>
          <a:ext cx="482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" name="Equation" r:id="rId31" imgW="241200" imgH="177480" progId="Equation.DSMT4">
                  <p:embed/>
                </p:oleObj>
              </mc:Choice>
              <mc:Fallback>
                <p:oleObj name="Equation" r:id="rId31" imgW="241200" imgH="177480" progId="Equation.DSMT4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212" y="1981200"/>
                        <a:ext cx="4826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6248400" y="4751034"/>
            <a:ext cx="533400" cy="43056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038600" y="4751034"/>
            <a:ext cx="1447800" cy="43056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808956" y="4773966"/>
            <a:ext cx="228600" cy="40763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32356" y="4751034"/>
            <a:ext cx="1219200" cy="457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578158"/>
              </p:ext>
            </p:extLst>
          </p:nvPr>
        </p:nvGraphicFramePr>
        <p:xfrm>
          <a:off x="152400" y="152400"/>
          <a:ext cx="24701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7" name="Equation" r:id="rId4" imgW="1104840" imgH="419040" progId="Equation.DSMT4">
                  <p:embed/>
                </p:oleObj>
              </mc:Choice>
              <mc:Fallback>
                <p:oleObj name="Equation" r:id="rId4" imgW="1104840" imgH="41904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24701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318324"/>
              </p:ext>
            </p:extLst>
          </p:nvPr>
        </p:nvGraphicFramePr>
        <p:xfrm>
          <a:off x="2971800" y="1828800"/>
          <a:ext cx="264001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8" name="Equation" r:id="rId6" imgW="1180800" imgH="419040" progId="Equation.DSMT4">
                  <p:embed/>
                </p:oleObj>
              </mc:Choice>
              <mc:Fallback>
                <p:oleObj name="Equation" r:id="rId6" imgW="1180800" imgH="41904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28800"/>
                        <a:ext cx="2640013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24600" y="304800"/>
            <a:ext cx="2590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Partial Fractions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93544"/>
              </p:ext>
            </p:extLst>
          </p:nvPr>
        </p:nvGraphicFramePr>
        <p:xfrm>
          <a:off x="2438400" y="3505200"/>
          <a:ext cx="44180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9" name="Equation" r:id="rId8" imgW="1663560" imgH="203040" progId="Equation.DSMT4">
                  <p:embed/>
                </p:oleObj>
              </mc:Choice>
              <mc:Fallback>
                <p:oleObj name="Equation" r:id="rId8" imgW="1663560" imgH="203040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505200"/>
                        <a:ext cx="44180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891645"/>
              </p:ext>
            </p:extLst>
          </p:nvPr>
        </p:nvGraphicFramePr>
        <p:xfrm>
          <a:off x="2708275" y="152400"/>
          <a:ext cx="266858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Equation" r:id="rId10" imgW="1193760" imgH="393480" progId="Equation.DSMT4">
                  <p:embed/>
                </p:oleObj>
              </mc:Choice>
              <mc:Fallback>
                <p:oleObj name="Equation" r:id="rId10" imgW="1193760" imgH="39348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152400"/>
                        <a:ext cx="2668588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237430"/>
              </p:ext>
            </p:extLst>
          </p:nvPr>
        </p:nvGraphicFramePr>
        <p:xfrm>
          <a:off x="392113" y="1828800"/>
          <a:ext cx="24130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1" name="Equation" r:id="rId12" imgW="1079280" imgH="419040" progId="Equation.DSMT4">
                  <p:embed/>
                </p:oleObj>
              </mc:Choice>
              <mc:Fallback>
                <p:oleObj name="Equation" r:id="rId12" imgW="1079280" imgH="419040" progId="Equation.DSMT4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1828800"/>
                        <a:ext cx="2413000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657213"/>
              </p:ext>
            </p:extLst>
          </p:nvPr>
        </p:nvGraphicFramePr>
        <p:xfrm>
          <a:off x="6932612" y="5605463"/>
          <a:ext cx="198278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2" name="Equation" r:id="rId14" imgW="749160" imgH="203040" progId="Equation.DSMT4">
                  <p:embed/>
                </p:oleObj>
              </mc:Choice>
              <mc:Fallback>
                <p:oleObj name="Equation" r:id="rId14" imgW="749160" imgH="20304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2" y="5605463"/>
                        <a:ext cx="198278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161678"/>
              </p:ext>
            </p:extLst>
          </p:nvPr>
        </p:nvGraphicFramePr>
        <p:xfrm>
          <a:off x="2514600" y="4724400"/>
          <a:ext cx="43513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3" name="Equation" r:id="rId16" imgW="1638000" imgH="203040" progId="Equation.DSMT4">
                  <p:embed/>
                </p:oleObj>
              </mc:Choice>
              <mc:Fallback>
                <p:oleObj name="Equation" r:id="rId16" imgW="1638000" imgH="203040" progId="Equation.DSMT4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724400"/>
                        <a:ext cx="43513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687559"/>
              </p:ext>
            </p:extLst>
          </p:nvPr>
        </p:nvGraphicFramePr>
        <p:xfrm>
          <a:off x="6731255" y="6172200"/>
          <a:ext cx="229393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4" name="Equation" r:id="rId18" imgW="863280" imgH="203040" progId="Equation.DSMT4">
                  <p:embed/>
                </p:oleObj>
              </mc:Choice>
              <mc:Fallback>
                <p:oleObj name="Equation" r:id="rId18" imgW="863280" imgH="20304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255" y="6172200"/>
                        <a:ext cx="229393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20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12" grpId="0" animBg="1"/>
      <p:bldP spid="3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251939"/>
              </p:ext>
            </p:extLst>
          </p:nvPr>
        </p:nvGraphicFramePr>
        <p:xfrm>
          <a:off x="152400" y="152400"/>
          <a:ext cx="24701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" name="Equation" r:id="rId4" imgW="1104840" imgH="419040" progId="Equation.DSMT4">
                  <p:embed/>
                </p:oleObj>
              </mc:Choice>
              <mc:Fallback>
                <p:oleObj name="Equation" r:id="rId4" imgW="1104840" imgH="419040" progId="Equation.DSMT4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24701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24600" y="304800"/>
            <a:ext cx="2590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Partial Fractions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444758"/>
              </p:ext>
            </p:extLst>
          </p:nvPr>
        </p:nvGraphicFramePr>
        <p:xfrm>
          <a:off x="2751138" y="152400"/>
          <a:ext cx="258286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" name="Equation" r:id="rId6" imgW="1155600" imgH="393480" progId="Equation.DSMT4">
                  <p:embed/>
                </p:oleObj>
              </mc:Choice>
              <mc:Fallback>
                <p:oleObj name="Equation" r:id="rId6" imgW="1155600" imgH="393480" progId="Equation.DSMT4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152400"/>
                        <a:ext cx="2582862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940960"/>
              </p:ext>
            </p:extLst>
          </p:nvPr>
        </p:nvGraphicFramePr>
        <p:xfrm>
          <a:off x="5867400" y="4724400"/>
          <a:ext cx="104457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" name="Equation" r:id="rId8" imgW="393480" imgH="393480" progId="Equation.DSMT4">
                  <p:embed/>
                </p:oleObj>
              </mc:Choice>
              <mc:Fallback>
                <p:oleObj name="Equation" r:id="rId8" imgW="393480" imgH="393480" progId="Equation.DSMT4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724400"/>
                        <a:ext cx="104457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246855"/>
              </p:ext>
            </p:extLst>
          </p:nvPr>
        </p:nvGraphicFramePr>
        <p:xfrm>
          <a:off x="3454400" y="1752600"/>
          <a:ext cx="2387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9" name="Equation" r:id="rId10" imgW="901440" imgH="431640" progId="Equation.DSMT4">
                  <p:embed/>
                </p:oleObj>
              </mc:Choice>
              <mc:Fallback>
                <p:oleObj name="Equation" r:id="rId10" imgW="901440" imgH="431640" progId="Equation.DSMT4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1752600"/>
                        <a:ext cx="2387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477224"/>
              </p:ext>
            </p:extLst>
          </p:nvPr>
        </p:nvGraphicFramePr>
        <p:xfrm>
          <a:off x="914400" y="3505200"/>
          <a:ext cx="11128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" name="Equation" r:id="rId12" imgW="419040" imgH="203040" progId="Equation.DSMT4">
                  <p:embed/>
                </p:oleObj>
              </mc:Choice>
              <mc:Fallback>
                <p:oleObj name="Equation" r:id="rId12" imgW="419040" imgH="203040" progId="Equation.DSMT4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05200"/>
                        <a:ext cx="11128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807617"/>
              </p:ext>
            </p:extLst>
          </p:nvPr>
        </p:nvGraphicFramePr>
        <p:xfrm>
          <a:off x="990600" y="4495800"/>
          <a:ext cx="104457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" name="Equation" r:id="rId14" imgW="393480" imgH="393480" progId="Equation.DSMT4">
                  <p:embed/>
                </p:oleObj>
              </mc:Choice>
              <mc:Fallback>
                <p:oleObj name="Equation" r:id="rId14" imgW="393480" imgH="393480" progId="Equation.DSMT4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495800"/>
                        <a:ext cx="104457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69522"/>
              </p:ext>
            </p:extLst>
          </p:nvPr>
        </p:nvGraphicFramePr>
        <p:xfrm>
          <a:off x="5531644" y="3276600"/>
          <a:ext cx="158591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name="Equation" r:id="rId16" imgW="596880" imgH="393480" progId="Equation.DSMT4">
                  <p:embed/>
                </p:oleObj>
              </mc:Choice>
              <mc:Fallback>
                <p:oleObj name="Equation" r:id="rId16" imgW="596880" imgH="393480" progId="Equation.DSMT4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1644" y="3276600"/>
                        <a:ext cx="1585912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489"/>
              </p:ext>
            </p:extLst>
          </p:nvPr>
        </p:nvGraphicFramePr>
        <p:xfrm>
          <a:off x="152400" y="152400"/>
          <a:ext cx="24701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Equation" r:id="rId4" imgW="1104840" imgH="419040" progId="Equation.DSMT4">
                  <p:embed/>
                </p:oleObj>
              </mc:Choice>
              <mc:Fallback>
                <p:oleObj name="Equation" r:id="rId4" imgW="1104840" imgH="4190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247015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783673"/>
              </p:ext>
            </p:extLst>
          </p:nvPr>
        </p:nvGraphicFramePr>
        <p:xfrm>
          <a:off x="3227388" y="152400"/>
          <a:ext cx="31400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Equation" r:id="rId6" imgW="1193760" imgH="393480" progId="Equation.DSMT4">
                  <p:embed/>
                </p:oleObj>
              </mc:Choice>
              <mc:Fallback>
                <p:oleObj name="Equation" r:id="rId6" imgW="1193760" imgH="39348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152400"/>
                        <a:ext cx="31400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755163"/>
              </p:ext>
            </p:extLst>
          </p:nvPr>
        </p:nvGraphicFramePr>
        <p:xfrm>
          <a:off x="2133600" y="2971800"/>
          <a:ext cx="4978400" cy="105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Equation" r:id="rId8" imgW="1854000" imgH="393480" progId="Equation.DSMT4">
                  <p:embed/>
                </p:oleObj>
              </mc:Choice>
              <mc:Fallback>
                <p:oleObj name="Equation" r:id="rId8" imgW="1854000" imgH="39348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971800"/>
                        <a:ext cx="4978400" cy="1057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428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81000" y="381000"/>
            <a:ext cx="2516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Heaviside Method</a:t>
            </a:r>
          </a:p>
        </p:txBody>
      </p:sp>
      <p:graphicFrame>
        <p:nvGraphicFramePr>
          <p:cNvPr id="17" name="Object 19"/>
          <p:cNvGraphicFramePr>
            <a:graphicFrameLocks noChangeAspect="1"/>
          </p:cNvGraphicFramePr>
          <p:nvPr/>
        </p:nvGraphicFramePr>
        <p:xfrm>
          <a:off x="381000" y="2895600"/>
          <a:ext cx="11493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Equation" r:id="rId4" imgW="330120" imgH="177480" progId="Equation.DSMT4">
                  <p:embed/>
                </p:oleObj>
              </mc:Choice>
              <mc:Fallback>
                <p:oleObj name="Equation" r:id="rId4" imgW="330120" imgH="177480" progId="Equation.DSMT4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895600"/>
                        <a:ext cx="1149350" cy="3746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581400" y="228600"/>
            <a:ext cx="55305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The Equation is true no matter what x is!  </a:t>
            </a:r>
          </a:p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So try a few specific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x’s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 to “strike” factors. </a:t>
            </a:r>
          </a:p>
        </p:txBody>
      </p:sp>
      <p:graphicFrame>
        <p:nvGraphicFramePr>
          <p:cNvPr id="3131" name="Object 59"/>
          <p:cNvGraphicFramePr>
            <a:graphicFrameLocks noChangeAspect="1"/>
          </p:cNvGraphicFramePr>
          <p:nvPr/>
        </p:nvGraphicFramePr>
        <p:xfrm>
          <a:off x="2590800" y="1676400"/>
          <a:ext cx="4406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Equation" r:id="rId6" imgW="1663560" imgH="203040" progId="Equation.DSMT4">
                  <p:embed/>
                </p:oleObj>
              </mc:Choice>
              <mc:Fallback>
                <p:oleObj name="Equation" r:id="rId6" imgW="1663560" imgH="203040" progId="Equation.DSMT4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4406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" name="Object 61"/>
          <p:cNvGraphicFramePr>
            <a:graphicFrameLocks noChangeAspect="1"/>
          </p:cNvGraphicFramePr>
          <p:nvPr/>
        </p:nvGraphicFramePr>
        <p:xfrm>
          <a:off x="2743200" y="2895600"/>
          <a:ext cx="4440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Equation" r:id="rId8" imgW="1676160" imgH="203040" progId="Equation.DSMT4">
                  <p:embed/>
                </p:oleObj>
              </mc:Choice>
              <mc:Fallback>
                <p:oleObj name="Equation" r:id="rId8" imgW="1676160" imgH="203040" progId="Equation.DSMT4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95600"/>
                        <a:ext cx="44402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4" name="Object 62"/>
          <p:cNvGraphicFramePr>
            <a:graphicFrameLocks noChangeAspect="1"/>
          </p:cNvGraphicFramePr>
          <p:nvPr/>
        </p:nvGraphicFramePr>
        <p:xfrm>
          <a:off x="5181600" y="3962400"/>
          <a:ext cx="1104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Equation" r:id="rId10" imgW="419040" imgH="203040" progId="Equation.DSMT4">
                  <p:embed/>
                </p:oleObj>
              </mc:Choice>
              <mc:Fallback>
                <p:oleObj name="Equation" r:id="rId10" imgW="419040" imgH="203040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962400"/>
                        <a:ext cx="1104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5" name="Object 63"/>
          <p:cNvGraphicFramePr>
            <a:graphicFrameLocks noChangeAspect="1"/>
          </p:cNvGraphicFramePr>
          <p:nvPr/>
        </p:nvGraphicFramePr>
        <p:xfrm>
          <a:off x="5257800" y="5181600"/>
          <a:ext cx="1041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12" imgW="393480" imgH="393480" progId="Equation.DSMT4">
                  <p:embed/>
                </p:oleObj>
              </mc:Choice>
              <mc:Fallback>
                <p:oleObj name="Equation" r:id="rId12" imgW="393480" imgH="393480" progId="Equation.DSMT4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181600"/>
                        <a:ext cx="1041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81000" y="381000"/>
            <a:ext cx="2516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Heaviside Method</a:t>
            </a:r>
          </a:p>
        </p:txBody>
      </p:sp>
      <p:graphicFrame>
        <p:nvGraphicFramePr>
          <p:cNvPr id="17" name="Object 19"/>
          <p:cNvGraphicFramePr>
            <a:graphicFrameLocks noChangeAspect="1"/>
          </p:cNvGraphicFramePr>
          <p:nvPr/>
        </p:nvGraphicFramePr>
        <p:xfrm>
          <a:off x="204788" y="2895600"/>
          <a:ext cx="15033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name="Equation" r:id="rId4" imgW="431640" imgH="177480" progId="Equation.DSMT4">
                  <p:embed/>
                </p:oleObj>
              </mc:Choice>
              <mc:Fallback>
                <p:oleObj name="Equation" r:id="rId4" imgW="4316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8" y="2895600"/>
                        <a:ext cx="1503362" cy="3746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581400" y="228600"/>
            <a:ext cx="55305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The Equation is true no matter what x is!  </a:t>
            </a:r>
          </a:p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So try a few specific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x’s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 to “strike” factors. </a:t>
            </a:r>
          </a:p>
        </p:txBody>
      </p:sp>
      <p:graphicFrame>
        <p:nvGraphicFramePr>
          <p:cNvPr id="3131" name="Object 59"/>
          <p:cNvGraphicFramePr>
            <a:graphicFrameLocks noChangeAspect="1"/>
          </p:cNvGraphicFramePr>
          <p:nvPr/>
        </p:nvGraphicFramePr>
        <p:xfrm>
          <a:off x="2590800" y="1676400"/>
          <a:ext cx="4406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2" name="Equation" r:id="rId6" imgW="1663560" imgH="203040" progId="Equation.DSMT4">
                  <p:embed/>
                </p:oleObj>
              </mc:Choice>
              <mc:Fallback>
                <p:oleObj name="Equation" r:id="rId6" imgW="166356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4406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" name="Object 61"/>
          <p:cNvGraphicFramePr>
            <a:graphicFrameLocks noChangeAspect="1"/>
          </p:cNvGraphicFramePr>
          <p:nvPr/>
        </p:nvGraphicFramePr>
        <p:xfrm>
          <a:off x="2362200" y="2895600"/>
          <a:ext cx="5314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3" name="Equation" r:id="rId8" imgW="2006280" imgH="203040" progId="Equation.DSMT4">
                  <p:embed/>
                </p:oleObj>
              </mc:Choice>
              <mc:Fallback>
                <p:oleObj name="Equation" r:id="rId8" imgW="200628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895600"/>
                        <a:ext cx="53149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4" name="Object 62"/>
          <p:cNvGraphicFramePr>
            <a:graphicFrameLocks noChangeAspect="1"/>
          </p:cNvGraphicFramePr>
          <p:nvPr/>
        </p:nvGraphicFramePr>
        <p:xfrm>
          <a:off x="4914900" y="3962400"/>
          <a:ext cx="16398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4" name="Equation" r:id="rId10" imgW="622080" imgH="203040" progId="Equation.DSMT4">
                  <p:embed/>
                </p:oleObj>
              </mc:Choice>
              <mc:Fallback>
                <p:oleObj name="Equation" r:id="rId10" imgW="62208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3962400"/>
                        <a:ext cx="16398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/>
        </p:nvGraphicFramePr>
        <p:xfrm>
          <a:off x="5334000" y="5105400"/>
          <a:ext cx="1041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5" name="Equation" r:id="rId12" imgW="393480" imgH="393480" progId="Equation.DSMT4">
                  <p:embed/>
                </p:oleObj>
              </mc:Choice>
              <mc:Fallback>
                <p:oleObj name="Equation" r:id="rId12" imgW="39348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105400"/>
                        <a:ext cx="1041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28600" y="152400"/>
          <a:ext cx="22701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5" name="Equation" r:id="rId3" imgW="1015920" imgH="419040" progId="Equation.DSMT4">
                  <p:embed/>
                </p:oleObj>
              </mc:Choice>
              <mc:Fallback>
                <p:oleObj name="Equation" r:id="rId3" imgW="101592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"/>
                        <a:ext cx="227012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18685" y="304800"/>
            <a:ext cx="3725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x</a:t>
            </a:r>
            <a:r>
              <a:rPr lang="en-US" sz="2400" baseline="300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+4 is irreducible quadratic</a:t>
            </a: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657600" y="1676400"/>
          <a:ext cx="167481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6" name="Equation" r:id="rId5" imgW="749160" imgH="393480" progId="Equation.DSMT4">
                  <p:embed/>
                </p:oleObj>
              </mc:Choice>
              <mc:Fallback>
                <p:oleObj name="Equation" r:id="rId5" imgW="74916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76400"/>
                        <a:ext cx="1674813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4800600"/>
            <a:ext cx="78930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Note:</a:t>
            </a:r>
          </a:p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Heaviside isn’t much use here!</a:t>
            </a:r>
          </a:p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x=0 will get rid of B &amp; C but nothing will get rid of x</a:t>
            </a:r>
            <a:r>
              <a:rPr lang="en-US" sz="2400" baseline="300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+4</a:t>
            </a: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0518" name="Object 38"/>
          <p:cNvGraphicFramePr>
            <a:graphicFrameLocks noChangeAspect="1"/>
          </p:cNvGraphicFramePr>
          <p:nvPr/>
        </p:nvGraphicFramePr>
        <p:xfrm>
          <a:off x="2514600" y="152400"/>
          <a:ext cx="2527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7" name="Equation" r:id="rId7" imgW="1130040" imgH="444240" progId="Equation.DSMT4">
                  <p:embed/>
                </p:oleObj>
              </mc:Choice>
              <mc:Fallback>
                <p:oleObj name="Equation" r:id="rId7" imgW="113004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"/>
                        <a:ext cx="2527300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9" name="Object 39"/>
          <p:cNvGraphicFramePr>
            <a:graphicFrameLocks noChangeAspect="1"/>
          </p:cNvGraphicFramePr>
          <p:nvPr/>
        </p:nvGraphicFramePr>
        <p:xfrm>
          <a:off x="2286000" y="3505200"/>
          <a:ext cx="46577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8" name="Equation" r:id="rId9" imgW="2082600" imgH="228600" progId="Equation.DSMT4">
                  <p:embed/>
                </p:oleObj>
              </mc:Choice>
              <mc:Fallback>
                <p:oleObj name="Equation" r:id="rId9" imgW="208260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0"/>
                        <a:ext cx="465772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5759450" y="5699125"/>
          <a:ext cx="10223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8" name="Equation" r:id="rId3" imgW="457200" imgH="177480" progId="Equation.DSMT4">
                  <p:embed/>
                </p:oleObj>
              </mc:Choice>
              <mc:Fallback>
                <p:oleObj name="Equation" r:id="rId3" imgW="457200" imgH="17748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5699125"/>
                        <a:ext cx="102235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8" name="Object 38"/>
          <p:cNvGraphicFramePr>
            <a:graphicFrameLocks noChangeAspect="1"/>
          </p:cNvGraphicFramePr>
          <p:nvPr/>
        </p:nvGraphicFramePr>
        <p:xfrm>
          <a:off x="152400" y="152400"/>
          <a:ext cx="22717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9" name="Equation" r:id="rId5" imgW="1015920" imgH="444240" progId="Equation.DSMT4">
                  <p:embed/>
                </p:oleObj>
              </mc:Choice>
              <mc:Fallback>
                <p:oleObj name="Equation" r:id="rId5" imgW="1015920" imgH="44424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2271713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561618"/>
              </p:ext>
            </p:extLst>
          </p:nvPr>
        </p:nvGraphicFramePr>
        <p:xfrm>
          <a:off x="1839913" y="1828800"/>
          <a:ext cx="49403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0" name="Equation" r:id="rId7" imgW="2209680" imgH="228600" progId="Equation.DSMT4">
                  <p:embed/>
                </p:oleObj>
              </mc:Choice>
              <mc:Fallback>
                <p:oleObj name="Equation" r:id="rId7" imgW="2209680" imgH="228600" progId="Equation.DSMT4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1828800"/>
                        <a:ext cx="4940300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0" name="Object 40"/>
          <p:cNvGraphicFramePr>
            <a:graphicFrameLocks noChangeAspect="1"/>
          </p:cNvGraphicFramePr>
          <p:nvPr/>
        </p:nvGraphicFramePr>
        <p:xfrm>
          <a:off x="2590800" y="228600"/>
          <a:ext cx="27257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1" name="Equation" r:id="rId9" imgW="1218960" imgH="393480" progId="Equation.DSMT4">
                  <p:embed/>
                </p:oleObj>
              </mc:Choice>
              <mc:Fallback>
                <p:oleObj name="Equation" r:id="rId9" imgW="1218960" imgH="39348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"/>
                        <a:ext cx="2725737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2" name="Object 42"/>
          <p:cNvGraphicFramePr>
            <a:graphicFrameLocks noChangeAspect="1"/>
          </p:cNvGraphicFramePr>
          <p:nvPr/>
        </p:nvGraphicFramePr>
        <p:xfrm>
          <a:off x="2330450" y="5108575"/>
          <a:ext cx="10223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2" name="Equation" r:id="rId11" imgW="457200" imgH="177480" progId="Equation.DSMT4">
                  <p:embed/>
                </p:oleObj>
              </mc:Choice>
              <mc:Fallback>
                <p:oleObj name="Equation" r:id="rId11" imgW="457200" imgH="17748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5108575"/>
                        <a:ext cx="1022350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3" name="Object 43"/>
          <p:cNvGraphicFramePr>
            <a:graphicFrameLocks noChangeAspect="1"/>
          </p:cNvGraphicFramePr>
          <p:nvPr/>
        </p:nvGraphicFramePr>
        <p:xfrm>
          <a:off x="5759450" y="4175125"/>
          <a:ext cx="7953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3" name="Equation" r:id="rId13" imgW="355320" imgH="164880" progId="Equation.DSMT4">
                  <p:embed/>
                </p:oleObj>
              </mc:Choice>
              <mc:Fallback>
                <p:oleObj name="Equation" r:id="rId13" imgW="355320" imgH="16488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4175125"/>
                        <a:ext cx="795337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4" name="Object 44"/>
          <p:cNvGraphicFramePr>
            <a:graphicFrameLocks noChangeAspect="1"/>
          </p:cNvGraphicFramePr>
          <p:nvPr/>
        </p:nvGraphicFramePr>
        <p:xfrm>
          <a:off x="1949450" y="4194175"/>
          <a:ext cx="13906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4" name="Equation" r:id="rId15" imgW="622080" imgH="164880" progId="Equation.DSMT4">
                  <p:embed/>
                </p:oleObj>
              </mc:Choice>
              <mc:Fallback>
                <p:oleObj name="Equation" r:id="rId15" imgW="622080" imgH="16488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4194175"/>
                        <a:ext cx="1390650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183573"/>
              </p:ext>
            </p:extLst>
          </p:nvPr>
        </p:nvGraphicFramePr>
        <p:xfrm>
          <a:off x="1682750" y="2895600"/>
          <a:ext cx="52530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5" name="Equation" r:id="rId17" imgW="2349360" imgH="228600" progId="Equation.DSMT4">
                  <p:embed/>
                </p:oleObj>
              </mc:Choice>
              <mc:Fallback>
                <p:oleObj name="Equation" r:id="rId17" imgW="2349360" imgH="22860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2895600"/>
                        <a:ext cx="5253038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6" name="Object 46"/>
          <p:cNvGraphicFramePr>
            <a:graphicFrameLocks noChangeAspect="1"/>
          </p:cNvGraphicFramePr>
          <p:nvPr/>
        </p:nvGraphicFramePr>
        <p:xfrm>
          <a:off x="2178050" y="5794375"/>
          <a:ext cx="10779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6" name="Equation" r:id="rId19" imgW="482400" imgH="203040" progId="Equation.DSMT4">
                  <p:embed/>
                </p:oleObj>
              </mc:Choice>
              <mc:Fallback>
                <p:oleObj name="Equation" r:id="rId19" imgW="482400" imgH="203040" progId="Equation.DSMT4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5794375"/>
                        <a:ext cx="1077912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7" name="Object 47"/>
          <p:cNvGraphicFramePr>
            <a:graphicFrameLocks noChangeAspect="1"/>
          </p:cNvGraphicFramePr>
          <p:nvPr/>
        </p:nvGraphicFramePr>
        <p:xfrm>
          <a:off x="5835650" y="5013325"/>
          <a:ext cx="7953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7" name="Equation" r:id="rId21" imgW="355320" imgH="164880" progId="Equation.DSMT4">
                  <p:embed/>
                </p:oleObj>
              </mc:Choice>
              <mc:Fallback>
                <p:oleObj name="Equation" r:id="rId21" imgW="355320" imgH="164880" progId="Equation.DSMT4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5013325"/>
                        <a:ext cx="795338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133600" y="5257800"/>
          <a:ext cx="8524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2" name="Equation" r:id="rId3" imgW="380880" imgH="203040" progId="Equation.DSMT4">
                  <p:embed/>
                </p:oleObj>
              </mc:Choice>
              <mc:Fallback>
                <p:oleObj name="Equation" r:id="rId3" imgW="38088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257800"/>
                        <a:ext cx="852487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152400" y="152400"/>
          <a:ext cx="22717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name="Equation" r:id="rId5" imgW="1015920" imgH="444240" progId="Equation.DSMT4">
                  <p:embed/>
                </p:oleObj>
              </mc:Choice>
              <mc:Fallback>
                <p:oleObj name="Equation" r:id="rId5" imgW="1015920" imgH="4442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2271713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2590800" y="228600"/>
          <a:ext cx="27257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4" name="Equation" r:id="rId7" imgW="1218960" imgH="393480" progId="Equation.DSMT4">
                  <p:embed/>
                </p:oleObj>
              </mc:Choice>
              <mc:Fallback>
                <p:oleObj name="Equation" r:id="rId7" imgW="1218960" imgH="3934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"/>
                        <a:ext cx="2725738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2895600" y="1787525"/>
          <a:ext cx="221456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5" name="Equation" r:id="rId9" imgW="990360" imgH="393480" progId="Equation.DSMT4">
                  <p:embed/>
                </p:oleObj>
              </mc:Choice>
              <mc:Fallback>
                <p:oleObj name="Equation" r:id="rId9" imgW="990360" imgH="39348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787525"/>
                        <a:ext cx="2214563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356104"/>
              </p:ext>
            </p:extLst>
          </p:nvPr>
        </p:nvGraphicFramePr>
        <p:xfrm>
          <a:off x="2501900" y="3124200"/>
          <a:ext cx="36036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6" name="Equation" r:id="rId11" imgW="1612800" imgH="393480" progId="Equation.DSMT4">
                  <p:embed/>
                </p:oleObj>
              </mc:Choice>
              <mc:Fallback>
                <p:oleObj name="Equation" r:id="rId11" imgW="1612800" imgH="393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124200"/>
                        <a:ext cx="3603625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680236"/>
              </p:ext>
            </p:extLst>
          </p:nvPr>
        </p:nvGraphicFramePr>
        <p:xfrm>
          <a:off x="3124200" y="5029200"/>
          <a:ext cx="2214563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7" name="Equation" r:id="rId13" imgW="990360" imgH="393480" progId="Equation.DSMT4">
                  <p:embed/>
                </p:oleObj>
              </mc:Choice>
              <mc:Fallback>
                <p:oleObj name="Equation" r:id="rId13" imgW="990360" imgH="3934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029200"/>
                        <a:ext cx="2214563" cy="881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12"/>
          <p:cNvGraphicFramePr>
            <a:graphicFrameLocks noChangeAspect="1"/>
          </p:cNvGraphicFramePr>
          <p:nvPr/>
        </p:nvGraphicFramePr>
        <p:xfrm>
          <a:off x="5486400" y="4953000"/>
          <a:ext cx="2611437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name="Equation" r:id="rId15" imgW="1168200" imgH="431640" progId="Equation.DSMT4">
                  <p:embed/>
                </p:oleObj>
              </mc:Choice>
              <mc:Fallback>
                <p:oleObj name="Equation" r:id="rId15" imgW="1168200" imgH="4316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953000"/>
                        <a:ext cx="2611437" cy="966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304800"/>
            <a:ext cx="65506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General Rules:</a:t>
            </a:r>
          </a:p>
          <a:p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	Linear terms get constants, like A</a:t>
            </a:r>
          </a:p>
          <a:p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	Quadratic terms get linear terms, like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Bx+C</a:t>
            </a:r>
            <a:endParaRPr 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	Multiple terms get repeated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295054"/>
              </p:ext>
            </p:extLst>
          </p:nvPr>
        </p:nvGraphicFramePr>
        <p:xfrm>
          <a:off x="2133600" y="1981200"/>
          <a:ext cx="46831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3" name="Equation" r:id="rId3" imgW="2094591" imgH="444307" progId="Equation.DSMT4">
                  <p:embed/>
                </p:oleObj>
              </mc:Choice>
              <mc:Fallback>
                <p:oleObj name="Equation" r:id="rId3" imgW="2094591" imgH="444307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81200"/>
                        <a:ext cx="468312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45159"/>
              </p:ext>
            </p:extLst>
          </p:nvPr>
        </p:nvGraphicFramePr>
        <p:xfrm>
          <a:off x="-12700" y="3886200"/>
          <a:ext cx="7747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" name="Equation" r:id="rId5" imgW="355320" imgH="393480" progId="Equation.DSMT4">
                  <p:embed/>
                </p:oleObj>
              </mc:Choice>
              <mc:Fallback>
                <p:oleObj name="Equation" r:id="rId5" imgW="355320" imgH="39348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2700" y="3886200"/>
                        <a:ext cx="7747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384259"/>
              </p:ext>
            </p:extLst>
          </p:nvPr>
        </p:nvGraphicFramePr>
        <p:xfrm>
          <a:off x="7680002" y="3886200"/>
          <a:ext cx="14684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" name="Equation" r:id="rId7" imgW="672840" imgH="419040" progId="Equation.DSMT4">
                  <p:embed/>
                </p:oleObj>
              </mc:Choice>
              <mc:Fallback>
                <p:oleObj name="Equation" r:id="rId7" imgW="67284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002" y="3886200"/>
                        <a:ext cx="14684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480883"/>
              </p:ext>
            </p:extLst>
          </p:nvPr>
        </p:nvGraphicFramePr>
        <p:xfrm>
          <a:off x="762000" y="3886200"/>
          <a:ext cx="16637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" name="Equation" r:id="rId9" imgW="761760" imgH="393480" progId="Equation.DSMT4">
                  <p:embed/>
                </p:oleObj>
              </mc:Choice>
              <mc:Fallback>
                <p:oleObj name="Equation" r:id="rId9" imgW="76176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86200"/>
                        <a:ext cx="16637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908633"/>
              </p:ext>
            </p:extLst>
          </p:nvPr>
        </p:nvGraphicFramePr>
        <p:xfrm>
          <a:off x="2438400" y="3886200"/>
          <a:ext cx="10525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" name="Equation" r:id="rId11" imgW="482400" imgH="393480" progId="Equation.DSMT4">
                  <p:embed/>
                </p:oleObj>
              </mc:Choice>
              <mc:Fallback>
                <p:oleObj name="Equation" r:id="rId11" imgW="4824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0"/>
                        <a:ext cx="10525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00708"/>
              </p:ext>
            </p:extLst>
          </p:nvPr>
        </p:nvGraphicFramePr>
        <p:xfrm>
          <a:off x="3429000" y="3886200"/>
          <a:ext cx="13858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8" name="Equation" r:id="rId13" imgW="634680" imgH="419040" progId="Equation.DSMT4">
                  <p:embed/>
                </p:oleObj>
              </mc:Choice>
              <mc:Fallback>
                <p:oleObj name="Equation" r:id="rId13" imgW="63468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886200"/>
                        <a:ext cx="13858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229570"/>
              </p:ext>
            </p:extLst>
          </p:nvPr>
        </p:nvGraphicFramePr>
        <p:xfrm>
          <a:off x="4876800" y="3886200"/>
          <a:ext cx="13858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" name="Equation" r:id="rId15" imgW="634680" imgH="419040" progId="Equation.DSMT4">
                  <p:embed/>
                </p:oleObj>
              </mc:Choice>
              <mc:Fallback>
                <p:oleObj name="Equation" r:id="rId15" imgW="63468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886200"/>
                        <a:ext cx="13858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616719"/>
              </p:ext>
            </p:extLst>
          </p:nvPr>
        </p:nvGraphicFramePr>
        <p:xfrm>
          <a:off x="6324600" y="3886200"/>
          <a:ext cx="13843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" name="Equation" r:id="rId17" imgW="634680" imgH="393480" progId="Equation.DSMT4">
                  <p:embed/>
                </p:oleObj>
              </mc:Choice>
              <mc:Fallback>
                <p:oleObj name="Equation" r:id="rId17" imgW="63468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886200"/>
                        <a:ext cx="13843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813687"/>
              </p:ext>
            </p:extLst>
          </p:nvPr>
        </p:nvGraphicFramePr>
        <p:xfrm>
          <a:off x="76200" y="76200"/>
          <a:ext cx="19304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6" name="Equation" r:id="rId3" imgW="863280" imgH="393480" progId="Equation.DSMT4">
                  <p:embed/>
                </p:oleObj>
              </mc:Choice>
              <mc:Fallback>
                <p:oleObj name="Equation" r:id="rId3" imgW="863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76200"/>
                        <a:ext cx="193040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329890"/>
              </p:ext>
            </p:extLst>
          </p:nvPr>
        </p:nvGraphicFramePr>
        <p:xfrm>
          <a:off x="3352800" y="3926534"/>
          <a:ext cx="9144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7" name="Equation" r:id="rId5" imgW="457200" imgH="203040" progId="Equation.DSMT4">
                  <p:embed/>
                </p:oleObj>
              </mc:Choice>
              <mc:Fallback>
                <p:oleObj name="Equation" r:id="rId5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926534"/>
                        <a:ext cx="9144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116635"/>
              </p:ext>
            </p:extLst>
          </p:nvPr>
        </p:nvGraphicFramePr>
        <p:xfrm>
          <a:off x="2133600" y="53975"/>
          <a:ext cx="2895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8" name="Equation" r:id="rId7" imgW="1295280" imgH="419040" progId="Equation.DSMT4">
                  <p:embed/>
                </p:oleObj>
              </mc:Choice>
              <mc:Fallback>
                <p:oleObj name="Equation" r:id="rId7" imgW="1295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3975"/>
                        <a:ext cx="2895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445951"/>
              </p:ext>
            </p:extLst>
          </p:nvPr>
        </p:nvGraphicFramePr>
        <p:xfrm>
          <a:off x="5283200" y="76200"/>
          <a:ext cx="38576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9" name="Equation" r:id="rId9" imgW="1726920" imgH="419040" progId="Equation.DSMT4">
                  <p:embed/>
                </p:oleObj>
              </mc:Choice>
              <mc:Fallback>
                <p:oleObj name="Equation" r:id="rId9" imgW="1726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76200"/>
                        <a:ext cx="38576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232087"/>
              </p:ext>
            </p:extLst>
          </p:nvPr>
        </p:nvGraphicFramePr>
        <p:xfrm>
          <a:off x="1828800" y="2079625"/>
          <a:ext cx="5703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0" name="Equation" r:id="rId11" imgW="2552400" imgH="228600" progId="Equation.DSMT4">
                  <p:embed/>
                </p:oleObj>
              </mc:Choice>
              <mc:Fallback>
                <p:oleObj name="Equation" r:id="rId11" imgW="255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079625"/>
                        <a:ext cx="57038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041970"/>
              </p:ext>
            </p:extLst>
          </p:nvPr>
        </p:nvGraphicFramePr>
        <p:xfrm>
          <a:off x="381000" y="3926534"/>
          <a:ext cx="11493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1" name="Equation" r:id="rId13" imgW="329914" imgH="177646" progId="Equation.DSMT4">
                  <p:embed/>
                </p:oleObj>
              </mc:Choice>
              <mc:Fallback>
                <p:oleObj name="Equation" r:id="rId13" imgW="329914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26534"/>
                        <a:ext cx="1149350" cy="3746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640632"/>
              </p:ext>
            </p:extLst>
          </p:nvPr>
        </p:nvGraphicFramePr>
        <p:xfrm>
          <a:off x="6553200" y="3935412"/>
          <a:ext cx="762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2" name="Equation" r:id="rId15" imgW="380880" imgH="203040" progId="Equation.DSMT4">
                  <p:embed/>
                </p:oleObj>
              </mc:Choice>
              <mc:Fallback>
                <p:oleObj name="Equation" r:id="rId15" imgW="3808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935412"/>
                        <a:ext cx="7620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568937"/>
              </p:ext>
            </p:extLst>
          </p:nvPr>
        </p:nvGraphicFramePr>
        <p:xfrm>
          <a:off x="304800" y="4993334"/>
          <a:ext cx="10906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3" name="Equation" r:id="rId17" imgW="431640" imgH="177480" progId="Equation.DSMT4">
                  <p:embed/>
                </p:oleObj>
              </mc:Choice>
              <mc:Fallback>
                <p:oleObj name="Equation" r:id="rId17" imgW="431640" imgH="177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993334"/>
                        <a:ext cx="1090612" cy="3746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167488"/>
              </p:ext>
            </p:extLst>
          </p:nvPr>
        </p:nvGraphicFramePr>
        <p:xfrm>
          <a:off x="3352800" y="5002212"/>
          <a:ext cx="12192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4" name="Equation" r:id="rId19" imgW="609480" imgH="203040" progId="Equation.DSMT4">
                  <p:embed/>
                </p:oleObj>
              </mc:Choice>
              <mc:Fallback>
                <p:oleObj name="Equation" r:id="rId19" imgW="6094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002212"/>
                        <a:ext cx="12192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781076"/>
              </p:ext>
            </p:extLst>
          </p:nvPr>
        </p:nvGraphicFramePr>
        <p:xfrm>
          <a:off x="6502400" y="4993334"/>
          <a:ext cx="9398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5" name="Equation" r:id="rId21" imgW="469800" imgH="203040" progId="Equation.DSMT4">
                  <p:embed/>
                </p:oleObj>
              </mc:Choice>
              <mc:Fallback>
                <p:oleObj name="Equation" r:id="rId21" imgW="46980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4993334"/>
                        <a:ext cx="9398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79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693763"/>
              </p:ext>
            </p:extLst>
          </p:nvPr>
        </p:nvGraphicFramePr>
        <p:xfrm>
          <a:off x="76200" y="76200"/>
          <a:ext cx="19304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1" name="Equation" r:id="rId3" imgW="863280" imgH="393480" progId="Equation.DSMT4">
                  <p:embed/>
                </p:oleObj>
              </mc:Choice>
              <mc:Fallback>
                <p:oleObj name="Equation" r:id="rId3" imgW="863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76200"/>
                        <a:ext cx="193040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626028"/>
              </p:ext>
            </p:extLst>
          </p:nvPr>
        </p:nvGraphicFramePr>
        <p:xfrm>
          <a:off x="3124200" y="2895600"/>
          <a:ext cx="1778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2" name="Equation" r:id="rId5" imgW="888840" imgH="203040" progId="Equation.DSMT4">
                  <p:embed/>
                </p:oleObj>
              </mc:Choice>
              <mc:Fallback>
                <p:oleObj name="Equation" r:id="rId5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95600"/>
                        <a:ext cx="17780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846216"/>
              </p:ext>
            </p:extLst>
          </p:nvPr>
        </p:nvGraphicFramePr>
        <p:xfrm>
          <a:off x="2133600" y="53975"/>
          <a:ext cx="2895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3" name="Equation" r:id="rId7" imgW="1295280" imgH="419040" progId="Equation.DSMT4">
                  <p:embed/>
                </p:oleObj>
              </mc:Choice>
              <mc:Fallback>
                <p:oleObj name="Equation" r:id="rId7" imgW="1295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3975"/>
                        <a:ext cx="2895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539788"/>
              </p:ext>
            </p:extLst>
          </p:nvPr>
        </p:nvGraphicFramePr>
        <p:xfrm>
          <a:off x="5283200" y="76200"/>
          <a:ext cx="38576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4" name="Equation" r:id="rId9" imgW="1726920" imgH="419040" progId="Equation.DSMT4">
                  <p:embed/>
                </p:oleObj>
              </mc:Choice>
              <mc:Fallback>
                <p:oleObj name="Equation" r:id="rId9" imgW="1726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76200"/>
                        <a:ext cx="38576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437696"/>
              </p:ext>
            </p:extLst>
          </p:nvPr>
        </p:nvGraphicFramePr>
        <p:xfrm>
          <a:off x="1828800" y="1752600"/>
          <a:ext cx="5703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5" name="Equation" r:id="rId11" imgW="2552400" imgH="228600" progId="Equation.DSMT4">
                  <p:embed/>
                </p:oleObj>
              </mc:Choice>
              <mc:Fallback>
                <p:oleObj name="Equation" r:id="rId11" imgW="255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752600"/>
                        <a:ext cx="57038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686366"/>
              </p:ext>
            </p:extLst>
          </p:nvPr>
        </p:nvGraphicFramePr>
        <p:xfrm>
          <a:off x="336550" y="2895600"/>
          <a:ext cx="9588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6" name="Equation" r:id="rId13" imgW="355320" imgH="177480" progId="Equation.DSMT4">
                  <p:embed/>
                </p:oleObj>
              </mc:Choice>
              <mc:Fallback>
                <p:oleObj name="Equation" r:id="rId13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" y="2895600"/>
                        <a:ext cx="958850" cy="3746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490471"/>
              </p:ext>
            </p:extLst>
          </p:nvPr>
        </p:nvGraphicFramePr>
        <p:xfrm>
          <a:off x="3505200" y="4343400"/>
          <a:ext cx="7127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" name="Equation" r:id="rId15" imgW="355320" imgH="164880" progId="Equation.DSMT4">
                  <p:embed/>
                </p:oleObj>
              </mc:Choice>
              <mc:Fallback>
                <p:oleObj name="Equation" r:id="rId15" imgW="3553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343400"/>
                        <a:ext cx="7127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082842"/>
              </p:ext>
            </p:extLst>
          </p:nvPr>
        </p:nvGraphicFramePr>
        <p:xfrm>
          <a:off x="8077200" y="6096000"/>
          <a:ext cx="762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8" name="Equation" r:id="rId17" imgW="380880" imgH="203040" progId="Equation.DSMT4">
                  <p:embed/>
                </p:oleObj>
              </mc:Choice>
              <mc:Fallback>
                <p:oleObj name="Equation" r:id="rId17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6096000"/>
                        <a:ext cx="7620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603836"/>
              </p:ext>
            </p:extLst>
          </p:nvPr>
        </p:nvGraphicFramePr>
        <p:xfrm>
          <a:off x="8026400" y="5562600"/>
          <a:ext cx="9398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9" name="Equation" r:id="rId19" imgW="469800" imgH="203040" progId="Equation.DSMT4">
                  <p:embed/>
                </p:oleObj>
              </mc:Choice>
              <mc:Fallback>
                <p:oleObj name="Equation" r:id="rId19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5562600"/>
                        <a:ext cx="9398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565031"/>
              </p:ext>
            </p:extLst>
          </p:nvPr>
        </p:nvGraphicFramePr>
        <p:xfrm>
          <a:off x="3035300" y="3657600"/>
          <a:ext cx="18034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0" name="Equation" r:id="rId21" imgW="901440" imgH="203040" progId="Equation.DSMT4">
                  <p:embed/>
                </p:oleObj>
              </mc:Choice>
              <mc:Fallback>
                <p:oleObj name="Equation" r:id="rId21" imgW="90144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657600"/>
                        <a:ext cx="18034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49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732863"/>
              </p:ext>
            </p:extLst>
          </p:nvPr>
        </p:nvGraphicFramePr>
        <p:xfrm>
          <a:off x="76200" y="76200"/>
          <a:ext cx="19304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1" name="Equation" r:id="rId3" imgW="863280" imgH="393480" progId="Equation.DSMT4">
                  <p:embed/>
                </p:oleObj>
              </mc:Choice>
              <mc:Fallback>
                <p:oleObj name="Equation" r:id="rId3" imgW="863280" imgH="393480" progId="Equation.DSMT4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76200"/>
                        <a:ext cx="193040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474199"/>
              </p:ext>
            </p:extLst>
          </p:nvPr>
        </p:nvGraphicFramePr>
        <p:xfrm>
          <a:off x="2209800" y="1828800"/>
          <a:ext cx="41243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2" name="Equation" r:id="rId5" imgW="1612800" imgH="419040" progId="Equation.DSMT4">
                  <p:embed/>
                </p:oleObj>
              </mc:Choice>
              <mc:Fallback>
                <p:oleObj name="Equation" r:id="rId5" imgW="1612800" imgH="419040" progId="Equation.DSMT4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28800"/>
                        <a:ext cx="4124325" cy="1071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673512"/>
              </p:ext>
            </p:extLst>
          </p:nvPr>
        </p:nvGraphicFramePr>
        <p:xfrm>
          <a:off x="2133600" y="53975"/>
          <a:ext cx="2895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" name="Equation" r:id="rId7" imgW="1295280" imgH="419040" progId="Equation.DSMT4">
                  <p:embed/>
                </p:oleObj>
              </mc:Choice>
              <mc:Fallback>
                <p:oleObj name="Equation" r:id="rId7" imgW="1295280" imgH="419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3975"/>
                        <a:ext cx="2895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936709"/>
              </p:ext>
            </p:extLst>
          </p:nvPr>
        </p:nvGraphicFramePr>
        <p:xfrm>
          <a:off x="5283200" y="76200"/>
          <a:ext cx="38576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4" name="Equation" r:id="rId9" imgW="1726920" imgH="419040" progId="Equation.DSMT4">
                  <p:embed/>
                </p:oleObj>
              </mc:Choice>
              <mc:Fallback>
                <p:oleObj name="Equation" r:id="rId9" imgW="1726920" imgH="419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76200"/>
                        <a:ext cx="38576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696620"/>
              </p:ext>
            </p:extLst>
          </p:nvPr>
        </p:nvGraphicFramePr>
        <p:xfrm>
          <a:off x="990600" y="3886200"/>
          <a:ext cx="6592888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" name="Equation" r:id="rId11" imgW="2577960" imgH="419040" progId="Equation.DSMT4">
                  <p:embed/>
                </p:oleObj>
              </mc:Choice>
              <mc:Fallback>
                <p:oleObj name="Equation" r:id="rId11" imgW="257796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886200"/>
                        <a:ext cx="6592888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434841"/>
              </p:ext>
            </p:extLst>
          </p:nvPr>
        </p:nvGraphicFramePr>
        <p:xfrm>
          <a:off x="8077200" y="5181600"/>
          <a:ext cx="9398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" name="Equation" r:id="rId13" imgW="469800" imgH="203040" progId="Equation.DSMT4">
                  <p:embed/>
                </p:oleObj>
              </mc:Choice>
              <mc:Fallback>
                <p:oleObj name="Equation" r:id="rId13" imgW="46980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5181600"/>
                        <a:ext cx="9398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750139"/>
              </p:ext>
            </p:extLst>
          </p:nvPr>
        </p:nvGraphicFramePr>
        <p:xfrm>
          <a:off x="8077200" y="5715000"/>
          <a:ext cx="7127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7" name="Equation" r:id="rId15" imgW="355320" imgH="164880" progId="Equation.DSMT4">
                  <p:embed/>
                </p:oleObj>
              </mc:Choice>
              <mc:Fallback>
                <p:oleObj name="Equation" r:id="rId15" imgW="355320" imgH="1648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5715000"/>
                        <a:ext cx="7127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004980"/>
              </p:ext>
            </p:extLst>
          </p:nvPr>
        </p:nvGraphicFramePr>
        <p:xfrm>
          <a:off x="8077200" y="6221412"/>
          <a:ext cx="762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8" name="Equation" r:id="rId17" imgW="380880" imgH="203040" progId="Equation.DSMT4">
                  <p:embed/>
                </p:oleObj>
              </mc:Choice>
              <mc:Fallback>
                <p:oleObj name="Equation" r:id="rId17" imgW="38088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6221412"/>
                        <a:ext cx="7620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773834"/>
              </p:ext>
            </p:extLst>
          </p:nvPr>
        </p:nvGraphicFramePr>
        <p:xfrm>
          <a:off x="228600" y="76200"/>
          <a:ext cx="21574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5" name="Equation" r:id="rId3" imgW="965160" imgH="393480" progId="Equation.DSMT4">
                  <p:embed/>
                </p:oleObj>
              </mc:Choice>
              <mc:Fallback>
                <p:oleObj name="Equation" r:id="rId3" imgW="965160" imgH="393480" progId="Equation.DSMT4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"/>
                        <a:ext cx="2157412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37210" y="300335"/>
            <a:ext cx="3906582" cy="46166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Irreducible. Complete Square.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120469"/>
              </p:ext>
            </p:extLst>
          </p:nvPr>
        </p:nvGraphicFramePr>
        <p:xfrm>
          <a:off x="2514600" y="74613"/>
          <a:ext cx="24415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6" name="Equation" r:id="rId5" imgW="1091880" imgH="419040" progId="Equation.DSMT4">
                  <p:embed/>
                </p:oleObj>
              </mc:Choice>
              <mc:Fallback>
                <p:oleObj name="Equation" r:id="rId5" imgW="1091880" imgH="419040" progId="Equation.DSMT4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74613"/>
                        <a:ext cx="244157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536488"/>
              </p:ext>
            </p:extLst>
          </p:nvPr>
        </p:nvGraphicFramePr>
        <p:xfrm>
          <a:off x="7696200" y="990600"/>
          <a:ext cx="130333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7" name="Equation" r:id="rId7" imgW="583920" imgH="431640" progId="Equation.DSMT4">
                  <p:embed/>
                </p:oleObj>
              </mc:Choice>
              <mc:Fallback>
                <p:oleObj name="Equation" r:id="rId7" imgW="583920" imgH="431640" progId="Equation.DSMT4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990600"/>
                        <a:ext cx="1303338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582407"/>
              </p:ext>
            </p:extLst>
          </p:nvPr>
        </p:nvGraphicFramePr>
        <p:xfrm>
          <a:off x="3505200" y="1828800"/>
          <a:ext cx="148780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8" name="Equation" r:id="rId9" imgW="698400" imgH="393480" progId="Equation.DSMT4">
                  <p:embed/>
                </p:oleObj>
              </mc:Choice>
              <mc:Fallback>
                <p:oleObj name="Equation" r:id="rId9" imgW="698400" imgH="393480" progId="Equation.DSMT4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28800"/>
                        <a:ext cx="148780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258484"/>
              </p:ext>
            </p:extLst>
          </p:nvPr>
        </p:nvGraphicFramePr>
        <p:xfrm>
          <a:off x="2895600" y="5410200"/>
          <a:ext cx="37353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9" name="Equation" r:id="rId11" imgW="1612800" imgH="393480" progId="Equation.DSMT4">
                  <p:embed/>
                </p:oleObj>
              </mc:Choice>
              <mc:Fallback>
                <p:oleObj name="Equation" r:id="rId11" imgW="1612800" imgH="393480" progId="Equation.DSMT4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410200"/>
                        <a:ext cx="37353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768850" y="19526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0" name="Equation" r:id="rId13" imgW="114102" imgH="177492" progId="Equation.DSMT4">
                  <p:embed/>
                </p:oleObj>
              </mc:Choice>
              <mc:Fallback>
                <p:oleObj name="Equation" r:id="rId13" imgW="114102" imgH="177492" progId="Equation.DSMT4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1952625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352339"/>
              </p:ext>
            </p:extLst>
          </p:nvPr>
        </p:nvGraphicFramePr>
        <p:xfrm>
          <a:off x="3495931" y="3733800"/>
          <a:ext cx="1817687" cy="80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1" name="Equation" r:id="rId15" imgW="888840" imgH="393480" progId="Equation.DSMT4">
                  <p:embed/>
                </p:oleObj>
              </mc:Choice>
              <mc:Fallback>
                <p:oleObj name="Equation" r:id="rId15" imgW="88884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931" y="3733800"/>
                        <a:ext cx="1817687" cy="804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129410"/>
              </p:ext>
            </p:extLst>
          </p:nvPr>
        </p:nvGraphicFramePr>
        <p:xfrm>
          <a:off x="7696200" y="2541588"/>
          <a:ext cx="130333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2" name="Equation" r:id="rId17" imgW="583920" imgH="203040" progId="Equation.DSMT4">
                  <p:embed/>
                </p:oleObj>
              </mc:Choice>
              <mc:Fallback>
                <p:oleObj name="Equation" r:id="rId17" imgW="58392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2541588"/>
                        <a:ext cx="1303338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38843"/>
              </p:ext>
            </p:extLst>
          </p:nvPr>
        </p:nvGraphicFramePr>
        <p:xfrm>
          <a:off x="228600" y="76200"/>
          <a:ext cx="21574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8" name="Equation" r:id="rId3" imgW="965160" imgH="393480" progId="Equation.DSMT4">
                  <p:embed/>
                </p:oleObj>
              </mc:Choice>
              <mc:Fallback>
                <p:oleObj name="Equation" r:id="rId3" imgW="965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"/>
                        <a:ext cx="2157412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115494"/>
              </p:ext>
            </p:extLst>
          </p:nvPr>
        </p:nvGraphicFramePr>
        <p:xfrm>
          <a:off x="2514600" y="74613"/>
          <a:ext cx="24415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9" name="Equation" r:id="rId5" imgW="1091880" imgH="419040" progId="Equation.DSMT4">
                  <p:embed/>
                </p:oleObj>
              </mc:Choice>
              <mc:Fallback>
                <p:oleObj name="Equation" r:id="rId5" imgW="1091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74613"/>
                        <a:ext cx="244157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408757"/>
              </p:ext>
            </p:extLst>
          </p:nvPr>
        </p:nvGraphicFramePr>
        <p:xfrm>
          <a:off x="2362200" y="1524000"/>
          <a:ext cx="3733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0" name="Equation" r:id="rId7" imgW="1612800" imgH="393480" progId="Equation.DSMT4">
                  <p:embed/>
                </p:oleObj>
              </mc:Choice>
              <mc:Fallback>
                <p:oleObj name="Equation" r:id="rId7" imgW="1612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24000"/>
                        <a:ext cx="37338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966307"/>
              </p:ext>
            </p:extLst>
          </p:nvPr>
        </p:nvGraphicFramePr>
        <p:xfrm>
          <a:off x="1600200" y="3276600"/>
          <a:ext cx="56022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1" name="Equation" r:id="rId9" imgW="2400120" imgH="457200" progId="Equation.DSMT4">
                  <p:embed/>
                </p:oleObj>
              </mc:Choice>
              <mc:Fallback>
                <p:oleObj name="Equation" r:id="rId9" imgW="2400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6600"/>
                        <a:ext cx="56022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462808"/>
              </p:ext>
            </p:extLst>
          </p:nvPr>
        </p:nvGraphicFramePr>
        <p:xfrm>
          <a:off x="1676400" y="5257800"/>
          <a:ext cx="58324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2" name="Equation" r:id="rId11" imgW="2692080" imgH="457200" progId="Equation.DSMT4">
                  <p:embed/>
                </p:oleObj>
              </mc:Choice>
              <mc:Fallback>
                <p:oleObj name="Equation" r:id="rId11" imgW="2692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257800"/>
                        <a:ext cx="58324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768850" y="19526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3" name="Equation" r:id="rId13" imgW="114102" imgH="177492" progId="Equation.DSMT4">
                  <p:embed/>
                </p:oleObj>
              </mc:Choice>
              <mc:Fallback>
                <p:oleObj name="Equation" r:id="rId1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1952625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054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945</TotalTime>
  <Words>90</Words>
  <Application>Microsoft Office PowerPoint</Application>
  <PresentationFormat>On-screen Show (4:3)</PresentationFormat>
  <Paragraphs>25</Paragraphs>
  <Slides>16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222</cp:revision>
  <dcterms:created xsi:type="dcterms:W3CDTF">2006-08-16T00:00:00Z</dcterms:created>
  <dcterms:modified xsi:type="dcterms:W3CDTF">2011-02-16T05:49:46Z</dcterms:modified>
</cp:coreProperties>
</file>