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bin" ContentType="application/vnd.openxmlformats-officedocument.oleObject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3"/>
  </p:notesMasterIdLst>
  <p:sldIdLst>
    <p:sldId id="256" r:id="rId2"/>
    <p:sldId id="257" r:id="rId3"/>
    <p:sldId id="265" r:id="rId4"/>
    <p:sldId id="266" r:id="rId5"/>
    <p:sldId id="267" r:id="rId6"/>
    <p:sldId id="259" r:id="rId7"/>
    <p:sldId id="268" r:id="rId8"/>
    <p:sldId id="260" r:id="rId9"/>
    <p:sldId id="261" r:id="rId10"/>
    <p:sldId id="262" r:id="rId11"/>
    <p:sldId id="269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88" autoAdjust="0"/>
    <p:restoredTop sz="94718" autoAdjust="0"/>
  </p:normalViewPr>
  <p:slideViewPr>
    <p:cSldViewPr>
      <p:cViewPr varScale="1">
        <p:scale>
          <a:sx n="74" d="100"/>
          <a:sy n="74" d="100"/>
        </p:scale>
        <p:origin x="-126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4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6" Type="http://schemas.openxmlformats.org/officeDocument/2006/relationships/image" Target="../media/image20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openxmlformats.org/officeDocument/2006/relationships/image" Target="../media/image33.wmf"/><Relationship Id="rId3" Type="http://schemas.openxmlformats.org/officeDocument/2006/relationships/image" Target="../media/image23.wmf"/><Relationship Id="rId7" Type="http://schemas.openxmlformats.org/officeDocument/2006/relationships/image" Target="../media/image27.wmf"/><Relationship Id="rId12" Type="http://schemas.openxmlformats.org/officeDocument/2006/relationships/image" Target="../media/image32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6" Type="http://schemas.openxmlformats.org/officeDocument/2006/relationships/image" Target="../media/image26.wmf"/><Relationship Id="rId11" Type="http://schemas.openxmlformats.org/officeDocument/2006/relationships/image" Target="../media/image31.wmf"/><Relationship Id="rId5" Type="http://schemas.openxmlformats.org/officeDocument/2006/relationships/image" Target="../media/image25.wmf"/><Relationship Id="rId10" Type="http://schemas.openxmlformats.org/officeDocument/2006/relationships/image" Target="../media/image30.wmf"/><Relationship Id="rId4" Type="http://schemas.openxmlformats.org/officeDocument/2006/relationships/image" Target="../media/image24.wmf"/><Relationship Id="rId9" Type="http://schemas.openxmlformats.org/officeDocument/2006/relationships/image" Target="../media/image29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image" Target="../media/image36.wmf"/><Relationship Id="rId7" Type="http://schemas.openxmlformats.org/officeDocument/2006/relationships/image" Target="../media/image40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6" Type="http://schemas.openxmlformats.org/officeDocument/2006/relationships/image" Target="../media/image39.wmf"/><Relationship Id="rId5" Type="http://schemas.openxmlformats.org/officeDocument/2006/relationships/image" Target="../media/image38.wmf"/><Relationship Id="rId10" Type="http://schemas.openxmlformats.org/officeDocument/2006/relationships/image" Target="../media/image43.wmf"/><Relationship Id="rId4" Type="http://schemas.openxmlformats.org/officeDocument/2006/relationships/image" Target="../media/image37.wmf"/><Relationship Id="rId9" Type="http://schemas.openxmlformats.org/officeDocument/2006/relationships/image" Target="../media/image42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image" Target="../media/image46.wmf"/><Relationship Id="rId7" Type="http://schemas.openxmlformats.org/officeDocument/2006/relationships/image" Target="../media/image50.wmf"/><Relationship Id="rId12" Type="http://schemas.openxmlformats.org/officeDocument/2006/relationships/image" Target="../media/image55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Relationship Id="rId6" Type="http://schemas.openxmlformats.org/officeDocument/2006/relationships/image" Target="../media/image49.wmf"/><Relationship Id="rId11" Type="http://schemas.openxmlformats.org/officeDocument/2006/relationships/image" Target="../media/image54.wmf"/><Relationship Id="rId5" Type="http://schemas.openxmlformats.org/officeDocument/2006/relationships/image" Target="../media/image48.wmf"/><Relationship Id="rId10" Type="http://schemas.openxmlformats.org/officeDocument/2006/relationships/image" Target="../media/image53.wmf"/><Relationship Id="rId4" Type="http://schemas.openxmlformats.org/officeDocument/2006/relationships/image" Target="../media/image47.wmf"/><Relationship Id="rId9" Type="http://schemas.openxmlformats.org/officeDocument/2006/relationships/image" Target="../media/image52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13" Type="http://schemas.openxmlformats.org/officeDocument/2006/relationships/image" Target="../media/image68.wmf"/><Relationship Id="rId3" Type="http://schemas.openxmlformats.org/officeDocument/2006/relationships/image" Target="../media/image58.wmf"/><Relationship Id="rId7" Type="http://schemas.openxmlformats.org/officeDocument/2006/relationships/image" Target="../media/image62.wmf"/><Relationship Id="rId12" Type="http://schemas.openxmlformats.org/officeDocument/2006/relationships/image" Target="../media/image67.wmf"/><Relationship Id="rId2" Type="http://schemas.openxmlformats.org/officeDocument/2006/relationships/image" Target="../media/image57.wmf"/><Relationship Id="rId16" Type="http://schemas.openxmlformats.org/officeDocument/2006/relationships/image" Target="../media/image71.wmf"/><Relationship Id="rId1" Type="http://schemas.openxmlformats.org/officeDocument/2006/relationships/image" Target="../media/image56.wmf"/><Relationship Id="rId6" Type="http://schemas.openxmlformats.org/officeDocument/2006/relationships/image" Target="../media/image61.wmf"/><Relationship Id="rId11" Type="http://schemas.openxmlformats.org/officeDocument/2006/relationships/image" Target="../media/image66.wmf"/><Relationship Id="rId5" Type="http://schemas.openxmlformats.org/officeDocument/2006/relationships/image" Target="../media/image60.wmf"/><Relationship Id="rId15" Type="http://schemas.openxmlformats.org/officeDocument/2006/relationships/image" Target="../media/image70.wmf"/><Relationship Id="rId10" Type="http://schemas.openxmlformats.org/officeDocument/2006/relationships/image" Target="../media/image65.wmf"/><Relationship Id="rId4" Type="http://schemas.openxmlformats.org/officeDocument/2006/relationships/image" Target="../media/image59.wmf"/><Relationship Id="rId9" Type="http://schemas.openxmlformats.org/officeDocument/2006/relationships/image" Target="../media/image64.wmf"/><Relationship Id="rId14" Type="http://schemas.openxmlformats.org/officeDocument/2006/relationships/image" Target="../media/image69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3" Type="http://schemas.openxmlformats.org/officeDocument/2006/relationships/image" Target="../media/image74.wmf"/><Relationship Id="rId7" Type="http://schemas.openxmlformats.org/officeDocument/2006/relationships/image" Target="../media/image78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Relationship Id="rId6" Type="http://schemas.openxmlformats.org/officeDocument/2006/relationships/image" Target="../media/image77.wmf"/><Relationship Id="rId5" Type="http://schemas.openxmlformats.org/officeDocument/2006/relationships/image" Target="../media/image76.wmf"/><Relationship Id="rId10" Type="http://schemas.openxmlformats.org/officeDocument/2006/relationships/image" Target="../media/image81.wmf"/><Relationship Id="rId4" Type="http://schemas.openxmlformats.org/officeDocument/2006/relationships/image" Target="../media/image75.wmf"/><Relationship Id="rId9" Type="http://schemas.openxmlformats.org/officeDocument/2006/relationships/image" Target="../media/image80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.wmf"/><Relationship Id="rId2" Type="http://schemas.openxmlformats.org/officeDocument/2006/relationships/image" Target="../media/image83.wmf"/><Relationship Id="rId1" Type="http://schemas.openxmlformats.org/officeDocument/2006/relationships/image" Target="../media/image8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85276-4348-4BFB-9B63-AF9E9308948B}" type="datetimeFigureOut">
              <a:rPr lang="en-US" smtClean="0"/>
              <a:pPr/>
              <a:t>2/10/2013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A0A9C-EF98-4743-B4E5-7BB3700F86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26780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A0A9C-EF98-4743-B4E5-7BB3700F861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A0A9C-EF98-4743-B4E5-7BB3700F861F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A0A9C-EF98-4743-B4E5-7BB3700F861F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64209EF-4DC6-44A9-BAAE-1F8B8035F6AE}" type="datetime1">
              <a:rPr lang="en-US" smtClean="0"/>
              <a:pPr/>
              <a:t>2/10/2013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234BD95-98E8-4734-9974-37C1D765B88C}" type="datetime1">
              <a:rPr lang="en-US" smtClean="0"/>
              <a:pPr/>
              <a:t>2/10/2013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034D968-7D26-4366-9831-D4B854822173}" type="datetime1">
              <a:rPr lang="en-US" smtClean="0"/>
              <a:pPr/>
              <a:t>2/10/2013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A2D4892-F3B6-4B89-BAE5-177089BFE8F6}" type="datetime1">
              <a:rPr lang="en-US" smtClean="0"/>
              <a:pPr/>
              <a:t>2/10/2013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993100-9B0A-4074-ACF2-147E6CC84FB9}" type="datetime1">
              <a:rPr lang="en-US" smtClean="0"/>
              <a:pPr/>
              <a:t>2/10/2013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6531E0D-A74B-4F68-BF77-3FB64E60CF19}" type="datetime1">
              <a:rPr lang="en-US" smtClean="0"/>
              <a:pPr/>
              <a:t>2/10/2013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7F5C82F-B5B4-4C51-830A-456FEAE1A573}" type="datetime1">
              <a:rPr lang="en-US" smtClean="0"/>
              <a:pPr/>
              <a:t>2/10/2013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D16AA0AE-4D0A-495C-A0C9-D86839E64676}" type="datetime1">
              <a:rPr lang="en-US" smtClean="0"/>
              <a:pPr/>
              <a:t>2/10/2013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C46CFDD-C88B-4216-B04F-A0B7D94C3C32}" type="datetime1">
              <a:rPr lang="en-US" smtClean="0"/>
              <a:pPr/>
              <a:t>2/10/2013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0861479-A97F-41B4-A8A3-37CABFF7D618}" type="datetime1">
              <a:rPr lang="en-US" smtClean="0"/>
              <a:pPr/>
              <a:t>2/10/2013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68FDBC3-02E6-4FAC-A7D1-2A1295A64F79}" type="datetime1">
              <a:rPr lang="en-US" smtClean="0"/>
              <a:pPr/>
              <a:t>2/10/2013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4D0119D1-034A-4000-A2CB-3EDD362C4136}" type="datetime1">
              <a:rPr lang="en-US" smtClean="0"/>
              <a:pPr/>
              <a:t>2/10/2013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8.bin"/><Relationship Id="rId5" Type="http://schemas.openxmlformats.org/officeDocument/2006/relationships/oleObject" Target="../embeddings/oleObject7.bin"/><Relationship Id="rId4" Type="http://schemas.openxmlformats.org/officeDocument/2006/relationships/oleObject" Target="../embeddings/oleObject6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3.bin"/><Relationship Id="rId5" Type="http://schemas.openxmlformats.org/officeDocument/2006/relationships/oleObject" Target="../embeddings/oleObject12.bin"/><Relationship Id="rId4" Type="http://schemas.openxmlformats.org/officeDocument/2006/relationships/oleObject" Target="../embeddings/oleObject11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7.bin"/><Relationship Id="rId5" Type="http://schemas.openxmlformats.org/officeDocument/2006/relationships/oleObject" Target="../embeddings/oleObject16.bin"/><Relationship Id="rId4" Type="http://schemas.openxmlformats.org/officeDocument/2006/relationships/oleObject" Target="../embeddings/oleObject15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oleObject" Target="../embeddings/oleObject29.bin"/><Relationship Id="rId3" Type="http://schemas.openxmlformats.org/officeDocument/2006/relationships/notesSlide" Target="../notesSlides/notesSlide2.xml"/><Relationship Id="rId7" Type="http://schemas.openxmlformats.org/officeDocument/2006/relationships/oleObject" Target="../embeddings/oleObject23.bin"/><Relationship Id="rId12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2.bin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2.bin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1.bin"/><Relationship Id="rId15" Type="http://schemas.openxmlformats.org/officeDocument/2006/relationships/oleObject" Target="../embeddings/oleObject31.bin"/><Relationship Id="rId10" Type="http://schemas.openxmlformats.org/officeDocument/2006/relationships/oleObject" Target="../embeddings/oleObject26.bin"/><Relationship Id="rId4" Type="http://schemas.openxmlformats.org/officeDocument/2006/relationships/oleObject" Target="../embeddings/oleObject20.bin"/><Relationship Id="rId9" Type="http://schemas.openxmlformats.org/officeDocument/2006/relationships/oleObject" Target="../embeddings/oleObject25.bin"/><Relationship Id="rId14" Type="http://schemas.openxmlformats.org/officeDocument/2006/relationships/oleObject" Target="../embeddings/oleObject30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13" Type="http://schemas.openxmlformats.org/officeDocument/2006/relationships/oleObject" Target="../embeddings/oleObject42.bin"/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36.bin"/><Relationship Id="rId12" Type="http://schemas.openxmlformats.org/officeDocument/2006/relationships/oleObject" Target="../embeddings/oleObject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35.bin"/><Relationship Id="rId11" Type="http://schemas.openxmlformats.org/officeDocument/2006/relationships/oleObject" Target="../embeddings/oleObject40.bin"/><Relationship Id="rId5" Type="http://schemas.openxmlformats.org/officeDocument/2006/relationships/oleObject" Target="../embeddings/oleObject34.bin"/><Relationship Id="rId10" Type="http://schemas.openxmlformats.org/officeDocument/2006/relationships/oleObject" Target="../embeddings/oleObject39.bin"/><Relationship Id="rId4" Type="http://schemas.openxmlformats.org/officeDocument/2006/relationships/oleObject" Target="../embeddings/oleObject33.bin"/><Relationship Id="rId9" Type="http://schemas.openxmlformats.org/officeDocument/2006/relationships/oleObject" Target="../embeddings/oleObject38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13" Type="http://schemas.openxmlformats.org/officeDocument/2006/relationships/oleObject" Target="../embeddings/oleObject53.bin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7.bin"/><Relationship Id="rId12" Type="http://schemas.openxmlformats.org/officeDocument/2006/relationships/oleObject" Target="../embeddings/oleObject5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46.bin"/><Relationship Id="rId11" Type="http://schemas.openxmlformats.org/officeDocument/2006/relationships/oleObject" Target="../embeddings/oleObject51.bin"/><Relationship Id="rId5" Type="http://schemas.openxmlformats.org/officeDocument/2006/relationships/oleObject" Target="../embeddings/oleObject45.bin"/><Relationship Id="rId10" Type="http://schemas.openxmlformats.org/officeDocument/2006/relationships/oleObject" Target="../embeddings/oleObject50.bin"/><Relationship Id="rId4" Type="http://schemas.openxmlformats.org/officeDocument/2006/relationships/oleObject" Target="../embeddings/oleObject44.bin"/><Relationship Id="rId9" Type="http://schemas.openxmlformats.org/officeDocument/2006/relationships/oleObject" Target="../embeddings/oleObject49.bin"/><Relationship Id="rId14" Type="http://schemas.openxmlformats.org/officeDocument/2006/relationships/oleObject" Target="../embeddings/oleObject54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.bin"/><Relationship Id="rId13" Type="http://schemas.openxmlformats.org/officeDocument/2006/relationships/oleObject" Target="../embeddings/oleObject65.bin"/><Relationship Id="rId18" Type="http://schemas.openxmlformats.org/officeDocument/2006/relationships/oleObject" Target="../embeddings/oleObject70.bin"/><Relationship Id="rId3" Type="http://schemas.openxmlformats.org/officeDocument/2006/relationships/oleObject" Target="../embeddings/oleObject55.bin"/><Relationship Id="rId7" Type="http://schemas.openxmlformats.org/officeDocument/2006/relationships/oleObject" Target="../embeddings/oleObject59.bin"/><Relationship Id="rId12" Type="http://schemas.openxmlformats.org/officeDocument/2006/relationships/oleObject" Target="../embeddings/oleObject64.bin"/><Relationship Id="rId17" Type="http://schemas.openxmlformats.org/officeDocument/2006/relationships/oleObject" Target="../embeddings/oleObject69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8.bin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58.bin"/><Relationship Id="rId11" Type="http://schemas.openxmlformats.org/officeDocument/2006/relationships/oleObject" Target="../embeddings/oleObject63.bin"/><Relationship Id="rId5" Type="http://schemas.openxmlformats.org/officeDocument/2006/relationships/oleObject" Target="../embeddings/oleObject57.bin"/><Relationship Id="rId15" Type="http://schemas.openxmlformats.org/officeDocument/2006/relationships/oleObject" Target="../embeddings/oleObject67.bin"/><Relationship Id="rId10" Type="http://schemas.openxmlformats.org/officeDocument/2006/relationships/oleObject" Target="../embeddings/oleObject62.bin"/><Relationship Id="rId4" Type="http://schemas.openxmlformats.org/officeDocument/2006/relationships/oleObject" Target="../embeddings/oleObject56.bin"/><Relationship Id="rId9" Type="http://schemas.openxmlformats.org/officeDocument/2006/relationships/oleObject" Target="../embeddings/oleObject61.bin"/><Relationship Id="rId14" Type="http://schemas.openxmlformats.org/officeDocument/2006/relationships/oleObject" Target="../embeddings/oleObject66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6.bin"/><Relationship Id="rId3" Type="http://schemas.openxmlformats.org/officeDocument/2006/relationships/oleObject" Target="../embeddings/oleObject71.bin"/><Relationship Id="rId7" Type="http://schemas.openxmlformats.org/officeDocument/2006/relationships/oleObject" Target="../embeddings/oleObject75.bin"/><Relationship Id="rId12" Type="http://schemas.openxmlformats.org/officeDocument/2006/relationships/oleObject" Target="../embeddings/oleObject8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74.bin"/><Relationship Id="rId11" Type="http://schemas.openxmlformats.org/officeDocument/2006/relationships/oleObject" Target="../embeddings/oleObject79.bin"/><Relationship Id="rId5" Type="http://schemas.openxmlformats.org/officeDocument/2006/relationships/oleObject" Target="../embeddings/oleObject73.bin"/><Relationship Id="rId10" Type="http://schemas.openxmlformats.org/officeDocument/2006/relationships/oleObject" Target="../embeddings/oleObject78.bin"/><Relationship Id="rId4" Type="http://schemas.openxmlformats.org/officeDocument/2006/relationships/oleObject" Target="../embeddings/oleObject72.bin"/><Relationship Id="rId9" Type="http://schemas.openxmlformats.org/officeDocument/2006/relationships/oleObject" Target="../embeddings/oleObject77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5" Type="http://schemas.openxmlformats.org/officeDocument/2006/relationships/oleObject" Target="../embeddings/oleObject83.bin"/><Relationship Id="rId4" Type="http://schemas.openxmlformats.org/officeDocument/2006/relationships/oleObject" Target="../embeddings/oleObject8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74156" y="3114583"/>
            <a:ext cx="839364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Section </a:t>
            </a:r>
            <a:r>
              <a:rPr lang="en-US" sz="44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7.3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: Trigonometric </a:t>
            </a:r>
            <a:r>
              <a:rPr lang="en-US" sz="44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Methods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928123086"/>
              </p:ext>
            </p:extLst>
          </p:nvPr>
        </p:nvGraphicFramePr>
        <p:xfrm>
          <a:off x="209550" y="1371600"/>
          <a:ext cx="2609850" cy="809625"/>
        </p:xfrm>
        <a:graphic>
          <a:graphicData uri="http://schemas.openxmlformats.org/presentationml/2006/ole">
            <p:oleObj spid="_x0000_s1151" name="Equation" r:id="rId3" imgW="723600" imgH="279360" progId="">
              <p:embed/>
            </p:oleObj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209800" y="228599"/>
            <a:ext cx="48530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cs typeface="Calibri" pitchFamily="34" charset="0"/>
              </a:rPr>
              <a:t>Powers of Trig Functions</a:t>
            </a:r>
            <a:endParaRPr lang="en-US" sz="3600" b="1" dirty="0">
              <a:solidFill>
                <a:schemeClr val="tx1">
                  <a:lumMod val="65000"/>
                  <a:lumOff val="3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881797202"/>
              </p:ext>
            </p:extLst>
          </p:nvPr>
        </p:nvGraphicFramePr>
        <p:xfrm>
          <a:off x="4049850" y="1295400"/>
          <a:ext cx="4255950" cy="952500"/>
        </p:xfrm>
        <a:graphic>
          <a:graphicData uri="http://schemas.openxmlformats.org/presentationml/2006/ole">
            <p:oleObj spid="_x0000_s1152" name="Equation" r:id="rId4" imgW="1358640" imgH="393480" progId="">
              <p:embed/>
            </p:oleObj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571073071"/>
              </p:ext>
            </p:extLst>
          </p:nvPr>
        </p:nvGraphicFramePr>
        <p:xfrm>
          <a:off x="152400" y="3429000"/>
          <a:ext cx="2590800" cy="809625"/>
        </p:xfrm>
        <a:graphic>
          <a:graphicData uri="http://schemas.openxmlformats.org/presentationml/2006/ole">
            <p:oleObj spid="_x0000_s1153" name="Equation" r:id="rId5" imgW="698400" imgH="279360" progId="">
              <p:embed/>
            </p:oleObj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829305591"/>
              </p:ext>
            </p:extLst>
          </p:nvPr>
        </p:nvGraphicFramePr>
        <p:xfrm>
          <a:off x="3941763" y="3200400"/>
          <a:ext cx="4440237" cy="991034"/>
        </p:xfrm>
        <a:graphic>
          <a:graphicData uri="http://schemas.openxmlformats.org/presentationml/2006/ole">
            <p:oleObj spid="_x0000_s1154" name="Equation" r:id="rId6" imgW="1333440" imgH="39348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993086989"/>
              </p:ext>
            </p:extLst>
          </p:nvPr>
        </p:nvGraphicFramePr>
        <p:xfrm>
          <a:off x="228600" y="1371600"/>
          <a:ext cx="2286000" cy="714608"/>
        </p:xfrm>
        <a:graphic>
          <a:graphicData uri="http://schemas.openxmlformats.org/presentationml/2006/ole">
            <p:oleObj spid="_x0000_s30856" name="Equation" r:id="rId3" imgW="723600" imgH="279360" progId="">
              <p:embed/>
            </p:oleObj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209800" y="228599"/>
            <a:ext cx="48530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cs typeface="Calibri" pitchFamily="34" charset="0"/>
              </a:rPr>
              <a:t>Powers of Trig Functions</a:t>
            </a:r>
            <a:endParaRPr lang="en-US" sz="3600" b="1" dirty="0">
              <a:solidFill>
                <a:schemeClr val="tx1">
                  <a:lumMod val="65000"/>
                  <a:lumOff val="3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396270010"/>
              </p:ext>
            </p:extLst>
          </p:nvPr>
        </p:nvGraphicFramePr>
        <p:xfrm>
          <a:off x="4876800" y="1143000"/>
          <a:ext cx="4114800" cy="952500"/>
        </p:xfrm>
        <a:graphic>
          <a:graphicData uri="http://schemas.openxmlformats.org/presentationml/2006/ole">
            <p:oleObj spid="_x0000_s30857" name="Equation" r:id="rId4" imgW="1358640" imgH="393480" progId="">
              <p:embed/>
            </p:oleObj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616118653"/>
              </p:ext>
            </p:extLst>
          </p:nvPr>
        </p:nvGraphicFramePr>
        <p:xfrm>
          <a:off x="3276600" y="2438400"/>
          <a:ext cx="2362200" cy="908050"/>
        </p:xfrm>
        <a:graphic>
          <a:graphicData uri="http://schemas.openxmlformats.org/presentationml/2006/ole">
            <p:oleObj spid="_x0000_s30858" name="Equation" r:id="rId5" imgW="965160" imgH="444240" progId="">
              <p:embed/>
            </p:oleObj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680161706"/>
              </p:ext>
            </p:extLst>
          </p:nvPr>
        </p:nvGraphicFramePr>
        <p:xfrm>
          <a:off x="2540001" y="3657600"/>
          <a:ext cx="4241799" cy="1066800"/>
        </p:xfrm>
        <a:graphic>
          <a:graphicData uri="http://schemas.openxmlformats.org/presentationml/2006/ole">
            <p:oleObj spid="_x0000_s30859" name="Equation" r:id="rId6" imgW="1447560" imgH="469800" progId="">
              <p:embed/>
            </p:oleObj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443880133"/>
              </p:ext>
            </p:extLst>
          </p:nvPr>
        </p:nvGraphicFramePr>
        <p:xfrm>
          <a:off x="1725649" y="5181600"/>
          <a:ext cx="5056151" cy="914399"/>
        </p:xfrm>
        <a:graphic>
          <a:graphicData uri="http://schemas.openxmlformats.org/presentationml/2006/ole">
            <p:oleObj spid="_x0000_s30860" name="Equation" r:id="rId7" imgW="1841400" imgH="393480" progId="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1376992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397042501"/>
              </p:ext>
            </p:extLst>
          </p:nvPr>
        </p:nvGraphicFramePr>
        <p:xfrm>
          <a:off x="266699" y="1143000"/>
          <a:ext cx="3314701" cy="749588"/>
        </p:xfrm>
        <a:graphic>
          <a:graphicData uri="http://schemas.openxmlformats.org/presentationml/2006/ole">
            <p:oleObj spid="_x0000_s32868" name="Equation" r:id="rId3" imgW="1041120" imgH="279360" progId="">
              <p:embed/>
            </p:oleObj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209800" y="228599"/>
            <a:ext cx="48530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cs typeface="Calibri" pitchFamily="34" charset="0"/>
              </a:rPr>
              <a:t>Powers of Trig Functions</a:t>
            </a:r>
            <a:endParaRPr lang="en-US" sz="3600" b="1" dirty="0">
              <a:solidFill>
                <a:schemeClr val="tx1">
                  <a:lumMod val="65000"/>
                  <a:lumOff val="3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120049293"/>
              </p:ext>
            </p:extLst>
          </p:nvPr>
        </p:nvGraphicFramePr>
        <p:xfrm>
          <a:off x="6324600" y="1143000"/>
          <a:ext cx="2362200" cy="908050"/>
        </p:xfrm>
        <a:graphic>
          <a:graphicData uri="http://schemas.openxmlformats.org/presentationml/2006/ole">
            <p:oleObj spid="_x0000_s32869" name="Equation" r:id="rId4" imgW="927000" imgH="406080" progId="">
              <p:embed/>
            </p:oleObj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333832244"/>
              </p:ext>
            </p:extLst>
          </p:nvPr>
        </p:nvGraphicFramePr>
        <p:xfrm>
          <a:off x="3581400" y="2667000"/>
          <a:ext cx="1616075" cy="739775"/>
        </p:xfrm>
        <a:graphic>
          <a:graphicData uri="http://schemas.openxmlformats.org/presentationml/2006/ole">
            <p:oleObj spid="_x0000_s32870" name="Equation" r:id="rId5" imgW="634680" imgH="279360" progId="">
              <p:embed/>
            </p:oleObj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292870667"/>
              </p:ext>
            </p:extLst>
          </p:nvPr>
        </p:nvGraphicFramePr>
        <p:xfrm>
          <a:off x="3352800" y="3886200"/>
          <a:ext cx="2257425" cy="914400"/>
        </p:xfrm>
        <a:graphic>
          <a:graphicData uri="http://schemas.openxmlformats.org/presentationml/2006/ole">
            <p:oleObj spid="_x0000_s32871" name="Equation" r:id="rId6" imgW="901440" imgH="393480" progId="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732751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797029950"/>
              </p:ext>
            </p:extLst>
          </p:nvPr>
        </p:nvGraphicFramePr>
        <p:xfrm>
          <a:off x="0" y="1219200"/>
          <a:ext cx="2819399" cy="677988"/>
        </p:xfrm>
        <a:graphic>
          <a:graphicData uri="http://schemas.openxmlformats.org/presentationml/2006/ole">
            <p:oleObj spid="_x0000_s33939" name="Equation" r:id="rId3" imgW="1091880" imgH="279360" progId="">
              <p:embed/>
            </p:oleObj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209800" y="228599"/>
            <a:ext cx="48530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cs typeface="Calibri" pitchFamily="34" charset="0"/>
              </a:rPr>
              <a:t>Powers of Trig Functions</a:t>
            </a:r>
            <a:endParaRPr lang="en-US" sz="3600" b="1" dirty="0">
              <a:solidFill>
                <a:schemeClr val="tx1">
                  <a:lumMod val="65000"/>
                  <a:lumOff val="3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600717046"/>
              </p:ext>
            </p:extLst>
          </p:nvPr>
        </p:nvGraphicFramePr>
        <p:xfrm>
          <a:off x="2913063" y="5638800"/>
          <a:ext cx="4019550" cy="914400"/>
        </p:xfrm>
        <a:graphic>
          <a:graphicData uri="http://schemas.openxmlformats.org/presentationml/2006/ole">
            <p:oleObj spid="_x0000_s33940" name="Equation" r:id="rId4" imgW="1701720" imgH="393480" progId="">
              <p:embed/>
            </p:oleObj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055229018"/>
              </p:ext>
            </p:extLst>
          </p:nvPr>
        </p:nvGraphicFramePr>
        <p:xfrm>
          <a:off x="2438400" y="2209800"/>
          <a:ext cx="4267199" cy="749300"/>
        </p:xfrm>
        <a:graphic>
          <a:graphicData uri="http://schemas.openxmlformats.org/presentationml/2006/ole">
            <p:oleObj spid="_x0000_s33941" name="Equation" r:id="rId5" imgW="1498320" imgH="279360" progId="">
              <p:embed/>
            </p:oleObj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253786082"/>
              </p:ext>
            </p:extLst>
          </p:nvPr>
        </p:nvGraphicFramePr>
        <p:xfrm>
          <a:off x="5486400" y="1219200"/>
          <a:ext cx="3574742" cy="565640"/>
        </p:xfrm>
        <a:graphic>
          <a:graphicData uri="http://schemas.openxmlformats.org/presentationml/2006/ole">
            <p:oleObj spid="_x0000_s33942" name="Equation" r:id="rId6" imgW="1091880" imgH="203040" progId="">
              <p:embed/>
            </p:oleObj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053390678"/>
              </p:ext>
            </p:extLst>
          </p:nvPr>
        </p:nvGraphicFramePr>
        <p:xfrm>
          <a:off x="2159830" y="3276600"/>
          <a:ext cx="4953000" cy="749300"/>
        </p:xfrm>
        <a:graphic>
          <a:graphicData uri="http://schemas.openxmlformats.org/presentationml/2006/ole">
            <p:oleObj spid="_x0000_s33943" name="Equation" r:id="rId7" imgW="1726920" imgH="279360" progId="">
              <p:embed/>
            </p:oleObj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95593538"/>
              </p:ext>
            </p:extLst>
          </p:nvPr>
        </p:nvGraphicFramePr>
        <p:xfrm>
          <a:off x="3089275" y="4572000"/>
          <a:ext cx="3575050" cy="749300"/>
        </p:xfrm>
        <a:graphic>
          <a:graphicData uri="http://schemas.openxmlformats.org/presentationml/2006/ole">
            <p:oleObj spid="_x0000_s33944" name="Equation" r:id="rId8" imgW="1091880" imgH="279360" progId="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2015887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8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300219604"/>
              </p:ext>
            </p:extLst>
          </p:nvPr>
        </p:nvGraphicFramePr>
        <p:xfrm>
          <a:off x="838199" y="1476537"/>
          <a:ext cx="1117601" cy="485614"/>
        </p:xfrm>
        <a:graphic>
          <a:graphicData uri="http://schemas.openxmlformats.org/presentationml/2006/ole">
            <p:oleObj spid="_x0000_s3421" name="Equation" r:id="rId4" imgW="583920" imgH="253800" progId="">
              <p:embed/>
            </p:oleObj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844070" y="120422"/>
            <a:ext cx="31450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cs typeface="Calibri" pitchFamily="34" charset="0"/>
              </a:rPr>
              <a:t>Trig Substitutions</a:t>
            </a:r>
          </a:p>
        </p:txBody>
      </p:sp>
      <p:graphicFrame>
        <p:nvGraphicFramePr>
          <p:cNvPr id="308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731928192"/>
              </p:ext>
            </p:extLst>
          </p:nvPr>
        </p:nvGraphicFramePr>
        <p:xfrm>
          <a:off x="3810000" y="1523999"/>
          <a:ext cx="1219200" cy="330071"/>
        </p:xfrm>
        <a:graphic>
          <a:graphicData uri="http://schemas.openxmlformats.org/presentationml/2006/ole">
            <p:oleObj spid="_x0000_s3422" name="Equation" r:id="rId5" imgW="660240" imgH="177480" progId="">
              <p:embed/>
            </p:oleObj>
          </a:graphicData>
        </a:graphic>
      </p:graphicFrame>
      <p:graphicFrame>
        <p:nvGraphicFramePr>
          <p:cNvPr id="308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369640988"/>
              </p:ext>
            </p:extLst>
          </p:nvPr>
        </p:nvGraphicFramePr>
        <p:xfrm>
          <a:off x="7239000" y="1524000"/>
          <a:ext cx="914400" cy="354608"/>
        </p:xfrm>
        <a:graphic>
          <a:graphicData uri="http://schemas.openxmlformats.org/presentationml/2006/ole">
            <p:oleObj spid="_x0000_s3423" name="Equation" r:id="rId6" imgW="457200" imgH="177480" progId="">
              <p:embed/>
            </p:oleObj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838200" y="807863"/>
            <a:ext cx="746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Original	       	Substitute 			New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621673804"/>
              </p:ext>
            </p:extLst>
          </p:nvPr>
        </p:nvGraphicFramePr>
        <p:xfrm>
          <a:off x="762000" y="2133600"/>
          <a:ext cx="1128865" cy="492125"/>
        </p:xfrm>
        <a:graphic>
          <a:graphicData uri="http://schemas.openxmlformats.org/presentationml/2006/ole">
            <p:oleObj spid="_x0000_s3424" name="Equation" r:id="rId7" imgW="583920" imgH="253800" progId="">
              <p:embed/>
            </p:oleObj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521548931"/>
              </p:ext>
            </p:extLst>
          </p:nvPr>
        </p:nvGraphicFramePr>
        <p:xfrm>
          <a:off x="685800" y="2743200"/>
          <a:ext cx="1127560" cy="493713"/>
        </p:xfrm>
        <a:graphic>
          <a:graphicData uri="http://schemas.openxmlformats.org/presentationml/2006/ole">
            <p:oleObj spid="_x0000_s3425" name="Equation" r:id="rId8" imgW="583920" imgH="253800" progId="">
              <p:embed/>
            </p:oleObj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461427607"/>
              </p:ext>
            </p:extLst>
          </p:nvPr>
        </p:nvGraphicFramePr>
        <p:xfrm>
          <a:off x="3810001" y="2209800"/>
          <a:ext cx="1301234" cy="381000"/>
        </p:xfrm>
        <a:graphic>
          <a:graphicData uri="http://schemas.openxmlformats.org/presentationml/2006/ole">
            <p:oleObj spid="_x0000_s3426" name="Equation" r:id="rId9" imgW="698400" imgH="203040" progId="">
              <p:embed/>
            </p:oleObj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472314336"/>
              </p:ext>
            </p:extLst>
          </p:nvPr>
        </p:nvGraphicFramePr>
        <p:xfrm>
          <a:off x="3799936" y="2854307"/>
          <a:ext cx="1312548" cy="346093"/>
        </p:xfrm>
        <a:graphic>
          <a:graphicData uri="http://schemas.openxmlformats.org/presentationml/2006/ole">
            <p:oleObj spid="_x0000_s3427" name="Equation" r:id="rId10" imgW="672840" imgH="177480" progId="">
              <p:embed/>
            </p:oleObj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21403141"/>
              </p:ext>
            </p:extLst>
          </p:nvPr>
        </p:nvGraphicFramePr>
        <p:xfrm>
          <a:off x="7238999" y="2133600"/>
          <a:ext cx="956097" cy="381000"/>
        </p:xfrm>
        <a:graphic>
          <a:graphicData uri="http://schemas.openxmlformats.org/presentationml/2006/ole">
            <p:oleObj spid="_x0000_s3428" name="Equation" r:id="rId11" imgW="444240" imgH="177480" progId="">
              <p:embed/>
            </p:oleObj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646678142"/>
              </p:ext>
            </p:extLst>
          </p:nvPr>
        </p:nvGraphicFramePr>
        <p:xfrm>
          <a:off x="7162800" y="2788958"/>
          <a:ext cx="914400" cy="365300"/>
        </p:xfrm>
        <a:graphic>
          <a:graphicData uri="http://schemas.openxmlformats.org/presentationml/2006/ole">
            <p:oleObj spid="_x0000_s3429" name="Equation" r:id="rId12" imgW="444240" imgH="177480" progId="">
              <p:embed/>
            </p:oleObj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719787972"/>
              </p:ext>
            </p:extLst>
          </p:nvPr>
        </p:nvGraphicFramePr>
        <p:xfrm>
          <a:off x="381000" y="4343400"/>
          <a:ext cx="1117600" cy="485775"/>
        </p:xfrm>
        <a:graphic>
          <a:graphicData uri="http://schemas.openxmlformats.org/presentationml/2006/ole">
            <p:oleObj spid="_x0000_s3430" name="Equation" r:id="rId13" imgW="583920" imgH="253800" progId="">
              <p:embed/>
            </p:oleObj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369697967"/>
              </p:ext>
            </p:extLst>
          </p:nvPr>
        </p:nvGraphicFramePr>
        <p:xfrm>
          <a:off x="1595438" y="4343400"/>
          <a:ext cx="2138362" cy="534987"/>
        </p:xfrm>
        <a:graphic>
          <a:graphicData uri="http://schemas.openxmlformats.org/presentationml/2006/ole">
            <p:oleObj spid="_x0000_s3431" name="Equation" r:id="rId14" imgW="1117440" imgH="279360" progId="">
              <p:embed/>
            </p:oleObj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762805345"/>
              </p:ext>
            </p:extLst>
          </p:nvPr>
        </p:nvGraphicFramePr>
        <p:xfrm>
          <a:off x="3902075" y="4343400"/>
          <a:ext cx="2041525" cy="534988"/>
        </p:xfrm>
        <a:graphic>
          <a:graphicData uri="http://schemas.openxmlformats.org/presentationml/2006/ole">
            <p:oleObj spid="_x0000_s3432" name="Equation" r:id="rId15" imgW="1066680" imgH="279360" progId="">
              <p:embed/>
            </p:oleObj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858247429"/>
              </p:ext>
            </p:extLst>
          </p:nvPr>
        </p:nvGraphicFramePr>
        <p:xfrm>
          <a:off x="6248400" y="4356100"/>
          <a:ext cx="1555750" cy="509588"/>
        </p:xfrm>
        <a:graphic>
          <a:graphicData uri="http://schemas.openxmlformats.org/presentationml/2006/ole">
            <p:oleObj spid="_x0000_s3433" name="Equation" r:id="rId16" imgW="812520" imgH="2664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0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0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0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0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0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0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8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488807594"/>
              </p:ext>
            </p:extLst>
          </p:nvPr>
        </p:nvGraphicFramePr>
        <p:xfrm>
          <a:off x="304800" y="152400"/>
          <a:ext cx="1600200" cy="925260"/>
        </p:xfrm>
        <a:graphic>
          <a:graphicData uri="http://schemas.openxmlformats.org/presentationml/2006/ole">
            <p:oleObj spid="_x0000_s35094" name="Equation" r:id="rId4" imgW="749160" imgH="431640" progId="">
              <p:embed/>
            </p:oleObj>
          </a:graphicData>
        </a:graphic>
      </p:graphicFrame>
      <p:graphicFrame>
        <p:nvGraphicFramePr>
          <p:cNvPr id="308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86526754"/>
              </p:ext>
            </p:extLst>
          </p:nvPr>
        </p:nvGraphicFramePr>
        <p:xfrm>
          <a:off x="407988" y="1524000"/>
          <a:ext cx="1939925" cy="381000"/>
        </p:xfrm>
        <a:graphic>
          <a:graphicData uri="http://schemas.openxmlformats.org/presentationml/2006/ole">
            <p:oleObj spid="_x0000_s35095" name="Equation" r:id="rId5" imgW="901440" imgH="177480" progId="">
              <p:embed/>
            </p:oleObj>
          </a:graphicData>
        </a:graphic>
      </p:graphicFrame>
      <p:sp>
        <p:nvSpPr>
          <p:cNvPr id="20" name="Right Triangle 19"/>
          <p:cNvSpPr/>
          <p:nvPr/>
        </p:nvSpPr>
        <p:spPr>
          <a:xfrm rot="16200000">
            <a:off x="762000" y="3810000"/>
            <a:ext cx="1295400" cy="1600200"/>
          </a:xfrm>
          <a:prstGeom prst="rtTriangle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09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457074336"/>
              </p:ext>
            </p:extLst>
          </p:nvPr>
        </p:nvGraphicFramePr>
        <p:xfrm>
          <a:off x="609599" y="4038600"/>
          <a:ext cx="990600" cy="483316"/>
        </p:xfrm>
        <a:graphic>
          <a:graphicData uri="http://schemas.openxmlformats.org/presentationml/2006/ole">
            <p:oleObj spid="_x0000_s35096" name="Equation" r:id="rId6" imgW="520560" imgH="253800" progId="">
              <p:embed/>
            </p:oleObj>
          </a:graphicData>
        </a:graphic>
      </p:graphicFrame>
      <p:graphicFrame>
        <p:nvGraphicFramePr>
          <p:cNvPr id="309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630047017"/>
              </p:ext>
            </p:extLst>
          </p:nvPr>
        </p:nvGraphicFramePr>
        <p:xfrm>
          <a:off x="1295400" y="5334000"/>
          <a:ext cx="703714" cy="298450"/>
        </p:xfrm>
        <a:graphic>
          <a:graphicData uri="http://schemas.openxmlformats.org/presentationml/2006/ole">
            <p:oleObj spid="_x0000_s35097" name="Equation" r:id="rId7" imgW="126720" imgH="164880" progId="">
              <p:embed/>
            </p:oleObj>
          </a:graphicData>
        </a:graphic>
      </p:graphicFrame>
      <p:graphicFrame>
        <p:nvGraphicFramePr>
          <p:cNvPr id="3093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510690845"/>
              </p:ext>
            </p:extLst>
          </p:nvPr>
        </p:nvGraphicFramePr>
        <p:xfrm>
          <a:off x="2209800" y="4495800"/>
          <a:ext cx="591695" cy="311150"/>
        </p:xfrm>
        <a:graphic>
          <a:graphicData uri="http://schemas.openxmlformats.org/presentationml/2006/ole">
            <p:oleObj spid="_x0000_s35098" name="Equation" r:id="rId8" imgW="126720" imgH="139680" progId="">
              <p:embed/>
            </p:oleObj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763696744"/>
              </p:ext>
            </p:extLst>
          </p:nvPr>
        </p:nvGraphicFramePr>
        <p:xfrm>
          <a:off x="4724400" y="228600"/>
          <a:ext cx="2836863" cy="838200"/>
        </p:xfrm>
        <a:graphic>
          <a:graphicData uri="http://schemas.openxmlformats.org/presentationml/2006/ole">
            <p:oleObj spid="_x0000_s35099" name="Equation" r:id="rId9" imgW="1333440" imgH="393480" progId="">
              <p:embed/>
            </p:oleObj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148649065"/>
              </p:ext>
            </p:extLst>
          </p:nvPr>
        </p:nvGraphicFramePr>
        <p:xfrm>
          <a:off x="457200" y="2057399"/>
          <a:ext cx="2057400" cy="474785"/>
        </p:xfrm>
        <a:graphic>
          <a:graphicData uri="http://schemas.openxmlformats.org/presentationml/2006/ole">
            <p:oleObj spid="_x0000_s35100" name="Equation" r:id="rId10" imgW="1015920" imgH="228600" progId="">
              <p:embed/>
            </p:oleObj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676658349"/>
              </p:ext>
            </p:extLst>
          </p:nvPr>
        </p:nvGraphicFramePr>
        <p:xfrm>
          <a:off x="5257800" y="1676400"/>
          <a:ext cx="1447799" cy="625797"/>
        </p:xfrm>
        <a:graphic>
          <a:graphicData uri="http://schemas.openxmlformats.org/presentationml/2006/ole">
            <p:oleObj spid="_x0000_s35101" name="Equation" r:id="rId11" imgW="647640" imgH="279360" progId="">
              <p:embed/>
            </p:oleObj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337898863"/>
              </p:ext>
            </p:extLst>
          </p:nvPr>
        </p:nvGraphicFramePr>
        <p:xfrm>
          <a:off x="4800600" y="2971800"/>
          <a:ext cx="2917767" cy="457200"/>
        </p:xfrm>
        <a:graphic>
          <a:graphicData uri="http://schemas.openxmlformats.org/presentationml/2006/ole">
            <p:oleObj spid="_x0000_s35102" name="Equation" r:id="rId12" imgW="1295280" imgH="203040" progId="">
              <p:embed/>
            </p:oleObj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08114791"/>
              </p:ext>
            </p:extLst>
          </p:nvPr>
        </p:nvGraphicFramePr>
        <p:xfrm>
          <a:off x="4746625" y="4114800"/>
          <a:ext cx="3074988" cy="1154113"/>
        </p:xfrm>
        <a:graphic>
          <a:graphicData uri="http://schemas.openxmlformats.org/presentationml/2006/ole">
            <p:oleObj spid="_x0000_s35103" name="Equation" r:id="rId13" imgW="1422360" imgH="533160" progId="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2580483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0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0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0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0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0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0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0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0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728824497"/>
              </p:ext>
            </p:extLst>
          </p:nvPr>
        </p:nvGraphicFramePr>
        <p:xfrm>
          <a:off x="228600" y="228600"/>
          <a:ext cx="1371600" cy="865336"/>
        </p:xfrm>
        <a:graphic>
          <a:graphicData uri="http://schemas.openxmlformats.org/presentationml/2006/ole">
            <p:oleObj spid="_x0000_s25882" name="Equation" r:id="rId3" imgW="685800" imgH="431640" progId="">
              <p:embed/>
            </p:oleObj>
          </a:graphicData>
        </a:graphic>
      </p:graphicFrame>
      <p:graphicFrame>
        <p:nvGraphicFramePr>
          <p:cNvPr id="3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10675281"/>
              </p:ext>
            </p:extLst>
          </p:nvPr>
        </p:nvGraphicFramePr>
        <p:xfrm>
          <a:off x="381000" y="1219200"/>
          <a:ext cx="1901049" cy="381000"/>
        </p:xfrm>
        <a:graphic>
          <a:graphicData uri="http://schemas.openxmlformats.org/presentationml/2006/ole">
            <p:oleObj spid="_x0000_s25883" name="Equation" r:id="rId4" imgW="888840" imgH="177480" progId="">
              <p:embed/>
            </p:oleObj>
          </a:graphicData>
        </a:graphic>
      </p:graphicFrame>
      <p:graphicFrame>
        <p:nvGraphicFramePr>
          <p:cNvPr id="4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21579413"/>
              </p:ext>
            </p:extLst>
          </p:nvPr>
        </p:nvGraphicFramePr>
        <p:xfrm>
          <a:off x="5753100" y="4648200"/>
          <a:ext cx="2185988" cy="1066800"/>
        </p:xfrm>
        <a:graphic>
          <a:graphicData uri="http://schemas.openxmlformats.org/presentationml/2006/ole">
            <p:oleObj spid="_x0000_s25884" name="Equation" r:id="rId5" imgW="1091880" imgH="533160" progId="">
              <p:embed/>
            </p:oleObj>
          </a:graphicData>
        </a:graphic>
      </p:graphicFrame>
      <p:sp>
        <p:nvSpPr>
          <p:cNvPr id="5" name="Right Triangle 4"/>
          <p:cNvSpPr/>
          <p:nvPr/>
        </p:nvSpPr>
        <p:spPr>
          <a:xfrm rot="16200000">
            <a:off x="609600" y="3429000"/>
            <a:ext cx="1143000" cy="1447800"/>
          </a:xfrm>
          <a:prstGeom prst="rtTriangl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789823383"/>
              </p:ext>
            </p:extLst>
          </p:nvPr>
        </p:nvGraphicFramePr>
        <p:xfrm>
          <a:off x="771525" y="4857750"/>
          <a:ext cx="904875" cy="476250"/>
        </p:xfrm>
        <a:graphic>
          <a:graphicData uri="http://schemas.openxmlformats.org/presentationml/2006/ole">
            <p:oleObj spid="_x0000_s25885" name="Equation" r:id="rId6" imgW="571320" imgH="253800" progId="">
              <p:embed/>
            </p:oleObj>
          </a:graphicData>
        </a:graphic>
      </p:graphicFrame>
      <p:graphicFrame>
        <p:nvGraphicFramePr>
          <p:cNvPr id="7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798429950"/>
              </p:ext>
            </p:extLst>
          </p:nvPr>
        </p:nvGraphicFramePr>
        <p:xfrm>
          <a:off x="685800" y="3886200"/>
          <a:ext cx="703714" cy="266700"/>
        </p:xfrm>
        <a:graphic>
          <a:graphicData uri="http://schemas.openxmlformats.org/presentationml/2006/ole">
            <p:oleObj spid="_x0000_s25886" name="Equation" r:id="rId7" imgW="126720" imgH="164880" progId="">
              <p:embed/>
            </p:oleObj>
          </a:graphicData>
        </a:graphic>
      </p:graphicFrame>
      <p:graphicFrame>
        <p:nvGraphicFramePr>
          <p:cNvPr id="8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732511352"/>
              </p:ext>
            </p:extLst>
          </p:nvPr>
        </p:nvGraphicFramePr>
        <p:xfrm>
          <a:off x="1905000" y="4114800"/>
          <a:ext cx="591695" cy="311150"/>
        </p:xfrm>
        <a:graphic>
          <a:graphicData uri="http://schemas.openxmlformats.org/presentationml/2006/ole">
            <p:oleObj spid="_x0000_s25887" name="Equation" r:id="rId8" imgW="126720" imgH="139680" progId="">
              <p:embed/>
            </p:oleObj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883358318"/>
              </p:ext>
            </p:extLst>
          </p:nvPr>
        </p:nvGraphicFramePr>
        <p:xfrm>
          <a:off x="381000" y="1828800"/>
          <a:ext cx="1981200" cy="416696"/>
        </p:xfrm>
        <a:graphic>
          <a:graphicData uri="http://schemas.openxmlformats.org/presentationml/2006/ole">
            <p:oleObj spid="_x0000_s25888" name="Equation" r:id="rId9" imgW="965160" imgH="203040" progId="">
              <p:embed/>
            </p:oleObj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654802749"/>
              </p:ext>
            </p:extLst>
          </p:nvPr>
        </p:nvGraphicFramePr>
        <p:xfrm>
          <a:off x="5638800" y="304800"/>
          <a:ext cx="1117600" cy="787400"/>
        </p:xfrm>
        <a:graphic>
          <a:graphicData uri="http://schemas.openxmlformats.org/presentationml/2006/ole">
            <p:oleObj spid="_x0000_s25889" name="Equation" r:id="rId10" imgW="558720" imgH="393480" progId="">
              <p:embed/>
            </p:oleObj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608202984"/>
              </p:ext>
            </p:extLst>
          </p:nvPr>
        </p:nvGraphicFramePr>
        <p:xfrm>
          <a:off x="6019800" y="1981200"/>
          <a:ext cx="1524000" cy="588994"/>
        </p:xfrm>
        <a:graphic>
          <a:graphicData uri="http://schemas.openxmlformats.org/presentationml/2006/ole">
            <p:oleObj spid="_x0000_s25890" name="Equation" r:id="rId11" imgW="723600" imgH="279360" progId="">
              <p:embed/>
            </p:oleObj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690953730"/>
              </p:ext>
            </p:extLst>
          </p:nvPr>
        </p:nvGraphicFramePr>
        <p:xfrm>
          <a:off x="5867400" y="381000"/>
          <a:ext cx="863600" cy="355600"/>
        </p:xfrm>
        <a:graphic>
          <a:graphicData uri="http://schemas.openxmlformats.org/presentationml/2006/ole">
            <p:oleObj spid="_x0000_s25891" name="Equation" r:id="rId12" imgW="431640" imgH="177480" progId="">
              <p:embed/>
            </p:oleObj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15557658"/>
              </p:ext>
            </p:extLst>
          </p:nvPr>
        </p:nvGraphicFramePr>
        <p:xfrm>
          <a:off x="6908800" y="533400"/>
          <a:ext cx="1397000" cy="406400"/>
        </p:xfrm>
        <a:graphic>
          <a:graphicData uri="http://schemas.openxmlformats.org/presentationml/2006/ole">
            <p:oleObj spid="_x0000_s25892" name="Equation" r:id="rId13" imgW="698400" imgH="203040" progId="">
              <p:embed/>
            </p:oleObj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45672532"/>
              </p:ext>
            </p:extLst>
          </p:nvPr>
        </p:nvGraphicFramePr>
        <p:xfrm>
          <a:off x="6019800" y="3367087"/>
          <a:ext cx="1736725" cy="428625"/>
        </p:xfrm>
        <a:graphic>
          <a:graphicData uri="http://schemas.openxmlformats.org/presentationml/2006/ole">
            <p:oleObj spid="_x0000_s25893" name="Equation" r:id="rId14" imgW="825480" imgH="20304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062939474"/>
              </p:ext>
            </p:extLst>
          </p:nvPr>
        </p:nvGraphicFramePr>
        <p:xfrm>
          <a:off x="323850" y="76200"/>
          <a:ext cx="1544638" cy="909638"/>
        </p:xfrm>
        <a:graphic>
          <a:graphicData uri="http://schemas.openxmlformats.org/presentationml/2006/ole">
            <p:oleObj spid="_x0000_s27938" name="Equation" r:id="rId3" imgW="850680" imgH="457200" progId="">
              <p:embed/>
            </p:oleObj>
          </a:graphicData>
        </a:graphic>
      </p:graphicFrame>
      <p:graphicFrame>
        <p:nvGraphicFramePr>
          <p:cNvPr id="3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129659627"/>
              </p:ext>
            </p:extLst>
          </p:nvPr>
        </p:nvGraphicFramePr>
        <p:xfrm>
          <a:off x="304800" y="1295400"/>
          <a:ext cx="1828800" cy="469900"/>
        </p:xfrm>
        <a:graphic>
          <a:graphicData uri="http://schemas.openxmlformats.org/presentationml/2006/ole">
            <p:oleObj spid="_x0000_s27939" name="Equation" r:id="rId4" imgW="1002960" imgH="228600" progId="">
              <p:embed/>
            </p:oleObj>
          </a:graphicData>
        </a:graphic>
      </p:graphicFrame>
      <p:graphicFrame>
        <p:nvGraphicFramePr>
          <p:cNvPr id="4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399128289"/>
              </p:ext>
            </p:extLst>
          </p:nvPr>
        </p:nvGraphicFramePr>
        <p:xfrm>
          <a:off x="5562600" y="3048000"/>
          <a:ext cx="2865437" cy="873125"/>
        </p:xfrm>
        <a:graphic>
          <a:graphicData uri="http://schemas.openxmlformats.org/presentationml/2006/ole">
            <p:oleObj spid="_x0000_s27940" name="Equation" r:id="rId5" imgW="1523880" imgH="431640" progId="">
              <p:embed/>
            </p:oleObj>
          </a:graphicData>
        </a:graphic>
      </p:graphicFrame>
      <p:sp>
        <p:nvSpPr>
          <p:cNvPr id="5" name="Right Triangle 4"/>
          <p:cNvSpPr/>
          <p:nvPr/>
        </p:nvSpPr>
        <p:spPr>
          <a:xfrm rot="16200000">
            <a:off x="442034" y="3470715"/>
            <a:ext cx="1371600" cy="1600200"/>
          </a:xfrm>
          <a:prstGeom prst="rtTriangl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1734713"/>
              </p:ext>
            </p:extLst>
          </p:nvPr>
        </p:nvGraphicFramePr>
        <p:xfrm>
          <a:off x="627063" y="5103813"/>
          <a:ext cx="1000125" cy="500062"/>
        </p:xfrm>
        <a:graphic>
          <a:graphicData uri="http://schemas.openxmlformats.org/presentationml/2006/ole">
            <p:oleObj spid="_x0000_s27941" name="Equation" r:id="rId6" imgW="507960" imgH="253800" progId="">
              <p:embed/>
            </p:oleObj>
          </a:graphicData>
        </a:graphic>
      </p:graphicFrame>
      <p:graphicFrame>
        <p:nvGraphicFramePr>
          <p:cNvPr id="7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183109622"/>
              </p:ext>
            </p:extLst>
          </p:nvPr>
        </p:nvGraphicFramePr>
        <p:xfrm>
          <a:off x="590087" y="3886200"/>
          <a:ext cx="542925" cy="482600"/>
        </p:xfrm>
        <a:graphic>
          <a:graphicData uri="http://schemas.openxmlformats.org/presentationml/2006/ole">
            <p:oleObj spid="_x0000_s27942" name="Equation" r:id="rId7" imgW="228600" imgH="228600" progId="">
              <p:embed/>
            </p:oleObj>
          </a:graphicData>
        </a:graphic>
      </p:graphicFrame>
      <p:graphicFrame>
        <p:nvGraphicFramePr>
          <p:cNvPr id="8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298280280"/>
              </p:ext>
            </p:extLst>
          </p:nvPr>
        </p:nvGraphicFramePr>
        <p:xfrm>
          <a:off x="2057400" y="4191000"/>
          <a:ext cx="591695" cy="311150"/>
        </p:xfrm>
        <a:graphic>
          <a:graphicData uri="http://schemas.openxmlformats.org/presentationml/2006/ole">
            <p:oleObj spid="_x0000_s27943" name="Equation" r:id="rId8" imgW="126835" imgH="139518" progId="">
              <p:embed/>
            </p:oleObj>
          </a:graphicData>
        </a:graphic>
      </p:graphicFrame>
      <p:graphicFrame>
        <p:nvGraphicFramePr>
          <p:cNvPr id="2765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708843282"/>
              </p:ext>
            </p:extLst>
          </p:nvPr>
        </p:nvGraphicFramePr>
        <p:xfrm>
          <a:off x="4494212" y="5486400"/>
          <a:ext cx="4116387" cy="990600"/>
        </p:xfrm>
        <a:graphic>
          <a:graphicData uri="http://schemas.openxmlformats.org/presentationml/2006/ole">
            <p:oleObj spid="_x0000_s27944" name="Equation" r:id="rId9" imgW="2184120" imgH="482400" progId="">
              <p:embed/>
            </p:oleObj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686537588"/>
              </p:ext>
            </p:extLst>
          </p:nvPr>
        </p:nvGraphicFramePr>
        <p:xfrm>
          <a:off x="228600" y="1981200"/>
          <a:ext cx="1835150" cy="457200"/>
        </p:xfrm>
        <a:graphic>
          <a:graphicData uri="http://schemas.openxmlformats.org/presentationml/2006/ole">
            <p:oleObj spid="_x0000_s27945" name="Equation" r:id="rId10" imgW="1066680" imgH="241200" progId="">
              <p:embed/>
            </p:oleObj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697384921"/>
              </p:ext>
            </p:extLst>
          </p:nvPr>
        </p:nvGraphicFramePr>
        <p:xfrm>
          <a:off x="5486401" y="58325"/>
          <a:ext cx="1371599" cy="856075"/>
        </p:xfrm>
        <a:graphic>
          <a:graphicData uri="http://schemas.openxmlformats.org/presentationml/2006/ole">
            <p:oleObj spid="_x0000_s27946" name="Equation" r:id="rId11" imgW="672840" imgH="419040" progId="">
              <p:embed/>
            </p:oleObj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219278968"/>
              </p:ext>
            </p:extLst>
          </p:nvPr>
        </p:nvGraphicFramePr>
        <p:xfrm>
          <a:off x="6096000" y="1219200"/>
          <a:ext cx="1625600" cy="577850"/>
        </p:xfrm>
        <a:graphic>
          <a:graphicData uri="http://schemas.openxmlformats.org/presentationml/2006/ole">
            <p:oleObj spid="_x0000_s27947" name="Equation" r:id="rId12" imgW="787320" imgH="279360" progId="">
              <p:embed/>
            </p:oleObj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612713853"/>
              </p:ext>
            </p:extLst>
          </p:nvPr>
        </p:nvGraphicFramePr>
        <p:xfrm>
          <a:off x="5791200" y="2057400"/>
          <a:ext cx="2186065" cy="762000"/>
        </p:xfrm>
        <a:graphic>
          <a:graphicData uri="http://schemas.openxmlformats.org/presentationml/2006/ole">
            <p:oleObj spid="_x0000_s27948" name="Equation" r:id="rId13" imgW="1130040" imgH="393480" progId="">
              <p:embed/>
            </p:oleObj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173265447"/>
              </p:ext>
            </p:extLst>
          </p:nvPr>
        </p:nvGraphicFramePr>
        <p:xfrm>
          <a:off x="5813425" y="26988"/>
          <a:ext cx="965200" cy="446087"/>
        </p:xfrm>
        <a:graphic>
          <a:graphicData uri="http://schemas.openxmlformats.org/presentationml/2006/ole">
            <p:oleObj spid="_x0000_s27949" name="Equation" r:id="rId14" imgW="495000" imgH="228600" progId="">
              <p:embed/>
            </p:oleObj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619169463"/>
              </p:ext>
            </p:extLst>
          </p:nvPr>
        </p:nvGraphicFramePr>
        <p:xfrm>
          <a:off x="7010401" y="297325"/>
          <a:ext cx="1447799" cy="483313"/>
        </p:xfrm>
        <a:graphic>
          <a:graphicData uri="http://schemas.openxmlformats.org/presentationml/2006/ole">
            <p:oleObj spid="_x0000_s27950" name="Equation" r:id="rId15" imgW="761760" imgH="241200" progId="">
              <p:embed/>
            </p:oleObj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050473768"/>
              </p:ext>
            </p:extLst>
          </p:nvPr>
        </p:nvGraphicFramePr>
        <p:xfrm>
          <a:off x="6244698" y="5636979"/>
          <a:ext cx="698500" cy="777875"/>
        </p:xfrm>
        <a:graphic>
          <a:graphicData uri="http://schemas.openxmlformats.org/presentationml/2006/ole">
            <p:oleObj spid="_x0000_s27951" name="Equation" r:id="rId16" imgW="419040" imgH="419040" progId="">
              <p:embed/>
            </p:oleObj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462441835"/>
              </p:ext>
            </p:extLst>
          </p:nvPr>
        </p:nvGraphicFramePr>
        <p:xfrm>
          <a:off x="4968875" y="4240213"/>
          <a:ext cx="3748088" cy="865187"/>
        </p:xfrm>
        <a:graphic>
          <a:graphicData uri="http://schemas.openxmlformats.org/presentationml/2006/ole">
            <p:oleObj spid="_x0000_s27952" name="Equation" r:id="rId17" imgW="1993680" imgH="431640" progId="">
              <p:embed/>
            </p:oleObj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120120801"/>
              </p:ext>
            </p:extLst>
          </p:nvPr>
        </p:nvGraphicFramePr>
        <p:xfrm>
          <a:off x="6969712" y="5562600"/>
          <a:ext cx="887413" cy="871537"/>
        </p:xfrm>
        <a:graphic>
          <a:graphicData uri="http://schemas.openxmlformats.org/presentationml/2006/ole">
            <p:oleObj spid="_x0000_s27953" name="Equation" r:id="rId18" imgW="533160" imgH="4698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76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76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8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72299627"/>
              </p:ext>
            </p:extLst>
          </p:nvPr>
        </p:nvGraphicFramePr>
        <p:xfrm>
          <a:off x="152400" y="76200"/>
          <a:ext cx="1658938" cy="858838"/>
        </p:xfrm>
        <a:graphic>
          <a:graphicData uri="http://schemas.openxmlformats.org/presentationml/2006/ole">
            <p:oleObj spid="_x0000_s28786" name="Equation" r:id="rId3" imgW="761760" imgH="393480" progId="">
              <p:embed/>
            </p:oleObj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478367081"/>
              </p:ext>
            </p:extLst>
          </p:nvPr>
        </p:nvGraphicFramePr>
        <p:xfrm>
          <a:off x="6400800" y="3124200"/>
          <a:ext cx="993775" cy="855663"/>
        </p:xfrm>
        <a:graphic>
          <a:graphicData uri="http://schemas.openxmlformats.org/presentationml/2006/ole">
            <p:oleObj spid="_x0000_s28787" name="Equation" r:id="rId4" imgW="457200" imgH="393480" progId="">
              <p:embed/>
            </p:oleObj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963381285"/>
              </p:ext>
            </p:extLst>
          </p:nvPr>
        </p:nvGraphicFramePr>
        <p:xfrm>
          <a:off x="5791200" y="5486400"/>
          <a:ext cx="2182812" cy="942975"/>
        </p:xfrm>
        <a:graphic>
          <a:graphicData uri="http://schemas.openxmlformats.org/presentationml/2006/ole">
            <p:oleObj spid="_x0000_s28788" name="Equation" r:id="rId5" imgW="1002960" imgH="431640" progId="">
              <p:embed/>
            </p:oleObj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597217676"/>
              </p:ext>
            </p:extLst>
          </p:nvPr>
        </p:nvGraphicFramePr>
        <p:xfrm>
          <a:off x="1905000" y="76200"/>
          <a:ext cx="2405062" cy="942975"/>
        </p:xfrm>
        <a:graphic>
          <a:graphicData uri="http://schemas.openxmlformats.org/presentationml/2006/ole">
            <p:oleObj spid="_x0000_s28789" name="Equation" r:id="rId6" imgW="1104840" imgH="431640" progId="">
              <p:embed/>
            </p:oleObj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773306200"/>
              </p:ext>
            </p:extLst>
          </p:nvPr>
        </p:nvGraphicFramePr>
        <p:xfrm>
          <a:off x="228600" y="1447800"/>
          <a:ext cx="1989138" cy="387350"/>
        </p:xfrm>
        <a:graphic>
          <a:graphicData uri="http://schemas.openxmlformats.org/presentationml/2006/ole">
            <p:oleObj spid="_x0000_s28790" name="Equation" r:id="rId7" imgW="914400" imgH="177480" progId="">
              <p:embed/>
            </p:oleObj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488937732"/>
              </p:ext>
            </p:extLst>
          </p:nvPr>
        </p:nvGraphicFramePr>
        <p:xfrm>
          <a:off x="152400" y="2057400"/>
          <a:ext cx="2209800" cy="498475"/>
        </p:xfrm>
        <a:graphic>
          <a:graphicData uri="http://schemas.openxmlformats.org/presentationml/2006/ole">
            <p:oleObj spid="_x0000_s28791" name="Equation" r:id="rId8" imgW="1015920" imgH="228600" progId="">
              <p:embed/>
            </p:oleObj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225502292"/>
              </p:ext>
            </p:extLst>
          </p:nvPr>
        </p:nvGraphicFramePr>
        <p:xfrm>
          <a:off x="5943600" y="76200"/>
          <a:ext cx="2320925" cy="1246188"/>
        </p:xfrm>
        <a:graphic>
          <a:graphicData uri="http://schemas.openxmlformats.org/presentationml/2006/ole">
            <p:oleObj spid="_x0000_s28792" name="Equation" r:id="rId9" imgW="1066680" imgH="571320" progId="">
              <p:embed/>
            </p:oleObj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594452372"/>
              </p:ext>
            </p:extLst>
          </p:nvPr>
        </p:nvGraphicFramePr>
        <p:xfrm>
          <a:off x="5638800" y="1752600"/>
          <a:ext cx="1492250" cy="858838"/>
        </p:xfrm>
        <a:graphic>
          <a:graphicData uri="http://schemas.openxmlformats.org/presentationml/2006/ole">
            <p:oleObj spid="_x0000_s28793" name="Equation" r:id="rId10" imgW="685800" imgH="393480" progId="">
              <p:embed/>
            </p:oleObj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255298568"/>
              </p:ext>
            </p:extLst>
          </p:nvPr>
        </p:nvGraphicFramePr>
        <p:xfrm>
          <a:off x="7162800" y="1981200"/>
          <a:ext cx="1547812" cy="498475"/>
        </p:xfrm>
        <a:graphic>
          <a:graphicData uri="http://schemas.openxmlformats.org/presentationml/2006/ole">
            <p:oleObj spid="_x0000_s28794" name="Equation" r:id="rId11" imgW="711000" imgH="228600" progId="">
              <p:embed/>
            </p:oleObj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827474351"/>
              </p:ext>
            </p:extLst>
          </p:nvPr>
        </p:nvGraphicFramePr>
        <p:xfrm>
          <a:off x="6324600" y="4267200"/>
          <a:ext cx="1158875" cy="855663"/>
        </p:xfrm>
        <a:graphic>
          <a:graphicData uri="http://schemas.openxmlformats.org/presentationml/2006/ole">
            <p:oleObj spid="_x0000_s28795" name="Equation" r:id="rId12" imgW="533160" imgH="39348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6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6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474833411"/>
              </p:ext>
            </p:extLst>
          </p:nvPr>
        </p:nvGraphicFramePr>
        <p:xfrm>
          <a:off x="3886200" y="1066800"/>
          <a:ext cx="1714500" cy="554038"/>
        </p:xfrm>
        <a:graphic>
          <a:graphicData uri="http://schemas.openxmlformats.org/presentationml/2006/ole">
            <p:oleObj spid="_x0000_s35854" name="Equation" r:id="rId3" imgW="787320" imgH="253800" progId="">
              <p:embed/>
            </p:oleObj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593865" y="162757"/>
            <a:ext cx="266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Algebra Note</a:t>
            </a:r>
            <a:endParaRPr lang="en-US" sz="2800" b="1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974308893"/>
              </p:ext>
            </p:extLst>
          </p:nvPr>
        </p:nvGraphicFramePr>
        <p:xfrm>
          <a:off x="3629025" y="3581400"/>
          <a:ext cx="2182813" cy="1108075"/>
        </p:xfrm>
        <a:graphic>
          <a:graphicData uri="http://schemas.openxmlformats.org/presentationml/2006/ole">
            <p:oleObj spid="_x0000_s35855" name="Equation" r:id="rId4" imgW="1002960" imgH="507960" progId="">
              <p:embed/>
            </p:oleObj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793416696"/>
              </p:ext>
            </p:extLst>
          </p:nvPr>
        </p:nvGraphicFramePr>
        <p:xfrm>
          <a:off x="3219450" y="2209800"/>
          <a:ext cx="3095625" cy="1054100"/>
        </p:xfrm>
        <a:graphic>
          <a:graphicData uri="http://schemas.openxmlformats.org/presentationml/2006/ole">
            <p:oleObj spid="_x0000_s35856" name="Equation" r:id="rId5" imgW="1422360" imgH="482400" progId="">
              <p:embed/>
            </p:oleObj>
          </a:graphicData>
        </a:graphic>
      </p:graphicFrame>
      <p:sp>
        <p:nvSpPr>
          <p:cNvPr id="6" name="Rectangle 5"/>
          <p:cNvSpPr/>
          <p:nvPr/>
        </p:nvSpPr>
        <p:spPr>
          <a:xfrm>
            <a:off x="4630444" y="2362200"/>
            <a:ext cx="457200" cy="762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791200" y="2374777"/>
            <a:ext cx="469665" cy="762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39147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1097</TotalTime>
  <Words>29</Words>
  <Application>Microsoft Office PowerPoint</Application>
  <PresentationFormat>On-screen Show (4:3)</PresentationFormat>
  <Paragraphs>11</Paragraphs>
  <Slides>11</Slides>
  <Notes>3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Concourse</vt:lpstr>
      <vt:lpstr>Equation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211</dc:creator>
  <cp:lastModifiedBy>Pritha</cp:lastModifiedBy>
  <cp:revision>140</cp:revision>
  <dcterms:created xsi:type="dcterms:W3CDTF">2006-08-16T00:00:00Z</dcterms:created>
  <dcterms:modified xsi:type="dcterms:W3CDTF">2013-02-10T19:41:36Z</dcterms:modified>
</cp:coreProperties>
</file>