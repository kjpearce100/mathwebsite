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57" r:id="rId3"/>
    <p:sldId id="259" r:id="rId4"/>
    <p:sldId id="263" r:id="rId5"/>
    <p:sldId id="265" r:id="rId6"/>
    <p:sldId id="264" r:id="rId7"/>
    <p:sldId id="261" r:id="rId8"/>
    <p:sldId id="266" r:id="rId9"/>
    <p:sldId id="267" r:id="rId10"/>
    <p:sldId id="270" r:id="rId11"/>
    <p:sldId id="271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718" autoAdjust="0"/>
  </p:normalViewPr>
  <p:slideViewPr>
    <p:cSldViewPr>
      <p:cViewPr varScale="1">
        <p:scale>
          <a:sx n="107" d="100"/>
          <a:sy n="107" d="100"/>
        </p:scale>
        <p:origin x="-25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85276-4348-4BFB-9B63-AF9E9308948B}" type="datetimeFigureOut">
              <a:rPr lang="en-US" smtClean="0"/>
              <a:pPr/>
              <a:t>2/17/2011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A0A9C-EF98-4743-B4E5-7BB3700F86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498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64209EF-4DC6-44A9-BAAE-1F8B8035F6AE}" type="datetime1">
              <a:rPr lang="en-US" smtClean="0"/>
              <a:pPr/>
              <a:t>2/17/2011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4BD95-98E8-4734-9974-37C1D765B88C}" type="datetime1">
              <a:rPr lang="en-US" smtClean="0"/>
              <a:pPr/>
              <a:t>2/17/2011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34D968-7D26-4366-9831-D4B854822173}" type="datetime1">
              <a:rPr lang="en-US" smtClean="0"/>
              <a:pPr/>
              <a:t>2/17/2011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2D4892-F3B6-4B89-BAE5-177089BFE8F6}" type="datetime1">
              <a:rPr lang="en-US" smtClean="0"/>
              <a:pPr/>
              <a:t>2/17/2011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993100-9B0A-4074-ACF2-147E6CC84FB9}" type="datetime1">
              <a:rPr lang="en-US" smtClean="0"/>
              <a:pPr/>
              <a:t>2/17/2011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531E0D-A74B-4F68-BF77-3FB64E60CF19}" type="datetime1">
              <a:rPr lang="en-US" smtClean="0"/>
              <a:pPr/>
              <a:t>2/17/2011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7F5C82F-B5B4-4C51-830A-456FEAE1A573}" type="datetime1">
              <a:rPr lang="en-US" smtClean="0"/>
              <a:pPr/>
              <a:t>2/17/2011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16AA0AE-4D0A-495C-A0C9-D86839E64676}" type="datetime1">
              <a:rPr lang="en-US" smtClean="0"/>
              <a:pPr/>
              <a:t>2/17/2011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C46CFDD-C88B-4216-B04F-A0B7D94C3C32}" type="datetime1">
              <a:rPr lang="en-US" smtClean="0"/>
              <a:pPr/>
              <a:t>2/17/2011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861479-A97F-41B4-A8A3-37CABFF7D618}" type="datetime1">
              <a:rPr lang="en-US" smtClean="0"/>
              <a:pPr/>
              <a:t>2/17/2011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8FDBC3-02E6-4FAC-A7D1-2A1295A64F79}" type="datetime1">
              <a:rPr lang="en-US" smtClean="0"/>
              <a:pPr/>
              <a:t>2/17/2011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0119D1-034A-4000-A2CB-3EDD362C4136}" type="datetime1">
              <a:rPr lang="en-US" smtClean="0"/>
              <a:pPr/>
              <a:t>2/17/2011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image" Target="../media/image6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13" Type="http://schemas.openxmlformats.org/officeDocument/2006/relationships/oleObject" Target="../embeddings/oleObject10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3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oleObject" Target="../embeddings/oleObject11.bin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16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3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2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3116759"/>
            <a:ext cx="91657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  Section 7.8: Hyperbolic Trigonometry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209434"/>
              </p:ext>
            </p:extLst>
          </p:nvPr>
        </p:nvGraphicFramePr>
        <p:xfrm>
          <a:off x="569913" y="1371600"/>
          <a:ext cx="255428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" name="Equation" r:id="rId3" imgW="1143000" imgH="419040" progId="Equation.DSMT4">
                  <p:embed/>
                </p:oleObj>
              </mc:Choice>
              <mc:Fallback>
                <p:oleObj name="Equation" r:id="rId3" imgW="1143000" imgH="419040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3" y="1371600"/>
                        <a:ext cx="2554287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324524"/>
              </p:ext>
            </p:extLst>
          </p:nvPr>
        </p:nvGraphicFramePr>
        <p:xfrm>
          <a:off x="5334000" y="1371600"/>
          <a:ext cx="249713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" name="Equation" r:id="rId5" imgW="1117440" imgH="419040" progId="Equation.DSMT4">
                  <p:embed/>
                </p:oleObj>
              </mc:Choice>
              <mc:Fallback>
                <p:oleObj name="Equation" r:id="rId5" imgW="1117440" imgH="419040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371600"/>
                        <a:ext cx="2497138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709257"/>
              </p:ext>
            </p:extLst>
          </p:nvPr>
        </p:nvGraphicFramePr>
        <p:xfrm>
          <a:off x="762000" y="3886200"/>
          <a:ext cx="25257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" name="Equation" r:id="rId7" imgW="1130040" imgH="419040" progId="Equation.DSMT4">
                  <p:embed/>
                </p:oleObj>
              </mc:Choice>
              <mc:Fallback>
                <p:oleObj name="Equation" r:id="rId7" imgW="1130040" imgH="419040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886200"/>
                        <a:ext cx="2525712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1441598"/>
              </p:ext>
            </p:extLst>
          </p:nvPr>
        </p:nvGraphicFramePr>
        <p:xfrm>
          <a:off x="5181600" y="3886200"/>
          <a:ext cx="25257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" name="Equation" r:id="rId9" imgW="1130040" imgH="419040" progId="Equation.DSMT4">
                  <p:embed/>
                </p:oleObj>
              </mc:Choice>
              <mc:Fallback>
                <p:oleObj name="Equation" r:id="rId9" imgW="1130040" imgH="419040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886200"/>
                        <a:ext cx="2525712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124200" y="228601"/>
            <a:ext cx="312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Definitions</a:t>
            </a:r>
            <a:endParaRPr 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2971800" y="5557140"/>
            <a:ext cx="312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Etc…</a:t>
            </a:r>
            <a:endParaRPr lang="en-US" b="1" dirty="0"/>
          </a:p>
        </p:txBody>
      </p:sp>
      <p:pic>
        <p:nvPicPr>
          <p:cNvPr id="1086" name="Picture 6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819" y="3886200"/>
            <a:ext cx="3524250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888544" y="3134721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Not the same </a:t>
            </a:r>
            <a:r>
              <a:rPr lang="en-US" sz="3200" b="1" dirty="0" err="1" smtClean="0">
                <a:solidFill>
                  <a:srgbClr val="FF0000"/>
                </a:solidFill>
              </a:rPr>
              <a:t>Kosh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" dur="2000"/>
                                        <p:tgtEl>
                                          <p:spTgt spid="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1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1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10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" grpId="0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781092" y="208625"/>
            <a:ext cx="53637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Why call them </a:t>
            </a:r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trig </a:t>
            </a:r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functions??</a:t>
            </a:r>
          </a:p>
        </p:txBody>
      </p:sp>
      <p:graphicFrame>
        <p:nvGraphicFramePr>
          <p:cNvPr id="104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777315"/>
              </p:ext>
            </p:extLst>
          </p:nvPr>
        </p:nvGraphicFramePr>
        <p:xfrm>
          <a:off x="533400" y="1371600"/>
          <a:ext cx="1625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5" name="Equation" r:id="rId3" imgW="812520" imgH="393480" progId="Equation.DSMT4">
                  <p:embed/>
                </p:oleObj>
              </mc:Choice>
              <mc:Fallback>
                <p:oleObj name="Equation" r:id="rId3" imgW="8125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371600"/>
                        <a:ext cx="16256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327047"/>
              </p:ext>
            </p:extLst>
          </p:nvPr>
        </p:nvGraphicFramePr>
        <p:xfrm>
          <a:off x="2286000" y="1555810"/>
          <a:ext cx="965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6" name="Equation" r:id="rId5" imgW="482400" imgH="203040" progId="Equation.DSMT4">
                  <p:embed/>
                </p:oleObj>
              </mc:Choice>
              <mc:Fallback>
                <p:oleObj name="Equation" r:id="rId5" imgW="482400" imgH="20304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555810"/>
                        <a:ext cx="965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0168037"/>
              </p:ext>
            </p:extLst>
          </p:nvPr>
        </p:nvGraphicFramePr>
        <p:xfrm>
          <a:off x="304800" y="4267200"/>
          <a:ext cx="255428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7" name="Equation" r:id="rId7" imgW="1143000" imgH="419100" progId="Equation.DSMT4">
                  <p:embed/>
                </p:oleObj>
              </mc:Choice>
              <mc:Fallback>
                <p:oleObj name="Equation" r:id="rId7" imgW="1143000" imgH="419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267200"/>
                        <a:ext cx="2554287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167562"/>
              </p:ext>
            </p:extLst>
          </p:nvPr>
        </p:nvGraphicFramePr>
        <p:xfrm>
          <a:off x="5896235" y="4343400"/>
          <a:ext cx="249713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8" name="Equation" r:id="rId9" imgW="1117600" imgH="419100" progId="Equation.DSMT4">
                  <p:embed/>
                </p:oleObj>
              </mc:Choice>
              <mc:Fallback>
                <p:oleObj name="Equation" r:id="rId9" imgW="1117600" imgH="4191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6235" y="4343400"/>
                        <a:ext cx="2497138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096208"/>
              </p:ext>
            </p:extLst>
          </p:nvPr>
        </p:nvGraphicFramePr>
        <p:xfrm>
          <a:off x="7144804" y="1564688"/>
          <a:ext cx="1016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9" name="Equation" r:id="rId11" imgW="507960" imgH="203040" progId="Equation.DSMT4">
                  <p:embed/>
                </p:oleObj>
              </mc:Choice>
              <mc:Fallback>
                <p:oleObj name="Equation" r:id="rId11" imgW="507960" imgH="2030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4804" y="1564688"/>
                        <a:ext cx="1016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170166"/>
              </p:ext>
            </p:extLst>
          </p:nvPr>
        </p:nvGraphicFramePr>
        <p:xfrm>
          <a:off x="5486400" y="1371600"/>
          <a:ext cx="1574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0" name="Equation" r:id="rId13" imgW="787320" imgH="393480" progId="Equation.DSMT4">
                  <p:embed/>
                </p:oleObj>
              </mc:Choice>
              <mc:Fallback>
                <p:oleObj name="Equation" r:id="rId13" imgW="787320" imgH="3934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371600"/>
                        <a:ext cx="1574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676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781092" y="208625"/>
            <a:ext cx="53637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Why call them </a:t>
            </a:r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trig </a:t>
            </a:r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functions??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3173926"/>
              </p:ext>
            </p:extLst>
          </p:nvPr>
        </p:nvGraphicFramePr>
        <p:xfrm>
          <a:off x="503948" y="5245220"/>
          <a:ext cx="255428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9" name="Equation" r:id="rId3" imgW="1143000" imgH="419100" progId="Equation.DSMT4">
                  <p:embed/>
                </p:oleObj>
              </mc:Choice>
              <mc:Fallback>
                <p:oleObj name="Equation" r:id="rId3" imgW="11430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948" y="5245220"/>
                        <a:ext cx="2554287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8337772"/>
              </p:ext>
            </p:extLst>
          </p:nvPr>
        </p:nvGraphicFramePr>
        <p:xfrm>
          <a:off x="5896235" y="5313900"/>
          <a:ext cx="249713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0" name="Equation" r:id="rId5" imgW="1117600" imgH="419100" progId="Equation.DSMT4">
                  <p:embed/>
                </p:oleObj>
              </mc:Choice>
              <mc:Fallback>
                <p:oleObj name="Equation" r:id="rId5" imgW="11176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6235" y="5313900"/>
                        <a:ext cx="2497138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961747"/>
            <a:ext cx="38100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295400" y="4876800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Catenary</a:t>
            </a:r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3175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1747"/>
            <a:ext cx="38100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9106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466" y="1481138"/>
            <a:ext cx="5839068" cy="4525962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Better Known Catenary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678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781092" y="208625"/>
            <a:ext cx="53637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Why call them </a:t>
            </a:r>
            <a:r>
              <a:rPr 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trig </a:t>
            </a:r>
            <a:r>
              <a:rPr 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functions??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966495"/>
              </p:ext>
            </p:extLst>
          </p:nvPr>
        </p:nvGraphicFramePr>
        <p:xfrm>
          <a:off x="503948" y="5334000"/>
          <a:ext cx="255428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7" name="Equation" r:id="rId3" imgW="1143000" imgH="419100" progId="Equation.DSMT4">
                  <p:embed/>
                </p:oleObj>
              </mc:Choice>
              <mc:Fallback>
                <p:oleObj name="Equation" r:id="rId3" imgW="11430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948" y="5334000"/>
                        <a:ext cx="2554287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5101789"/>
              </p:ext>
            </p:extLst>
          </p:nvPr>
        </p:nvGraphicFramePr>
        <p:xfrm>
          <a:off x="5896235" y="5313900"/>
          <a:ext cx="249713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8" name="Equation" r:id="rId5" imgW="1117600" imgH="419100" progId="Equation.DSMT4">
                  <p:embed/>
                </p:oleObj>
              </mc:Choice>
              <mc:Fallback>
                <p:oleObj name="Equation" r:id="rId5" imgW="11176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6235" y="5313900"/>
                        <a:ext cx="2497138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651629"/>
              </p:ext>
            </p:extLst>
          </p:nvPr>
        </p:nvGraphicFramePr>
        <p:xfrm>
          <a:off x="3352800" y="2057400"/>
          <a:ext cx="2489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9" name="Equation" r:id="rId7" imgW="1244520" imgH="203040" progId="Equation.DSMT4">
                  <p:embed/>
                </p:oleObj>
              </mc:Choice>
              <mc:Fallback>
                <p:oleObj name="Equation" r:id="rId7" imgW="1244520" imgH="20304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057400"/>
                        <a:ext cx="2489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6885698"/>
              </p:ext>
            </p:extLst>
          </p:nvPr>
        </p:nvGraphicFramePr>
        <p:xfrm>
          <a:off x="3124200" y="2895600"/>
          <a:ext cx="3124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0" name="Equation" r:id="rId9" imgW="1562040" imgH="203040" progId="Equation.DSMT4">
                  <p:embed/>
                </p:oleObj>
              </mc:Choice>
              <mc:Fallback>
                <p:oleObj name="Equation" r:id="rId9" imgW="1562040" imgH="2030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95600"/>
                        <a:ext cx="3124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728685" y="1295400"/>
            <a:ext cx="1468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cs typeface="Calibri" pitchFamily="34" charset="0"/>
              </a:rPr>
              <a:t>Identities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67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543450"/>
              </p:ext>
            </p:extLst>
          </p:nvPr>
        </p:nvGraphicFramePr>
        <p:xfrm>
          <a:off x="3048000" y="381000"/>
          <a:ext cx="2463800" cy="645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4" name="Equation" r:id="rId3" imgW="1066680" imgH="279360" progId="Equation.DSMT4">
                  <p:embed/>
                </p:oleObj>
              </mc:Choice>
              <mc:Fallback>
                <p:oleObj name="Equation" r:id="rId3" imgW="10666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81000"/>
                        <a:ext cx="2463800" cy="6452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2719811"/>
              </p:ext>
            </p:extLst>
          </p:nvPr>
        </p:nvGraphicFramePr>
        <p:xfrm>
          <a:off x="3048000" y="2057400"/>
          <a:ext cx="244823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5" name="Equation" r:id="rId5" imgW="1054080" imgH="393480" progId="Equation.DSMT4">
                  <p:embed/>
                </p:oleObj>
              </mc:Choice>
              <mc:Fallback>
                <p:oleObj name="Equation" r:id="rId5" imgW="1054080" imgH="39348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057400"/>
                        <a:ext cx="244823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676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59423" y="35511"/>
            <a:ext cx="66467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The Real </a:t>
            </a:r>
            <a:r>
              <a:rPr lang="en-US" sz="3600" b="1" dirty="0">
                <a:latin typeface="Calibri" pitchFamily="34" charset="0"/>
                <a:cs typeface="Calibri" pitchFamily="34" charset="0"/>
              </a:rPr>
              <a:t>R</a:t>
            </a:r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eason </a:t>
            </a:r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for </a:t>
            </a:r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the Similarity</a:t>
            </a:r>
            <a:endParaRPr lang="en-US" sz="3600" b="1" dirty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778549"/>
              </p:ext>
            </p:extLst>
          </p:nvPr>
        </p:nvGraphicFramePr>
        <p:xfrm>
          <a:off x="1219200" y="3429000"/>
          <a:ext cx="240145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6" name="Equation" r:id="rId3" imgW="1015920" imgH="419040" progId="Equation.DSMT4">
                  <p:embed/>
                </p:oleObj>
              </mc:Choice>
              <mc:Fallback>
                <p:oleObj name="Equation" r:id="rId3" imgW="10159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429000"/>
                        <a:ext cx="2401455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228322"/>
              </p:ext>
            </p:extLst>
          </p:nvPr>
        </p:nvGraphicFramePr>
        <p:xfrm>
          <a:off x="5783679" y="3276600"/>
          <a:ext cx="22225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7" name="Equation" r:id="rId5" imgW="939600" imgH="419040" progId="Equation.DSMT4">
                  <p:embed/>
                </p:oleObj>
              </mc:Choice>
              <mc:Fallback>
                <p:oleObj name="Equation" r:id="rId5" imgW="9396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3679" y="3276600"/>
                        <a:ext cx="2222500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794654"/>
              </p:ext>
            </p:extLst>
          </p:nvPr>
        </p:nvGraphicFramePr>
        <p:xfrm>
          <a:off x="1143000" y="1371600"/>
          <a:ext cx="255428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8" name="Equation" r:id="rId7" imgW="1143000" imgH="419100" progId="Equation.DSMT4">
                  <p:embed/>
                </p:oleObj>
              </mc:Choice>
              <mc:Fallback>
                <p:oleObj name="Equation" r:id="rId7" imgW="1143000" imgH="419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371600"/>
                        <a:ext cx="2554287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912195"/>
              </p:ext>
            </p:extLst>
          </p:nvPr>
        </p:nvGraphicFramePr>
        <p:xfrm>
          <a:off x="5410200" y="1447800"/>
          <a:ext cx="249713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9" name="Equation" r:id="rId9" imgW="1117600" imgH="419100" progId="Equation.DSMT4">
                  <p:embed/>
                </p:oleObj>
              </mc:Choice>
              <mc:Fallback>
                <p:oleObj name="Equation" r:id="rId9" imgW="1117600" imgH="419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447800"/>
                        <a:ext cx="2497138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729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514600" y="152400"/>
            <a:ext cx="419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The Three Geometries</a:t>
            </a:r>
            <a:endParaRPr lang="en-US" sz="3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0600" y="2438400"/>
            <a:ext cx="21387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Euclidean </a:t>
            </a:r>
            <a:endParaRPr lang="en-US" sz="3200" b="1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Isosceles Triangle 3"/>
          <p:cNvSpPr/>
          <p:nvPr/>
        </p:nvSpPr>
        <p:spPr>
          <a:xfrm>
            <a:off x="5257800" y="2057400"/>
            <a:ext cx="2133600" cy="2057400"/>
          </a:xfrm>
          <a:prstGeom prst="triangl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71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514600" y="152400"/>
            <a:ext cx="419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The Three Geometries</a:t>
            </a:r>
            <a:endParaRPr lang="en-US" sz="3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0600" y="2438400"/>
            <a:ext cx="21387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Spherical </a:t>
            </a:r>
            <a:endParaRPr lang="en-US" sz="3200" b="1" dirty="0" smtClean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672" y="1994475"/>
            <a:ext cx="2196526" cy="219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851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514600" y="152400"/>
            <a:ext cx="419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The Three Geometries</a:t>
            </a:r>
            <a:endParaRPr lang="en-US" sz="3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0600" y="2438400"/>
            <a:ext cx="21387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Hyperbolic </a:t>
            </a:r>
            <a:endParaRPr lang="en-US" sz="3200" b="1" dirty="0" smtClean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990600"/>
            <a:ext cx="571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851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981200" y="152400"/>
            <a:ext cx="533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The Three Laws of Cosines</a:t>
            </a:r>
            <a:endParaRPr lang="en-US" sz="3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8897" y="1447799"/>
            <a:ext cx="1538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Euclidean</a:t>
            </a:r>
            <a:endParaRPr lang="en-US" sz="2400" b="1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6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379141"/>
              </p:ext>
            </p:extLst>
          </p:nvPr>
        </p:nvGraphicFramePr>
        <p:xfrm>
          <a:off x="3116202" y="1447799"/>
          <a:ext cx="348138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8" name="Equation" r:id="rId3" imgW="1473120" imgH="228600" progId="Equation.DSMT4">
                  <p:embed/>
                </p:oleObj>
              </mc:Choice>
              <mc:Fallback>
                <p:oleObj name="Equation" r:id="rId3" imgW="1473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02" y="1447799"/>
                        <a:ext cx="3481388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0497134"/>
              </p:ext>
            </p:extLst>
          </p:nvPr>
        </p:nvGraphicFramePr>
        <p:xfrm>
          <a:off x="2667000" y="2590800"/>
          <a:ext cx="561181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9" name="Equation" r:id="rId5" imgW="2374560" imgH="203040" progId="Equation.DSMT4">
                  <p:embed/>
                </p:oleObj>
              </mc:Choice>
              <mc:Fallback>
                <p:oleObj name="Equation" r:id="rId5" imgW="2374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590800"/>
                        <a:ext cx="5611813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322381" y="5210094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b</a:t>
            </a:r>
            <a:endParaRPr lang="en-US" sz="2400" b="1" dirty="0">
              <a:solidFill>
                <a:srgbClr val="0000FF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81600" y="622329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a</a:t>
            </a:r>
            <a:endParaRPr lang="en-US" sz="2400" b="1" dirty="0">
              <a:solidFill>
                <a:srgbClr val="0000FF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76800" y="4952234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alibri" pitchFamily="34" charset="0"/>
                <a:cs typeface="Calibri" pitchFamily="34" charset="0"/>
              </a:rPr>
              <a:t>c</a:t>
            </a:r>
            <a:endParaRPr lang="en-US" sz="2400" b="1" dirty="0">
              <a:solidFill>
                <a:srgbClr val="0000FF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Isosceles Triangle 4"/>
          <p:cNvSpPr/>
          <p:nvPr/>
        </p:nvSpPr>
        <p:spPr>
          <a:xfrm>
            <a:off x="4267200" y="4881265"/>
            <a:ext cx="2286000" cy="1299864"/>
          </a:xfrm>
          <a:prstGeom prst="triangle">
            <a:avLst>
              <a:gd name="adj" fmla="val 75570"/>
            </a:avLst>
          </a:prstGeom>
          <a:solidFill>
            <a:schemeClr val="accent3">
              <a:lumMod val="75000"/>
            </a:schemeClr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553200" y="5982108"/>
            <a:ext cx="45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θ</a:t>
            </a:r>
            <a:endParaRPr lang="en-US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3691707"/>
              </p:ext>
            </p:extLst>
          </p:nvPr>
        </p:nvGraphicFramePr>
        <p:xfrm>
          <a:off x="2590800" y="3559175"/>
          <a:ext cx="633253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0" name="Equation" r:id="rId7" imgW="2679480" imgH="203040" progId="Equation.DSMT4">
                  <p:embed/>
                </p:oleObj>
              </mc:Choice>
              <mc:Fallback>
                <p:oleObj name="Equation" r:id="rId7" imgW="2679480" imgH="2030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559175"/>
                        <a:ext cx="6332537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870924" y="2590800"/>
            <a:ext cx="135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Spherical</a:t>
            </a:r>
            <a:endParaRPr lang="en-US" sz="2400" b="1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6633" y="3581400"/>
            <a:ext cx="1563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Hyperbolic</a:t>
            </a:r>
            <a:endParaRPr lang="en-US" sz="2400" b="1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71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26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5189</TotalTime>
  <Words>67</Words>
  <Application>Microsoft Office PowerPoint</Application>
  <PresentationFormat>On-screen Show (4:3)</PresentationFormat>
  <Paragraphs>26</Paragraphs>
  <Slides>12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Concourse</vt:lpstr>
      <vt:lpstr>Equation</vt:lpstr>
      <vt:lpstr>MathType 6.0 Equation</vt:lpstr>
      <vt:lpstr>PowerPoint Presentation</vt:lpstr>
      <vt:lpstr>PowerPoint Presentation</vt:lpstr>
      <vt:lpstr>PowerPoint Presentation</vt:lpstr>
      <vt:lpstr>PowerPoint Presentation</vt:lpstr>
      <vt:lpstr>Better Known Catenary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Williams</cp:lastModifiedBy>
  <cp:revision>247</cp:revision>
  <dcterms:created xsi:type="dcterms:W3CDTF">2006-08-16T00:00:00Z</dcterms:created>
  <dcterms:modified xsi:type="dcterms:W3CDTF">2011-02-21T07:02:04Z</dcterms:modified>
</cp:coreProperties>
</file>