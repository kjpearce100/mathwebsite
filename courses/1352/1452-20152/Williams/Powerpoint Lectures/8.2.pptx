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sldIdLst>
    <p:sldId id="256" r:id="rId2"/>
    <p:sldId id="257" r:id="rId3"/>
    <p:sldId id="261" r:id="rId4"/>
    <p:sldId id="264" r:id="rId5"/>
    <p:sldId id="265" r:id="rId6"/>
    <p:sldId id="263" r:id="rId7"/>
    <p:sldId id="258" r:id="rId8"/>
    <p:sldId id="267" r:id="rId9"/>
    <p:sldId id="269" r:id="rId10"/>
    <p:sldId id="271" r:id="rId11"/>
    <p:sldId id="259" r:id="rId12"/>
    <p:sldId id="272" r:id="rId13"/>
    <p:sldId id="260" r:id="rId14"/>
    <p:sldId id="273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04" autoAdjust="0"/>
    <p:restoredTop sz="94718" autoAdjust="0"/>
  </p:normalViewPr>
  <p:slideViewPr>
    <p:cSldViewPr>
      <p:cViewPr varScale="1">
        <p:scale>
          <a:sx n="107" d="100"/>
          <a:sy n="107" d="100"/>
        </p:scale>
        <p:origin x="-22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3.wmf"/><Relationship Id="rId2" Type="http://schemas.openxmlformats.org/officeDocument/2006/relationships/image" Target="../media/image7.wmf"/><Relationship Id="rId1" Type="http://schemas.openxmlformats.org/officeDocument/2006/relationships/image" Target="../media/image8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9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4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image" Target="../media/image32.wmf"/><Relationship Id="rId3" Type="http://schemas.openxmlformats.org/officeDocument/2006/relationships/image" Target="../media/image23.wmf"/><Relationship Id="rId7" Type="http://schemas.openxmlformats.org/officeDocument/2006/relationships/image" Target="../media/image26.wmf"/><Relationship Id="rId12" Type="http://schemas.openxmlformats.org/officeDocument/2006/relationships/image" Target="../media/image31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25.wmf"/><Relationship Id="rId11" Type="http://schemas.openxmlformats.org/officeDocument/2006/relationships/image" Target="../media/image30.wmf"/><Relationship Id="rId5" Type="http://schemas.openxmlformats.org/officeDocument/2006/relationships/image" Target="../media/image17.wmf"/><Relationship Id="rId10" Type="http://schemas.openxmlformats.org/officeDocument/2006/relationships/image" Target="../media/image29.wmf"/><Relationship Id="rId4" Type="http://schemas.openxmlformats.org/officeDocument/2006/relationships/image" Target="../media/image24.wmf"/><Relationship Id="rId9" Type="http://schemas.openxmlformats.org/officeDocument/2006/relationships/image" Target="../media/image28.wmf"/><Relationship Id="rId14" Type="http://schemas.openxmlformats.org/officeDocument/2006/relationships/image" Target="../media/image3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image" Target="../media/image39.wmf"/><Relationship Id="rId7" Type="http://schemas.openxmlformats.org/officeDocument/2006/relationships/image" Target="../media/image43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6" Type="http://schemas.openxmlformats.org/officeDocument/2006/relationships/image" Target="../media/image42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Relationship Id="rId9" Type="http://schemas.openxmlformats.org/officeDocument/2006/relationships/image" Target="../media/image45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image" Target="../media/image48.wmf"/><Relationship Id="rId7" Type="http://schemas.openxmlformats.org/officeDocument/2006/relationships/image" Target="../media/image52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6" Type="http://schemas.openxmlformats.org/officeDocument/2006/relationships/image" Target="../media/image51.wmf"/><Relationship Id="rId11" Type="http://schemas.openxmlformats.org/officeDocument/2006/relationships/image" Target="../media/image56.wmf"/><Relationship Id="rId5" Type="http://schemas.openxmlformats.org/officeDocument/2006/relationships/image" Target="../media/image50.wmf"/><Relationship Id="rId10" Type="http://schemas.openxmlformats.org/officeDocument/2006/relationships/image" Target="../media/image55.wmf"/><Relationship Id="rId4" Type="http://schemas.openxmlformats.org/officeDocument/2006/relationships/image" Target="../media/image49.wmf"/><Relationship Id="rId9" Type="http://schemas.openxmlformats.org/officeDocument/2006/relationships/image" Target="../media/image54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3" Type="http://schemas.openxmlformats.org/officeDocument/2006/relationships/image" Target="../media/image59.wmf"/><Relationship Id="rId7" Type="http://schemas.openxmlformats.org/officeDocument/2006/relationships/image" Target="../media/image63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Relationship Id="rId6" Type="http://schemas.openxmlformats.org/officeDocument/2006/relationships/image" Target="../media/image62.wmf"/><Relationship Id="rId11" Type="http://schemas.openxmlformats.org/officeDocument/2006/relationships/image" Target="../media/image67.wmf"/><Relationship Id="rId5" Type="http://schemas.openxmlformats.org/officeDocument/2006/relationships/image" Target="../media/image61.wmf"/><Relationship Id="rId10" Type="http://schemas.openxmlformats.org/officeDocument/2006/relationships/image" Target="../media/image66.wmf"/><Relationship Id="rId4" Type="http://schemas.openxmlformats.org/officeDocument/2006/relationships/image" Target="../media/image60.wmf"/><Relationship Id="rId9" Type="http://schemas.openxmlformats.org/officeDocument/2006/relationships/image" Target="../media/image65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3" Type="http://schemas.openxmlformats.org/officeDocument/2006/relationships/image" Target="../media/image72.wmf"/><Relationship Id="rId7" Type="http://schemas.openxmlformats.org/officeDocument/2006/relationships/image" Target="../media/image76.wmf"/><Relationship Id="rId12" Type="http://schemas.openxmlformats.org/officeDocument/2006/relationships/image" Target="../media/image81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Relationship Id="rId6" Type="http://schemas.openxmlformats.org/officeDocument/2006/relationships/image" Target="../media/image75.wmf"/><Relationship Id="rId11" Type="http://schemas.openxmlformats.org/officeDocument/2006/relationships/image" Target="../media/image80.wmf"/><Relationship Id="rId5" Type="http://schemas.openxmlformats.org/officeDocument/2006/relationships/image" Target="../media/image74.wmf"/><Relationship Id="rId10" Type="http://schemas.openxmlformats.org/officeDocument/2006/relationships/image" Target="../media/image79.wmf"/><Relationship Id="rId4" Type="http://schemas.openxmlformats.org/officeDocument/2006/relationships/image" Target="../media/image73.wmf"/><Relationship Id="rId9" Type="http://schemas.openxmlformats.org/officeDocument/2006/relationships/image" Target="../media/image7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85276-4348-4BFB-9B63-AF9E9308948B}" type="datetimeFigureOut">
              <a:rPr lang="en-US" smtClean="0"/>
              <a:pPr/>
              <a:t>3/9/2011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A0A9C-EF98-4743-B4E5-7BB3700F86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17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A0A9C-EF98-4743-B4E5-7BB3700F861F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64209EF-4DC6-44A9-BAAE-1F8B8035F6AE}" type="datetime1">
              <a:rPr lang="en-US" smtClean="0"/>
              <a:pPr/>
              <a:t>3/9/2011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234BD95-98E8-4734-9974-37C1D765B88C}" type="datetime1">
              <a:rPr lang="en-US" smtClean="0"/>
              <a:pPr/>
              <a:t>3/9/2011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34D968-7D26-4366-9831-D4B854822173}" type="datetime1">
              <a:rPr lang="en-US" smtClean="0"/>
              <a:pPr/>
              <a:t>3/9/2011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2D4892-F3B6-4B89-BAE5-177089BFE8F6}" type="datetime1">
              <a:rPr lang="en-US" smtClean="0"/>
              <a:pPr/>
              <a:t>3/9/2011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993100-9B0A-4074-ACF2-147E6CC84FB9}" type="datetime1">
              <a:rPr lang="en-US" smtClean="0"/>
              <a:pPr/>
              <a:t>3/9/2011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6531E0D-A74B-4F68-BF77-3FB64E60CF19}" type="datetime1">
              <a:rPr lang="en-US" smtClean="0"/>
              <a:pPr/>
              <a:t>3/9/2011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7F5C82F-B5B4-4C51-830A-456FEAE1A573}" type="datetime1">
              <a:rPr lang="en-US" smtClean="0"/>
              <a:pPr/>
              <a:t>3/9/2011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D16AA0AE-4D0A-495C-A0C9-D86839E64676}" type="datetime1">
              <a:rPr lang="en-US" smtClean="0"/>
              <a:pPr/>
              <a:t>3/9/2011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C46CFDD-C88B-4216-B04F-A0B7D94C3C32}" type="datetime1">
              <a:rPr lang="en-US" smtClean="0"/>
              <a:pPr/>
              <a:t>3/9/2011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861479-A97F-41B4-A8A3-37CABFF7D618}" type="datetime1">
              <a:rPr lang="en-US" smtClean="0"/>
              <a:pPr/>
              <a:t>3/9/2011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68FDBC3-02E6-4FAC-A7D1-2A1295A64F79}" type="datetime1">
              <a:rPr lang="en-US" smtClean="0"/>
              <a:pPr/>
              <a:t>3/9/2011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4D0119D1-034A-4000-A2CB-3EDD362C4136}" type="datetime1">
              <a:rPr lang="en-US" smtClean="0"/>
              <a:pPr/>
              <a:t>3/9/2011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12.bin"/><Relationship Id="rId18" Type="http://schemas.openxmlformats.org/officeDocument/2006/relationships/image" Target="../media/image14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1.wmf"/><Relationship Id="rId1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.wmf"/><Relationship Id="rId20" Type="http://schemas.openxmlformats.org/officeDocument/2006/relationships/image" Target="../media/image15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10" Type="http://schemas.openxmlformats.org/officeDocument/2006/relationships/image" Target="../media/image10.wmf"/><Relationship Id="rId19" Type="http://schemas.openxmlformats.org/officeDocument/2006/relationships/oleObject" Target="../embeddings/oleObject15.bin"/><Relationship Id="rId4" Type="http://schemas.openxmlformats.org/officeDocument/2006/relationships/image" Target="../media/image8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2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6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0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20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oleObject" Target="../embeddings/oleObject26.bin"/><Relationship Id="rId18" Type="http://schemas.openxmlformats.org/officeDocument/2006/relationships/image" Target="../media/image27.wmf"/><Relationship Id="rId26" Type="http://schemas.openxmlformats.org/officeDocument/2006/relationships/image" Target="../media/image31.wmf"/><Relationship Id="rId3" Type="http://schemas.openxmlformats.org/officeDocument/2006/relationships/oleObject" Target="../embeddings/oleObject21.bin"/><Relationship Id="rId21" Type="http://schemas.openxmlformats.org/officeDocument/2006/relationships/oleObject" Target="../embeddings/oleObject30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17.wmf"/><Relationship Id="rId17" Type="http://schemas.openxmlformats.org/officeDocument/2006/relationships/oleObject" Target="../embeddings/oleObject28.bin"/><Relationship Id="rId25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6.wmf"/><Relationship Id="rId20" Type="http://schemas.openxmlformats.org/officeDocument/2006/relationships/image" Target="../media/image28.wmf"/><Relationship Id="rId29" Type="http://schemas.openxmlformats.org/officeDocument/2006/relationships/oleObject" Target="../embeddings/oleObject34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25.bin"/><Relationship Id="rId24" Type="http://schemas.openxmlformats.org/officeDocument/2006/relationships/image" Target="../media/image30.wmf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23" Type="http://schemas.openxmlformats.org/officeDocument/2006/relationships/oleObject" Target="../embeddings/oleObject31.bin"/><Relationship Id="rId28" Type="http://schemas.openxmlformats.org/officeDocument/2006/relationships/image" Target="../media/image32.wmf"/><Relationship Id="rId10" Type="http://schemas.openxmlformats.org/officeDocument/2006/relationships/image" Target="../media/image24.wmf"/><Relationship Id="rId19" Type="http://schemas.openxmlformats.org/officeDocument/2006/relationships/oleObject" Target="../embeddings/oleObject29.bin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25.wmf"/><Relationship Id="rId22" Type="http://schemas.openxmlformats.org/officeDocument/2006/relationships/image" Target="../media/image29.wmf"/><Relationship Id="rId27" Type="http://schemas.openxmlformats.org/officeDocument/2006/relationships/oleObject" Target="../embeddings/oleObject33.bin"/><Relationship Id="rId30" Type="http://schemas.openxmlformats.org/officeDocument/2006/relationships/image" Target="../media/image33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34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oleObject" Target="../embeddings/oleObject43.bin"/><Relationship Id="rId18" Type="http://schemas.openxmlformats.org/officeDocument/2006/relationships/image" Target="../media/image44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41.wmf"/><Relationship Id="rId17" Type="http://schemas.openxmlformats.org/officeDocument/2006/relationships/oleObject" Target="../embeddings/oleObject4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3.wmf"/><Relationship Id="rId20" Type="http://schemas.openxmlformats.org/officeDocument/2006/relationships/image" Target="../media/image45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oleObject39.bin"/><Relationship Id="rId15" Type="http://schemas.openxmlformats.org/officeDocument/2006/relationships/oleObject" Target="../embeddings/oleObject44.bin"/><Relationship Id="rId10" Type="http://schemas.openxmlformats.org/officeDocument/2006/relationships/image" Target="../media/image40.wmf"/><Relationship Id="rId19" Type="http://schemas.openxmlformats.org/officeDocument/2006/relationships/oleObject" Target="../embeddings/oleObject46.bin"/><Relationship Id="rId4" Type="http://schemas.openxmlformats.org/officeDocument/2006/relationships/image" Target="../media/image37.wmf"/><Relationship Id="rId9" Type="http://schemas.openxmlformats.org/officeDocument/2006/relationships/oleObject" Target="../embeddings/oleObject41.bin"/><Relationship Id="rId14" Type="http://schemas.openxmlformats.org/officeDocument/2006/relationships/image" Target="../media/image42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13" Type="http://schemas.openxmlformats.org/officeDocument/2006/relationships/oleObject" Target="../embeddings/oleObject52.bin"/><Relationship Id="rId18" Type="http://schemas.openxmlformats.org/officeDocument/2006/relationships/image" Target="../media/image53.wmf"/><Relationship Id="rId3" Type="http://schemas.openxmlformats.org/officeDocument/2006/relationships/oleObject" Target="../embeddings/oleObject47.bin"/><Relationship Id="rId21" Type="http://schemas.openxmlformats.org/officeDocument/2006/relationships/oleObject" Target="../embeddings/oleObject56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50.wmf"/><Relationship Id="rId17" Type="http://schemas.openxmlformats.org/officeDocument/2006/relationships/oleObject" Target="../embeddings/oleObject5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2.wmf"/><Relationship Id="rId20" Type="http://schemas.openxmlformats.org/officeDocument/2006/relationships/image" Target="../media/image54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47.wmf"/><Relationship Id="rId11" Type="http://schemas.openxmlformats.org/officeDocument/2006/relationships/oleObject" Target="../embeddings/oleObject51.bin"/><Relationship Id="rId24" Type="http://schemas.openxmlformats.org/officeDocument/2006/relationships/image" Target="../media/image56.wmf"/><Relationship Id="rId5" Type="http://schemas.openxmlformats.org/officeDocument/2006/relationships/oleObject" Target="../embeddings/oleObject48.bin"/><Relationship Id="rId15" Type="http://schemas.openxmlformats.org/officeDocument/2006/relationships/oleObject" Target="../embeddings/oleObject53.bin"/><Relationship Id="rId23" Type="http://schemas.openxmlformats.org/officeDocument/2006/relationships/oleObject" Target="../embeddings/oleObject57.bin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55.bin"/><Relationship Id="rId4" Type="http://schemas.openxmlformats.org/officeDocument/2006/relationships/image" Target="../media/image46.wmf"/><Relationship Id="rId9" Type="http://schemas.openxmlformats.org/officeDocument/2006/relationships/oleObject" Target="../embeddings/oleObject50.bin"/><Relationship Id="rId14" Type="http://schemas.openxmlformats.org/officeDocument/2006/relationships/image" Target="../media/image51.wmf"/><Relationship Id="rId22" Type="http://schemas.openxmlformats.org/officeDocument/2006/relationships/image" Target="../media/image55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13" Type="http://schemas.openxmlformats.org/officeDocument/2006/relationships/oleObject" Target="../embeddings/oleObject63.bin"/><Relationship Id="rId18" Type="http://schemas.openxmlformats.org/officeDocument/2006/relationships/image" Target="../media/image64.wmf"/><Relationship Id="rId3" Type="http://schemas.openxmlformats.org/officeDocument/2006/relationships/oleObject" Target="../embeddings/oleObject58.bin"/><Relationship Id="rId21" Type="http://schemas.openxmlformats.org/officeDocument/2006/relationships/oleObject" Target="../embeddings/oleObject67.bin"/><Relationship Id="rId7" Type="http://schemas.openxmlformats.org/officeDocument/2006/relationships/oleObject" Target="../embeddings/oleObject60.bin"/><Relationship Id="rId12" Type="http://schemas.openxmlformats.org/officeDocument/2006/relationships/image" Target="../media/image61.wmf"/><Relationship Id="rId17" Type="http://schemas.openxmlformats.org/officeDocument/2006/relationships/oleObject" Target="../embeddings/oleObject6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3.wmf"/><Relationship Id="rId20" Type="http://schemas.openxmlformats.org/officeDocument/2006/relationships/image" Target="../media/image65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8.wmf"/><Relationship Id="rId11" Type="http://schemas.openxmlformats.org/officeDocument/2006/relationships/oleObject" Target="../embeddings/oleObject62.bin"/><Relationship Id="rId24" Type="http://schemas.openxmlformats.org/officeDocument/2006/relationships/image" Target="../media/image67.wmf"/><Relationship Id="rId5" Type="http://schemas.openxmlformats.org/officeDocument/2006/relationships/oleObject" Target="../embeddings/oleObject59.bin"/><Relationship Id="rId15" Type="http://schemas.openxmlformats.org/officeDocument/2006/relationships/oleObject" Target="../embeddings/oleObject64.bin"/><Relationship Id="rId23" Type="http://schemas.openxmlformats.org/officeDocument/2006/relationships/oleObject" Target="../embeddings/oleObject68.bin"/><Relationship Id="rId10" Type="http://schemas.openxmlformats.org/officeDocument/2006/relationships/image" Target="../media/image60.wmf"/><Relationship Id="rId19" Type="http://schemas.openxmlformats.org/officeDocument/2006/relationships/oleObject" Target="../embeddings/oleObject66.bin"/><Relationship Id="rId4" Type="http://schemas.openxmlformats.org/officeDocument/2006/relationships/image" Target="../media/image57.wmf"/><Relationship Id="rId9" Type="http://schemas.openxmlformats.org/officeDocument/2006/relationships/oleObject" Target="../embeddings/oleObject61.bin"/><Relationship Id="rId14" Type="http://schemas.openxmlformats.org/officeDocument/2006/relationships/image" Target="../media/image62.wmf"/><Relationship Id="rId22" Type="http://schemas.openxmlformats.org/officeDocument/2006/relationships/image" Target="../media/image66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68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13" Type="http://schemas.openxmlformats.org/officeDocument/2006/relationships/oleObject" Target="../embeddings/oleObject76.bin"/><Relationship Id="rId18" Type="http://schemas.openxmlformats.org/officeDocument/2006/relationships/image" Target="../media/image77.wmf"/><Relationship Id="rId26" Type="http://schemas.openxmlformats.org/officeDocument/2006/relationships/image" Target="../media/image81.wmf"/><Relationship Id="rId3" Type="http://schemas.openxmlformats.org/officeDocument/2006/relationships/oleObject" Target="../embeddings/oleObject71.bin"/><Relationship Id="rId21" Type="http://schemas.openxmlformats.org/officeDocument/2006/relationships/oleObject" Target="../embeddings/oleObject80.bin"/><Relationship Id="rId7" Type="http://schemas.openxmlformats.org/officeDocument/2006/relationships/oleObject" Target="../embeddings/oleObject73.bin"/><Relationship Id="rId12" Type="http://schemas.openxmlformats.org/officeDocument/2006/relationships/image" Target="../media/image74.wmf"/><Relationship Id="rId17" Type="http://schemas.openxmlformats.org/officeDocument/2006/relationships/oleObject" Target="../embeddings/oleObject78.bin"/><Relationship Id="rId25" Type="http://schemas.openxmlformats.org/officeDocument/2006/relationships/oleObject" Target="../embeddings/oleObject8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6.wmf"/><Relationship Id="rId20" Type="http://schemas.openxmlformats.org/officeDocument/2006/relationships/image" Target="../media/image78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71.wmf"/><Relationship Id="rId11" Type="http://schemas.openxmlformats.org/officeDocument/2006/relationships/oleObject" Target="../embeddings/oleObject75.bin"/><Relationship Id="rId24" Type="http://schemas.openxmlformats.org/officeDocument/2006/relationships/image" Target="../media/image80.wmf"/><Relationship Id="rId5" Type="http://schemas.openxmlformats.org/officeDocument/2006/relationships/oleObject" Target="../embeddings/oleObject72.bin"/><Relationship Id="rId15" Type="http://schemas.openxmlformats.org/officeDocument/2006/relationships/oleObject" Target="../embeddings/oleObject77.bin"/><Relationship Id="rId23" Type="http://schemas.openxmlformats.org/officeDocument/2006/relationships/oleObject" Target="../embeddings/oleObject81.bin"/><Relationship Id="rId10" Type="http://schemas.openxmlformats.org/officeDocument/2006/relationships/image" Target="../media/image73.wmf"/><Relationship Id="rId19" Type="http://schemas.openxmlformats.org/officeDocument/2006/relationships/oleObject" Target="../embeddings/oleObject79.bin"/><Relationship Id="rId4" Type="http://schemas.openxmlformats.org/officeDocument/2006/relationships/image" Target="../media/image70.wmf"/><Relationship Id="rId9" Type="http://schemas.openxmlformats.org/officeDocument/2006/relationships/oleObject" Target="../embeddings/oleObject74.bin"/><Relationship Id="rId14" Type="http://schemas.openxmlformats.org/officeDocument/2006/relationships/image" Target="../media/image75.wmf"/><Relationship Id="rId22" Type="http://schemas.openxmlformats.org/officeDocument/2006/relationships/image" Target="../media/image7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743916" y="3275846"/>
            <a:ext cx="62469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smtClean="0">
                <a:latin typeface="Calibri" pitchFamily="34" charset="0"/>
                <a:cs typeface="Calibri" pitchFamily="34" charset="0"/>
              </a:rPr>
              <a:t>Section </a:t>
            </a:r>
            <a:r>
              <a:rPr lang="en-US" sz="4400" b="1" smtClean="0">
                <a:latin typeface="Calibri" pitchFamily="34" charset="0"/>
                <a:cs typeface="Calibri" pitchFamily="34" charset="0"/>
              </a:rPr>
              <a:t>8.2: </a:t>
            </a:r>
            <a:r>
              <a:rPr lang="en-US" sz="4400" b="1" dirty="0" smtClean="0">
                <a:latin typeface="Calibri" pitchFamily="34" charset="0"/>
                <a:cs typeface="Calibri" pitchFamily="34" charset="0"/>
              </a:rPr>
              <a:t>Infinite Series</a:t>
            </a:r>
            <a:endParaRPr lang="en-US" sz="4400" b="1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80"/>
          <p:cNvSpPr txBox="1"/>
          <p:nvPr/>
        </p:nvSpPr>
        <p:spPr>
          <a:xfrm>
            <a:off x="0" y="15240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Calibri" pitchFamily="34" charset="0"/>
                <a:cs typeface="Calibri" pitchFamily="34" charset="0"/>
              </a:rPr>
              <a:t>Zeno’s Paradox</a:t>
            </a:r>
            <a:endParaRPr lang="en-US" sz="32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943100" y="5562600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Can you </a:t>
            </a: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add infinitely many </a:t>
            </a:r>
            <a:r>
              <a:rPr lang="en-US" sz="24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numbers ??</a:t>
            </a:r>
          </a:p>
        </p:txBody>
      </p:sp>
      <p:graphicFrame>
        <p:nvGraphicFramePr>
          <p:cNvPr id="49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3217257"/>
              </p:ext>
            </p:extLst>
          </p:nvPr>
        </p:nvGraphicFramePr>
        <p:xfrm>
          <a:off x="2590800" y="4038600"/>
          <a:ext cx="360363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4" name="Equation" r:id="rId3" imgW="152280" imgH="393480" progId="Equation.DSMT4">
                  <p:embed/>
                </p:oleObj>
              </mc:Choice>
              <mc:Fallback>
                <p:oleObj name="Equation" r:id="rId3" imgW="152280" imgH="39348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038600"/>
                        <a:ext cx="360363" cy="930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9537294"/>
              </p:ext>
            </p:extLst>
          </p:nvPr>
        </p:nvGraphicFramePr>
        <p:xfrm>
          <a:off x="3124200" y="4038600"/>
          <a:ext cx="750887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5" name="Equation" r:id="rId5" imgW="317160" imgH="393480" progId="Equation.DSMT4">
                  <p:embed/>
                </p:oleObj>
              </mc:Choice>
              <mc:Fallback>
                <p:oleObj name="Equation" r:id="rId5" imgW="317160" imgH="39348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038600"/>
                        <a:ext cx="750887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8192190"/>
              </p:ext>
            </p:extLst>
          </p:nvPr>
        </p:nvGraphicFramePr>
        <p:xfrm>
          <a:off x="4114800" y="4038600"/>
          <a:ext cx="138112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6" name="Equation" r:id="rId7" imgW="583920" imgH="393480" progId="Equation.DSMT4">
                  <p:embed/>
                </p:oleObj>
              </mc:Choice>
              <mc:Fallback>
                <p:oleObj name="Equation" r:id="rId7" imgW="583920" imgH="39348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038600"/>
                        <a:ext cx="1381125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3133114"/>
              </p:ext>
            </p:extLst>
          </p:nvPr>
        </p:nvGraphicFramePr>
        <p:xfrm>
          <a:off x="5715000" y="4343400"/>
          <a:ext cx="86995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7" name="Equation" r:id="rId9" imgW="368280" imgH="203040" progId="Equation.DSMT4">
                  <p:embed/>
                </p:oleObj>
              </mc:Choice>
              <mc:Fallback>
                <p:oleObj name="Equation" r:id="rId9" imgW="368280" imgH="20304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343400"/>
                        <a:ext cx="86995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7373" y="1219200"/>
            <a:ext cx="9144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You can’t actually get anywhere </a:t>
            </a:r>
            <a:br>
              <a:rPr lang="en-US" sz="2800" dirty="0" smtClean="0">
                <a:latin typeface="Calibri" pitchFamily="34" charset="0"/>
                <a:cs typeface="Calibri" pitchFamily="34" charset="0"/>
              </a:rPr>
            </a:br>
            <a:r>
              <a:rPr lang="en-US" sz="2800" dirty="0" smtClean="0">
                <a:latin typeface="Calibri" pitchFamily="34" charset="0"/>
                <a:cs typeface="Calibri" pitchFamily="34" charset="0"/>
              </a:rPr>
              <a:t>because you always have to cover half </a:t>
            </a:r>
            <a:br>
              <a:rPr lang="en-US" sz="2800" dirty="0" smtClean="0">
                <a:latin typeface="Calibri" pitchFamily="34" charset="0"/>
                <a:cs typeface="Calibri" pitchFamily="34" charset="0"/>
              </a:rPr>
            </a:br>
            <a:r>
              <a:rPr lang="en-US" sz="2800" dirty="0" smtClean="0">
                <a:latin typeface="Calibri" pitchFamily="34" charset="0"/>
                <a:cs typeface="Calibri" pitchFamily="34" charset="0"/>
              </a:rPr>
              <a:t>the remaining distance!</a:t>
            </a:r>
          </a:p>
          <a:p>
            <a:pPr algn="ctr"/>
            <a:endParaRPr lang="en-US" sz="2800" dirty="0" smtClean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   You have to do half, then half that.. etc.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48" grpId="0"/>
      <p:bldP spid="19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/>
          <p:cNvSpPr txBox="1"/>
          <p:nvPr/>
        </p:nvSpPr>
        <p:spPr>
          <a:xfrm>
            <a:off x="1676400" y="238217"/>
            <a:ext cx="5715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Informal Definition</a:t>
            </a:r>
          </a:p>
          <a:p>
            <a:pPr algn="ctr"/>
            <a:endParaRPr lang="en-US" sz="2400" u="sng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A </a:t>
            </a:r>
            <a:r>
              <a:rPr lang="en-US" sz="28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series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 is </a:t>
            </a:r>
            <a:r>
              <a:rPr lang="en-US" sz="2800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sequence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 added up.</a:t>
            </a:r>
          </a:p>
        </p:txBody>
      </p:sp>
    </p:spTree>
    <p:extLst>
      <p:ext uri="{BB962C8B-B14F-4D97-AF65-F5344CB8AC3E}">
        <p14:creationId xmlns:p14="http://schemas.microsoft.com/office/powerpoint/2010/main" val="1553965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304800" y="1344304"/>
            <a:ext cx="8839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A series             </a:t>
            </a:r>
            <a:r>
              <a:rPr lang="en-US" sz="24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converges </a:t>
            </a:r>
          </a:p>
          <a:p>
            <a:pPr algn="ctr"/>
            <a:endParaRPr lang="en-US" sz="2400" dirty="0" smtClean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if the sequence of partial sums                  converges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.</a:t>
            </a:r>
            <a:endParaRPr lang="en-US" sz="2400" u="sng" dirty="0" smtClean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600200" y="228600"/>
            <a:ext cx="571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Formal Definition</a:t>
            </a:r>
          </a:p>
        </p:txBody>
      </p:sp>
      <p:graphicFrame>
        <p:nvGraphicFramePr>
          <p:cNvPr id="2765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0694902"/>
              </p:ext>
            </p:extLst>
          </p:nvPr>
        </p:nvGraphicFramePr>
        <p:xfrm>
          <a:off x="4320470" y="1160756"/>
          <a:ext cx="650200" cy="761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42" name="Equation" r:id="rId3" imgW="368280" imgH="431640" progId="Equation.DSMT4">
                  <p:embed/>
                </p:oleObj>
              </mc:Choice>
              <mc:Fallback>
                <p:oleObj name="Equation" r:id="rId3" imgW="368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0470" y="1160756"/>
                        <a:ext cx="650200" cy="7619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Object 8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5261627"/>
              </p:ext>
            </p:extLst>
          </p:nvPr>
        </p:nvGraphicFramePr>
        <p:xfrm>
          <a:off x="5410200" y="1949647"/>
          <a:ext cx="1148229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43" name="Equation" r:id="rId5" imgW="672840" imgH="431640" progId="Equation.DSMT4">
                  <p:embed/>
                </p:oleObj>
              </mc:Choice>
              <mc:Fallback>
                <p:oleObj name="Equation" r:id="rId5" imgW="6728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949647"/>
                        <a:ext cx="1148229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57023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/>
          <p:cNvSpPr txBox="1"/>
          <p:nvPr/>
        </p:nvSpPr>
        <p:spPr>
          <a:xfrm>
            <a:off x="1600200" y="228600"/>
            <a:ext cx="571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Example</a:t>
            </a:r>
          </a:p>
        </p:txBody>
      </p:sp>
      <p:graphicFrame>
        <p:nvGraphicFramePr>
          <p:cNvPr id="2765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6267918"/>
              </p:ext>
            </p:extLst>
          </p:nvPr>
        </p:nvGraphicFramePr>
        <p:xfrm>
          <a:off x="2733675" y="1279525"/>
          <a:ext cx="1031875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50" name="Equation" r:id="rId3" imgW="583920" imgH="469800" progId="Equation.DSMT4">
                  <p:embed/>
                </p:oleObj>
              </mc:Choice>
              <mc:Fallback>
                <p:oleObj name="Equation" r:id="rId3" imgW="58392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3675" y="1279525"/>
                        <a:ext cx="1031875" cy="8302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Object 8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0667922"/>
              </p:ext>
            </p:extLst>
          </p:nvPr>
        </p:nvGraphicFramePr>
        <p:xfrm>
          <a:off x="7543800" y="5562600"/>
          <a:ext cx="1385794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51" name="Equation" r:id="rId5" imgW="672840" imgH="431640" progId="Equation.DSMT4">
                  <p:embed/>
                </p:oleObj>
              </mc:Choice>
              <mc:Fallback>
                <p:oleObj name="Equation" r:id="rId5" imgW="6728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5562600"/>
                        <a:ext cx="1385794" cy="889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4171503"/>
              </p:ext>
            </p:extLst>
          </p:nvPr>
        </p:nvGraphicFramePr>
        <p:xfrm>
          <a:off x="3916363" y="1203325"/>
          <a:ext cx="72072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52" name="Equation" r:id="rId7" imgW="304560" imgH="393480" progId="Equation.DSMT4">
                  <p:embed/>
                </p:oleObj>
              </mc:Choice>
              <mc:Fallback>
                <p:oleObj name="Equation" r:id="rId7" imgW="304560" imgH="39348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6363" y="1203325"/>
                        <a:ext cx="720725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7792235"/>
              </p:ext>
            </p:extLst>
          </p:nvPr>
        </p:nvGraphicFramePr>
        <p:xfrm>
          <a:off x="4629150" y="1203325"/>
          <a:ext cx="750888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53" name="Equation" r:id="rId9" imgW="317160" imgH="393480" progId="Equation.DSMT4">
                  <p:embed/>
                </p:oleObj>
              </mc:Choice>
              <mc:Fallback>
                <p:oleObj name="Equation" r:id="rId9" imgW="317160" imgH="39348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9150" y="1203325"/>
                        <a:ext cx="750888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365692"/>
              </p:ext>
            </p:extLst>
          </p:nvPr>
        </p:nvGraphicFramePr>
        <p:xfrm>
          <a:off x="5553075" y="1203325"/>
          <a:ext cx="138112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54" name="Equation" r:id="rId11" imgW="583920" imgH="393480" progId="Equation.DSMT4">
                  <p:embed/>
                </p:oleObj>
              </mc:Choice>
              <mc:Fallback>
                <p:oleObj name="Equation" r:id="rId11" imgW="583920" imgH="39348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3075" y="1203325"/>
                        <a:ext cx="1381125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1676402"/>
              </p:ext>
            </p:extLst>
          </p:nvPr>
        </p:nvGraphicFramePr>
        <p:xfrm>
          <a:off x="457200" y="2590800"/>
          <a:ext cx="838200" cy="764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55" name="Equation" r:id="rId13" imgW="431640" imgH="393480" progId="Equation.DSMT4">
                  <p:embed/>
                </p:oleObj>
              </mc:Choice>
              <mc:Fallback>
                <p:oleObj name="Equation" r:id="rId13" imgW="431640" imgH="393480" progId="Equation.DSMT4">
                  <p:embed/>
                  <p:pic>
                    <p:nvPicPr>
                      <p:cNvPr id="0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590800"/>
                        <a:ext cx="838200" cy="7641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0868765"/>
              </p:ext>
            </p:extLst>
          </p:nvPr>
        </p:nvGraphicFramePr>
        <p:xfrm>
          <a:off x="381000" y="5257800"/>
          <a:ext cx="2388085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56" name="Equation" r:id="rId15" imgW="1257120" imgH="393480" progId="Equation.DSMT4">
                  <p:embed/>
                </p:oleObj>
              </mc:Choice>
              <mc:Fallback>
                <p:oleObj name="Equation" r:id="rId15" imgW="1257120" imgH="393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257800"/>
                        <a:ext cx="2388085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1840961"/>
              </p:ext>
            </p:extLst>
          </p:nvPr>
        </p:nvGraphicFramePr>
        <p:xfrm>
          <a:off x="352425" y="4419600"/>
          <a:ext cx="1857375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57" name="Equation" r:id="rId17" imgW="977760" imgH="393480" progId="Equation.DSMT4">
                  <p:embed/>
                </p:oleObj>
              </mc:Choice>
              <mc:Fallback>
                <p:oleObj name="Equation" r:id="rId17" imgW="977760" imgH="3934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425" y="4419600"/>
                        <a:ext cx="1857375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0599998"/>
              </p:ext>
            </p:extLst>
          </p:nvPr>
        </p:nvGraphicFramePr>
        <p:xfrm>
          <a:off x="354013" y="3581400"/>
          <a:ext cx="1398587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58" name="Equation" r:id="rId19" imgW="736560" imgH="393480" progId="Equation.DSMT4">
                  <p:embed/>
                </p:oleObj>
              </mc:Choice>
              <mc:Fallback>
                <p:oleObj name="Equation" r:id="rId19" imgW="736560" imgH="3934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013" y="3581400"/>
                        <a:ext cx="1398587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12613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1110323"/>
              </p:ext>
            </p:extLst>
          </p:nvPr>
        </p:nvGraphicFramePr>
        <p:xfrm>
          <a:off x="1219200" y="1268766"/>
          <a:ext cx="3255124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5" name="Equation" r:id="rId3" imgW="1536480" imgH="431640" progId="Equation.DSMT4">
                  <p:embed/>
                </p:oleObj>
              </mc:Choice>
              <mc:Fallback>
                <p:oleObj name="Equation" r:id="rId3" imgW="1536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268766"/>
                        <a:ext cx="3255124" cy="914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" name="Rectangle 92"/>
          <p:cNvSpPr/>
          <p:nvPr/>
        </p:nvSpPr>
        <p:spPr>
          <a:xfrm>
            <a:off x="1600200" y="452761"/>
            <a:ext cx="647700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latin typeface="Calibri" pitchFamily="34" charset="0"/>
                <a:cs typeface="Calibri" pitchFamily="34" charset="0"/>
              </a:rPr>
              <a:t>Definition</a:t>
            </a:r>
          </a:p>
          <a:p>
            <a:pPr algn="ctr"/>
            <a:endParaRPr lang="en-US" sz="2800" u="sng" dirty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                                  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is a </a:t>
            </a:r>
            <a:r>
              <a:rPr lang="en-US" sz="32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geometric series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.</a:t>
            </a:r>
            <a:endParaRPr lang="en-US" sz="2800" u="sng" dirty="0" smtClean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9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469696"/>
              </p:ext>
            </p:extLst>
          </p:nvPr>
        </p:nvGraphicFramePr>
        <p:xfrm>
          <a:off x="4495800" y="914400"/>
          <a:ext cx="84772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46" name="Equation" r:id="rId3" imgW="444240" imgH="431640" progId="Equation.DSMT4">
                  <p:embed/>
                </p:oleObj>
              </mc:Choice>
              <mc:Fallback>
                <p:oleObj name="Equation" r:id="rId3" imgW="444240" imgH="43164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914400"/>
                        <a:ext cx="847725" cy="822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/>
          <p:cNvSpPr/>
          <p:nvPr/>
        </p:nvSpPr>
        <p:spPr>
          <a:xfrm>
            <a:off x="3359213" y="228600"/>
            <a:ext cx="318757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latin typeface="Calibri" pitchFamily="34" charset="0"/>
                <a:cs typeface="Calibri" pitchFamily="34" charset="0"/>
              </a:rPr>
              <a:t>Theorem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3400" y="2057400"/>
            <a:ext cx="8839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            </a:t>
            </a: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b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Diverges </a:t>
            </a: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if</a:t>
            </a:r>
            <a:endParaRPr lang="en-US" sz="2800" u="sng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510796" y="3241141"/>
            <a:ext cx="42042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Converges</a:t>
            </a: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to            if  </a:t>
            </a:r>
            <a:endParaRPr lang="en-US" sz="2800" u="sng" dirty="0" smtClean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8021554"/>
              </p:ext>
            </p:extLst>
          </p:nvPr>
        </p:nvGraphicFramePr>
        <p:xfrm>
          <a:off x="3276600" y="2125335"/>
          <a:ext cx="87312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47" name="Equation" r:id="rId5" imgW="457200" imgH="203040" progId="Equation.DSMT4">
                  <p:embed/>
                </p:oleObj>
              </mc:Choice>
              <mc:Fallback>
                <p:oleObj name="Equation" r:id="rId5" imgW="457200" imgH="2030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125335"/>
                        <a:ext cx="873125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7544558"/>
              </p:ext>
            </p:extLst>
          </p:nvPr>
        </p:nvGraphicFramePr>
        <p:xfrm>
          <a:off x="3700763" y="3096529"/>
          <a:ext cx="606425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48" name="Equation" r:id="rId7" imgW="317225" imgH="393359" progId="Equation.DSMT4">
                  <p:embed/>
                </p:oleObj>
              </mc:Choice>
              <mc:Fallback>
                <p:oleObj name="Equation" r:id="rId7" imgW="317225" imgH="393359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0763" y="3096529"/>
                        <a:ext cx="606425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738170"/>
              </p:ext>
            </p:extLst>
          </p:nvPr>
        </p:nvGraphicFramePr>
        <p:xfrm>
          <a:off x="4841875" y="3296404"/>
          <a:ext cx="87312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49" name="Equation" r:id="rId9" imgW="457200" imgH="203040" progId="Equation.DSMT4">
                  <p:embed/>
                </p:oleObj>
              </mc:Choice>
              <mc:Fallback>
                <p:oleObj name="Equation" r:id="rId9" imgW="457200" imgH="2030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1875" y="3296404"/>
                        <a:ext cx="873125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/>
        </p:nvSpPr>
        <p:spPr>
          <a:xfrm>
            <a:off x="4231598" y="152400"/>
            <a:ext cx="12296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Proof:</a:t>
            </a:r>
          </a:p>
        </p:txBody>
      </p:sp>
      <p:graphicFrame>
        <p:nvGraphicFramePr>
          <p:cNvPr id="2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4842567"/>
              </p:ext>
            </p:extLst>
          </p:nvPr>
        </p:nvGraphicFramePr>
        <p:xfrm>
          <a:off x="1078913" y="1752600"/>
          <a:ext cx="83820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1" name="Equation" r:id="rId3" imgW="317160" imgH="228600" progId="Equation.DSMT4">
                  <p:embed/>
                </p:oleObj>
              </mc:Choice>
              <mc:Fallback>
                <p:oleObj name="Equation" r:id="rId3" imgW="317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8913" y="1752600"/>
                        <a:ext cx="838200" cy="603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3481746"/>
              </p:ext>
            </p:extLst>
          </p:nvPr>
        </p:nvGraphicFramePr>
        <p:xfrm>
          <a:off x="838200" y="2520950"/>
          <a:ext cx="1106488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2" name="Equation" r:id="rId5" imgW="419040" imgH="228600" progId="Equation.DSMT4">
                  <p:embed/>
                </p:oleObj>
              </mc:Choice>
              <mc:Fallback>
                <p:oleObj name="Equation" r:id="rId5" imgW="419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520950"/>
                        <a:ext cx="1106488" cy="603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2935557"/>
              </p:ext>
            </p:extLst>
          </p:nvPr>
        </p:nvGraphicFramePr>
        <p:xfrm>
          <a:off x="76200" y="3444875"/>
          <a:ext cx="197802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3" name="Equation" r:id="rId7" imgW="749160" imgH="228600" progId="Equation.DSMT4">
                  <p:embed/>
                </p:oleObj>
              </mc:Choice>
              <mc:Fallback>
                <p:oleObj name="Equation" r:id="rId7" imgW="749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3444875"/>
                        <a:ext cx="1978025" cy="603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685761"/>
              </p:ext>
            </p:extLst>
          </p:nvPr>
        </p:nvGraphicFramePr>
        <p:xfrm>
          <a:off x="1100138" y="4983576"/>
          <a:ext cx="83820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4" name="Equation" r:id="rId9" imgW="317160" imgH="228600" progId="Equation.DSMT4">
                  <p:embed/>
                </p:oleObj>
              </mc:Choice>
              <mc:Fallback>
                <p:oleObj name="Equation" r:id="rId9" imgW="317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0138" y="4983576"/>
                        <a:ext cx="838200" cy="603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3602985"/>
              </p:ext>
            </p:extLst>
          </p:nvPr>
        </p:nvGraphicFramePr>
        <p:xfrm>
          <a:off x="338137" y="444787"/>
          <a:ext cx="84772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5" name="Equation" r:id="rId11" imgW="444307" imgH="431613" progId="Equation.DSMT4">
                  <p:embed/>
                </p:oleObj>
              </mc:Choice>
              <mc:Fallback>
                <p:oleObj name="Equation" r:id="rId11" imgW="444307" imgH="431613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137" y="444787"/>
                        <a:ext cx="847725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507795"/>
              </p:ext>
            </p:extLst>
          </p:nvPr>
        </p:nvGraphicFramePr>
        <p:xfrm>
          <a:off x="1993313" y="1752600"/>
          <a:ext cx="258127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6" name="Equation" r:id="rId13" imgW="977760" imgH="203040" progId="Equation.DSMT4">
                  <p:embed/>
                </p:oleObj>
              </mc:Choice>
              <mc:Fallback>
                <p:oleObj name="Equation" r:id="rId13" imgW="977760" imgH="2030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3313" y="1752600"/>
                        <a:ext cx="258127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0270833"/>
              </p:ext>
            </p:extLst>
          </p:nvPr>
        </p:nvGraphicFramePr>
        <p:xfrm>
          <a:off x="2562225" y="2511425"/>
          <a:ext cx="315277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7" name="Equation" r:id="rId15" imgW="1193760" imgH="203040" progId="Equation.DSMT4">
                  <p:embed/>
                </p:oleObj>
              </mc:Choice>
              <mc:Fallback>
                <p:oleObj name="Equation" r:id="rId15" imgW="1193760" imgH="2030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225" y="2511425"/>
                        <a:ext cx="315277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838200" y="3124200"/>
            <a:ext cx="4953000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33400" y="2819400"/>
            <a:ext cx="2286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3004422"/>
              </p:ext>
            </p:extLst>
          </p:nvPr>
        </p:nvGraphicFramePr>
        <p:xfrm>
          <a:off x="1905000" y="3581400"/>
          <a:ext cx="66992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8" name="Equation" r:id="rId17" imgW="253800" imgH="164880" progId="Equation.DSMT4">
                  <p:embed/>
                </p:oleObj>
              </mc:Choice>
              <mc:Fallback>
                <p:oleObj name="Equation" r:id="rId17" imgW="253800" imgH="16488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581400"/>
                        <a:ext cx="66992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0503465"/>
              </p:ext>
            </p:extLst>
          </p:nvPr>
        </p:nvGraphicFramePr>
        <p:xfrm>
          <a:off x="1963738" y="4694237"/>
          <a:ext cx="1541462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9" name="Equation" r:id="rId19" imgW="583920" imgH="444240" progId="Equation.DSMT4">
                  <p:embed/>
                </p:oleObj>
              </mc:Choice>
              <mc:Fallback>
                <p:oleObj name="Equation" r:id="rId19" imgW="583920" imgH="44424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3738" y="4694237"/>
                        <a:ext cx="1541462" cy="1173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1769260"/>
              </p:ext>
            </p:extLst>
          </p:nvPr>
        </p:nvGraphicFramePr>
        <p:xfrm>
          <a:off x="4457934" y="4721225"/>
          <a:ext cx="1373187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40" name="Equation" r:id="rId21" imgW="520560" imgH="393480" progId="Equation.DSMT4">
                  <p:embed/>
                </p:oleObj>
              </mc:Choice>
              <mc:Fallback>
                <p:oleObj name="Equation" r:id="rId21" imgW="520560" imgH="39348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7934" y="4721225"/>
                        <a:ext cx="1373187" cy="1039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7545579"/>
              </p:ext>
            </p:extLst>
          </p:nvPr>
        </p:nvGraphicFramePr>
        <p:xfrm>
          <a:off x="406400" y="4945063"/>
          <a:ext cx="736600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41" name="Equation" r:id="rId23" imgW="279360" imgH="291960" progId="Equation.DSMT4">
                  <p:embed/>
                </p:oleObj>
              </mc:Choice>
              <mc:Fallback>
                <p:oleObj name="Equation" r:id="rId23" imgW="279360" imgH="29196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" y="4945063"/>
                        <a:ext cx="736600" cy="769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2705812"/>
              </p:ext>
            </p:extLst>
          </p:nvPr>
        </p:nvGraphicFramePr>
        <p:xfrm>
          <a:off x="1905000" y="4953000"/>
          <a:ext cx="736600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42" name="Equation" r:id="rId25" imgW="279360" imgH="291960" progId="Equation.DSMT4">
                  <p:embed/>
                </p:oleObj>
              </mc:Choice>
              <mc:Fallback>
                <p:oleObj name="Equation" r:id="rId25" imgW="279360" imgH="29196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953000"/>
                        <a:ext cx="736600" cy="769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010400" y="4721951"/>
            <a:ext cx="20473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CC0099"/>
                </a:solidFill>
                <a:latin typeface="Calibri" pitchFamily="34" charset="0"/>
                <a:cs typeface="Calibri" pitchFamily="34" charset="0"/>
              </a:rPr>
              <a:t>If and only if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7517350"/>
              </p:ext>
            </p:extLst>
          </p:nvPr>
        </p:nvGraphicFramePr>
        <p:xfrm>
          <a:off x="7543800" y="5276104"/>
          <a:ext cx="11049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43" name="Equation" r:id="rId27" imgW="419040" imgH="203040" progId="Equation.DSMT4">
                  <p:embed/>
                </p:oleObj>
              </mc:Choice>
              <mc:Fallback>
                <p:oleObj name="Equation" r:id="rId27" imgW="419040" imgH="2030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5276104"/>
                        <a:ext cx="110490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4911284"/>
              </p:ext>
            </p:extLst>
          </p:nvPr>
        </p:nvGraphicFramePr>
        <p:xfrm>
          <a:off x="4173538" y="3435350"/>
          <a:ext cx="1541462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44" name="Equation" r:id="rId29" imgW="583920" imgH="228600" progId="Equation.DSMT4">
                  <p:embed/>
                </p:oleObj>
              </mc:Choice>
              <mc:Fallback>
                <p:oleObj name="Equation" r:id="rId29" imgW="583920" imgH="228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3538" y="3435350"/>
                        <a:ext cx="1541462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6100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40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40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40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40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4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40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40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4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3.12052E-6 L 0.09028 -0.00231 " pathEditMode="relative" rAng="0" ptsTypes="AA">
                                      <p:cBhvr>
                                        <p:cTn id="9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14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0434687"/>
              </p:ext>
            </p:extLst>
          </p:nvPr>
        </p:nvGraphicFramePr>
        <p:xfrm>
          <a:off x="1743075" y="674688"/>
          <a:ext cx="1408113" cy="124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10" name="Equation" r:id="rId3" imgW="533160" imgH="469800" progId="Equation.DSMT4">
                  <p:embed/>
                </p:oleObj>
              </mc:Choice>
              <mc:Fallback>
                <p:oleObj name="Equation" r:id="rId3" imgW="5331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3075" y="674688"/>
                        <a:ext cx="1408113" cy="1241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4092039"/>
              </p:ext>
            </p:extLst>
          </p:nvPr>
        </p:nvGraphicFramePr>
        <p:xfrm>
          <a:off x="3352800" y="838200"/>
          <a:ext cx="1341437" cy="154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11" name="Equation" r:id="rId5" imgW="507960" imgH="583920" progId="Equation.DSMT4">
                  <p:embed/>
                </p:oleObj>
              </mc:Choice>
              <mc:Fallback>
                <p:oleObj name="Equation" r:id="rId5" imgW="507960" imgH="58392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838200"/>
                        <a:ext cx="1341437" cy="1541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1314066"/>
              </p:ext>
            </p:extLst>
          </p:nvPr>
        </p:nvGraphicFramePr>
        <p:xfrm>
          <a:off x="4953000" y="1143000"/>
          <a:ext cx="738187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12" name="Equation" r:id="rId7" imgW="279360" imgH="203040" progId="Equation.DSMT4">
                  <p:embed/>
                </p:oleObj>
              </mc:Choice>
              <mc:Fallback>
                <p:oleObj name="Equation" r:id="rId7" imgW="279360" imgH="2030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143000"/>
                        <a:ext cx="738187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16249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5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0332860"/>
              </p:ext>
            </p:extLst>
          </p:nvPr>
        </p:nvGraphicFramePr>
        <p:xfrm>
          <a:off x="304800" y="76200"/>
          <a:ext cx="1219200" cy="10752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64" name="Equation" r:id="rId3" imgW="533160" imgH="469800" progId="Equation.DSMT4">
                  <p:embed/>
                </p:oleObj>
              </mc:Choice>
              <mc:Fallback>
                <p:oleObj name="Equation" r:id="rId3" imgW="5331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76200"/>
                        <a:ext cx="1219200" cy="107524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3645473"/>
              </p:ext>
            </p:extLst>
          </p:nvPr>
        </p:nvGraphicFramePr>
        <p:xfrm>
          <a:off x="1524000" y="228600"/>
          <a:ext cx="2914650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65" name="Equation" r:id="rId5" imgW="1295280" imgH="393480" progId="Equation.DSMT4">
                  <p:embed/>
                </p:oleObj>
              </mc:Choice>
              <mc:Fallback>
                <p:oleObj name="Equation" r:id="rId5" imgW="12952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28600"/>
                        <a:ext cx="2914650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0919642"/>
              </p:ext>
            </p:extLst>
          </p:nvPr>
        </p:nvGraphicFramePr>
        <p:xfrm>
          <a:off x="6019800" y="457200"/>
          <a:ext cx="730881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66" name="Equation" r:id="rId7" imgW="279360" imgH="203040" progId="Equation.DSMT4">
                  <p:embed/>
                </p:oleObj>
              </mc:Choice>
              <mc:Fallback>
                <p:oleObj name="Equation" r:id="rId7" imgW="2793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457200"/>
                        <a:ext cx="730881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6738444"/>
              </p:ext>
            </p:extLst>
          </p:nvPr>
        </p:nvGraphicFramePr>
        <p:xfrm>
          <a:off x="4648200" y="228600"/>
          <a:ext cx="1143000" cy="131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67" name="Equation" r:id="rId9" imgW="507960" imgH="583920" progId="Equation.DSMT4">
                  <p:embed/>
                </p:oleObj>
              </mc:Choice>
              <mc:Fallback>
                <p:oleObj name="Equation" r:id="rId9" imgW="507960" imgH="58392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228600"/>
                        <a:ext cx="1143000" cy="131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9922289"/>
              </p:ext>
            </p:extLst>
          </p:nvPr>
        </p:nvGraphicFramePr>
        <p:xfrm>
          <a:off x="304800" y="2049462"/>
          <a:ext cx="1219200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68" name="Equation" r:id="rId11" imgW="533160" imgH="469800" progId="Equation.DSMT4">
                  <p:embed/>
                </p:oleObj>
              </mc:Choice>
              <mc:Fallback>
                <p:oleObj name="Equation" r:id="rId11" imgW="533160" imgH="4698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049462"/>
                        <a:ext cx="1219200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5328606"/>
              </p:ext>
            </p:extLst>
          </p:nvPr>
        </p:nvGraphicFramePr>
        <p:xfrm>
          <a:off x="1524000" y="2160588"/>
          <a:ext cx="2828925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69" name="Equation" r:id="rId13" imgW="1257120" imgH="393480" progId="Equation.DSMT4">
                  <p:embed/>
                </p:oleObj>
              </mc:Choice>
              <mc:Fallback>
                <p:oleObj name="Equation" r:id="rId13" imgW="1257120" imgH="39348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160588"/>
                        <a:ext cx="2828925" cy="88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7681710"/>
              </p:ext>
            </p:extLst>
          </p:nvPr>
        </p:nvGraphicFramePr>
        <p:xfrm>
          <a:off x="4648200" y="2189163"/>
          <a:ext cx="1343025" cy="131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70" name="Equation" r:id="rId15" imgW="596880" imgH="583920" progId="Equation.DSMT4">
                  <p:embed/>
                </p:oleObj>
              </mc:Choice>
              <mc:Fallback>
                <p:oleObj name="Equation" r:id="rId15" imgW="596880" imgH="58392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2189163"/>
                        <a:ext cx="1343025" cy="131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2164674"/>
              </p:ext>
            </p:extLst>
          </p:nvPr>
        </p:nvGraphicFramePr>
        <p:xfrm>
          <a:off x="6738938" y="2362200"/>
          <a:ext cx="6635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71" name="Equation" r:id="rId17" imgW="253800" imgH="203040" progId="Equation.DSMT4">
                  <p:embed/>
                </p:oleObj>
              </mc:Choice>
              <mc:Fallback>
                <p:oleObj name="Equation" r:id="rId17" imgW="253800" imgH="2030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8938" y="2362200"/>
                        <a:ext cx="66357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209800" y="4800600"/>
            <a:ext cx="49289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This solves Zeno’s paradox!!</a:t>
            </a: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0251024"/>
              </p:ext>
            </p:extLst>
          </p:nvPr>
        </p:nvGraphicFramePr>
        <p:xfrm>
          <a:off x="1447800" y="457200"/>
          <a:ext cx="685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72" name="Equation" r:id="rId19" imgW="304560" imgH="203040" progId="Equation.DSMT4">
                  <p:embed/>
                </p:oleObj>
              </mc:Choice>
              <mc:Fallback>
                <p:oleObj name="Equation" r:id="rId19" imgW="304560" imgH="2030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57200"/>
                        <a:ext cx="685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4110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4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6.03747E-7 L 0.47917 0.28869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958" y="144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4015668" y="2246050"/>
            <a:ext cx="1524000" cy="103055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4922114"/>
              </p:ext>
            </p:extLst>
          </p:nvPr>
        </p:nvGraphicFramePr>
        <p:xfrm>
          <a:off x="3571875" y="2194866"/>
          <a:ext cx="2152650" cy="109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75" name="Equation" r:id="rId3" imgW="927000" imgH="469800" progId="Equation.DSMT4">
                  <p:embed/>
                </p:oleObj>
              </mc:Choice>
              <mc:Fallback>
                <p:oleObj name="Equation" r:id="rId3" imgW="927000" imgH="469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75" y="2194866"/>
                        <a:ext cx="2152650" cy="1090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5495708"/>
              </p:ext>
            </p:extLst>
          </p:nvPr>
        </p:nvGraphicFramePr>
        <p:xfrm>
          <a:off x="533400" y="228600"/>
          <a:ext cx="1524000" cy="11351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76" name="Equation" r:id="rId5" imgW="596880" imgH="444240" progId="Equation.DSMT4">
                  <p:embed/>
                </p:oleObj>
              </mc:Choice>
              <mc:Fallback>
                <p:oleObj name="Equation" r:id="rId5" imgW="596880" imgH="44424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28600"/>
                        <a:ext cx="1524000" cy="113515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5582644"/>
              </p:ext>
            </p:extLst>
          </p:nvPr>
        </p:nvGraphicFramePr>
        <p:xfrm>
          <a:off x="457200" y="2169718"/>
          <a:ext cx="1981200" cy="11116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77" name="Equation" r:id="rId7" imgW="838080" imgH="469800" progId="Equation.DSMT4">
                  <p:embed/>
                </p:oleObj>
              </mc:Choice>
              <mc:Fallback>
                <p:oleObj name="Equation" r:id="rId7" imgW="838080" imgH="46980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169718"/>
                        <a:ext cx="1981200" cy="11116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5352001"/>
              </p:ext>
            </p:extLst>
          </p:nvPr>
        </p:nvGraphicFramePr>
        <p:xfrm>
          <a:off x="2236788" y="228600"/>
          <a:ext cx="2235200" cy="113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78" name="Equation" r:id="rId9" imgW="876240" imgH="444240" progId="Equation.DSMT4">
                  <p:embed/>
                </p:oleObj>
              </mc:Choice>
              <mc:Fallback>
                <p:oleObj name="Equation" r:id="rId9" imgW="876240" imgH="4442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6788" y="228600"/>
                        <a:ext cx="2235200" cy="1135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1137674"/>
              </p:ext>
            </p:extLst>
          </p:nvPr>
        </p:nvGraphicFramePr>
        <p:xfrm>
          <a:off x="4603750" y="196850"/>
          <a:ext cx="2170113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79" name="Equation" r:id="rId11" imgW="850680" imgH="469800" progId="Equation.DSMT4">
                  <p:embed/>
                </p:oleObj>
              </mc:Choice>
              <mc:Fallback>
                <p:oleObj name="Equation" r:id="rId11" imgW="850680" imgH="4698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3750" y="196850"/>
                        <a:ext cx="2170113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656405"/>
              </p:ext>
            </p:extLst>
          </p:nvPr>
        </p:nvGraphicFramePr>
        <p:xfrm>
          <a:off x="2054225" y="2554875"/>
          <a:ext cx="76517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80" name="Equation" r:id="rId13" imgW="330120" imgH="203040" progId="Equation.DSMT4">
                  <p:embed/>
                </p:oleObj>
              </mc:Choice>
              <mc:Fallback>
                <p:oleObj name="Equation" r:id="rId13" imgW="330120" imgH="2030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4225" y="2554875"/>
                        <a:ext cx="765175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3152869"/>
              </p:ext>
            </p:extLst>
          </p:nvPr>
        </p:nvGraphicFramePr>
        <p:xfrm>
          <a:off x="5410200" y="2209800"/>
          <a:ext cx="1795463" cy="1331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81" name="Equation" r:id="rId15" imgW="787320" imgH="583920" progId="Equation.DSMT4">
                  <p:embed/>
                </p:oleObj>
              </mc:Choice>
              <mc:Fallback>
                <p:oleObj name="Equation" r:id="rId15" imgW="787320" imgH="58392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209800"/>
                        <a:ext cx="1795463" cy="1331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3346825"/>
              </p:ext>
            </p:extLst>
          </p:nvPr>
        </p:nvGraphicFramePr>
        <p:xfrm>
          <a:off x="7239000" y="2438400"/>
          <a:ext cx="92551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82" name="Equation" r:id="rId17" imgW="406080" imgH="203040" progId="Equation.DSMT4">
                  <p:embed/>
                </p:oleObj>
              </mc:Choice>
              <mc:Fallback>
                <p:oleObj name="Equation" r:id="rId17" imgW="406080" imgH="2030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2438400"/>
                        <a:ext cx="925513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8392736"/>
              </p:ext>
            </p:extLst>
          </p:nvPr>
        </p:nvGraphicFramePr>
        <p:xfrm>
          <a:off x="304800" y="4114800"/>
          <a:ext cx="4652962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83" name="Equation" r:id="rId19" imgW="2006280" imgH="482400" progId="Equation.DSMT4">
                  <p:embed/>
                </p:oleObj>
              </mc:Choice>
              <mc:Fallback>
                <p:oleObj name="Equation" r:id="rId19" imgW="2006280" imgH="482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114800"/>
                        <a:ext cx="4652962" cy="112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5288085"/>
              </p:ext>
            </p:extLst>
          </p:nvPr>
        </p:nvGraphicFramePr>
        <p:xfrm>
          <a:off x="4876800" y="4267200"/>
          <a:ext cx="954087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84" name="Equation" r:id="rId21" imgW="419040" imgH="393480" progId="Equation.DSMT4">
                  <p:embed/>
                </p:oleObj>
              </mc:Choice>
              <mc:Fallback>
                <p:oleObj name="Equation" r:id="rId21" imgW="419040" imgH="3934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267200"/>
                        <a:ext cx="954087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7587098"/>
              </p:ext>
            </p:extLst>
          </p:nvPr>
        </p:nvGraphicFramePr>
        <p:xfrm>
          <a:off x="2438400" y="2274887"/>
          <a:ext cx="1473200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85" name="Equation" r:id="rId23" imgW="634680" imgH="431640" progId="Equation.DSMT4">
                  <p:embed/>
                </p:oleObj>
              </mc:Choice>
              <mc:Fallback>
                <p:oleObj name="Equation" r:id="rId23" imgW="634680" imgH="4316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274887"/>
                        <a:ext cx="1473200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50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50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/>
          <p:cNvSpPr/>
          <p:nvPr/>
        </p:nvSpPr>
        <p:spPr>
          <a:xfrm>
            <a:off x="5091346" y="1917576"/>
            <a:ext cx="1721528" cy="123769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8251034"/>
              </p:ext>
            </p:extLst>
          </p:nvPr>
        </p:nvGraphicFramePr>
        <p:xfrm>
          <a:off x="364255" y="304800"/>
          <a:ext cx="1722438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74" name="Equation" r:id="rId3" imgW="838080" imgH="457200" progId="Equation.DSMT4">
                  <p:embed/>
                </p:oleObj>
              </mc:Choice>
              <mc:Fallback>
                <p:oleObj name="Equation" r:id="rId3" imgW="8380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255" y="304800"/>
                        <a:ext cx="1722438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6386987"/>
              </p:ext>
            </p:extLst>
          </p:nvPr>
        </p:nvGraphicFramePr>
        <p:xfrm>
          <a:off x="4876800" y="237288"/>
          <a:ext cx="2057400" cy="10721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75" name="Equation" r:id="rId5" imgW="901440" imgH="469800" progId="Equation.DSMT4">
                  <p:embed/>
                </p:oleObj>
              </mc:Choice>
              <mc:Fallback>
                <p:oleObj name="Equation" r:id="rId5" imgW="9014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37288"/>
                        <a:ext cx="2057400" cy="10721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3196735"/>
              </p:ext>
            </p:extLst>
          </p:nvPr>
        </p:nvGraphicFramePr>
        <p:xfrm>
          <a:off x="2582862" y="2344444"/>
          <a:ext cx="465138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76" name="Equation" r:id="rId7" imgW="203040" imgH="177480" progId="Equation.DSMT4">
                  <p:embed/>
                </p:oleObj>
              </mc:Choice>
              <mc:Fallback>
                <p:oleObj name="Equation" r:id="rId7" imgW="2030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862" y="2344444"/>
                        <a:ext cx="465138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0237603"/>
              </p:ext>
            </p:extLst>
          </p:nvPr>
        </p:nvGraphicFramePr>
        <p:xfrm>
          <a:off x="6781800" y="2136008"/>
          <a:ext cx="1371600" cy="1221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77" name="Equation" r:id="rId9" imgW="698400" imgH="622080" progId="Equation.DSMT4">
                  <p:embed/>
                </p:oleObj>
              </mc:Choice>
              <mc:Fallback>
                <p:oleObj name="Equation" r:id="rId9" imgW="698400" imgH="622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2136008"/>
                        <a:ext cx="1371600" cy="12219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7731474"/>
              </p:ext>
            </p:extLst>
          </p:nvPr>
        </p:nvGraphicFramePr>
        <p:xfrm>
          <a:off x="8205787" y="2057400"/>
          <a:ext cx="938213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78" name="Equation" r:id="rId11" imgW="406080" imgH="393480" progId="Equation.DSMT4">
                  <p:embed/>
                </p:oleObj>
              </mc:Choice>
              <mc:Fallback>
                <p:oleObj name="Equation" r:id="rId11" imgW="4060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5787" y="2057400"/>
                        <a:ext cx="938213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021007"/>
              </p:ext>
            </p:extLst>
          </p:nvPr>
        </p:nvGraphicFramePr>
        <p:xfrm>
          <a:off x="228600" y="4343400"/>
          <a:ext cx="5362575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79" name="Equation" r:id="rId13" imgW="2349360" imgH="482400" progId="Equation.DSMT4">
                  <p:embed/>
                </p:oleObj>
              </mc:Choice>
              <mc:Fallback>
                <p:oleObj name="Equation" r:id="rId13" imgW="23493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343400"/>
                        <a:ext cx="5362575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2477657"/>
              </p:ext>
            </p:extLst>
          </p:nvPr>
        </p:nvGraphicFramePr>
        <p:xfrm>
          <a:off x="2190750" y="304800"/>
          <a:ext cx="260985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80" name="Equation" r:id="rId15" imgW="1269720" imgH="457200" progId="Equation.DSMT4">
                  <p:embed/>
                </p:oleObj>
              </mc:Choice>
              <mc:Fallback>
                <p:oleObj name="Equation" r:id="rId15" imgW="1269720" imgH="457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0" y="304800"/>
                        <a:ext cx="260985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2918934"/>
              </p:ext>
            </p:extLst>
          </p:nvPr>
        </p:nvGraphicFramePr>
        <p:xfrm>
          <a:off x="311150" y="1974850"/>
          <a:ext cx="220345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81" name="Equation" r:id="rId17" imgW="965160" imgH="469800" progId="Equation.DSMT4">
                  <p:embed/>
                </p:oleObj>
              </mc:Choice>
              <mc:Fallback>
                <p:oleObj name="Equation" r:id="rId17" imgW="965160" imgH="4698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150" y="1974850"/>
                        <a:ext cx="2203450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1405481"/>
              </p:ext>
            </p:extLst>
          </p:nvPr>
        </p:nvGraphicFramePr>
        <p:xfrm>
          <a:off x="2997200" y="2057400"/>
          <a:ext cx="1681163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82" name="Equation" r:id="rId19" imgW="736560" imgH="431640" progId="Equation.DSMT4">
                  <p:embed/>
                </p:oleObj>
              </mc:Choice>
              <mc:Fallback>
                <p:oleObj name="Equation" r:id="rId19" imgW="736560" imgH="43164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7200" y="2057400"/>
                        <a:ext cx="1681163" cy="98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6181519"/>
              </p:ext>
            </p:extLst>
          </p:nvPr>
        </p:nvGraphicFramePr>
        <p:xfrm>
          <a:off x="4683125" y="1981200"/>
          <a:ext cx="2174875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83" name="Equation" r:id="rId21" imgW="952200" imgH="469800" progId="Equation.DSMT4">
                  <p:embed/>
                </p:oleObj>
              </mc:Choice>
              <mc:Fallback>
                <p:oleObj name="Equation" r:id="rId21" imgW="952200" imgH="4698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25" y="1981200"/>
                        <a:ext cx="2174875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7641846"/>
              </p:ext>
            </p:extLst>
          </p:nvPr>
        </p:nvGraphicFramePr>
        <p:xfrm>
          <a:off x="5715000" y="4495800"/>
          <a:ext cx="782637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84" name="Equation" r:id="rId23" imgW="342720" imgH="393480" progId="Equation.DSMT4">
                  <p:embed/>
                </p:oleObj>
              </mc:Choice>
              <mc:Fallback>
                <p:oleObj name="Equation" r:id="rId23" imgW="342720" imgH="39348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495800"/>
                        <a:ext cx="782637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54786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50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50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50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50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50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50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5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50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50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5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50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50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5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6590759"/>
              </p:ext>
            </p:extLst>
          </p:nvPr>
        </p:nvGraphicFramePr>
        <p:xfrm>
          <a:off x="609600" y="381000"/>
          <a:ext cx="1682750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53" name="Equation" r:id="rId3" imgW="723600" imgH="482400" progId="Equation.DSMT4">
                  <p:embed/>
                </p:oleObj>
              </mc:Choice>
              <mc:Fallback>
                <p:oleObj name="Equation" r:id="rId3" imgW="723600" imgH="4824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81000"/>
                        <a:ext cx="1682750" cy="1120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1685781"/>
              </p:ext>
            </p:extLst>
          </p:nvPr>
        </p:nvGraphicFramePr>
        <p:xfrm>
          <a:off x="2514600" y="381000"/>
          <a:ext cx="1827255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54" name="Equation" r:id="rId5" imgW="799920" imgH="469800" progId="Equation.DSMT4">
                  <p:embed/>
                </p:oleObj>
              </mc:Choice>
              <mc:Fallback>
                <p:oleObj name="Equation" r:id="rId5" imgW="799920" imgH="46980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81000"/>
                        <a:ext cx="1827255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486400" y="819717"/>
            <a:ext cx="1279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Diverges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6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6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3278080" y="304800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Telescoping Series</a:t>
            </a:r>
          </a:p>
        </p:txBody>
      </p:sp>
      <p:graphicFrame>
        <p:nvGraphicFramePr>
          <p:cNvPr id="4609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6785677"/>
              </p:ext>
            </p:extLst>
          </p:nvPr>
        </p:nvGraphicFramePr>
        <p:xfrm>
          <a:off x="231775" y="1128713"/>
          <a:ext cx="1801813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52" name="Equation" r:id="rId3" imgW="774360" imgH="444240" progId="Equation.DSMT4">
                  <p:embed/>
                </p:oleObj>
              </mc:Choice>
              <mc:Fallback>
                <p:oleObj name="Equation" r:id="rId3" imgW="7743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775" y="1128713"/>
                        <a:ext cx="1801813" cy="1033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060489" y="1524000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Use Partial </a:t>
            </a: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F</a:t>
            </a:r>
            <a:r>
              <a:rPr lang="en-US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ractions</a:t>
            </a:r>
          </a:p>
        </p:txBody>
      </p:sp>
      <p:graphicFrame>
        <p:nvGraphicFramePr>
          <p:cNvPr id="4609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0647488"/>
              </p:ext>
            </p:extLst>
          </p:nvPr>
        </p:nvGraphicFramePr>
        <p:xfrm>
          <a:off x="2133600" y="1219200"/>
          <a:ext cx="2894012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53" name="Equation" r:id="rId5" imgW="1244520" imgH="431640" progId="Equation.DSMT4">
                  <p:embed/>
                </p:oleObj>
              </mc:Choice>
              <mc:Fallback>
                <p:oleObj name="Equation" r:id="rId5" imgW="12445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219200"/>
                        <a:ext cx="2894012" cy="1003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3744477"/>
              </p:ext>
            </p:extLst>
          </p:nvPr>
        </p:nvGraphicFramePr>
        <p:xfrm>
          <a:off x="76200" y="3200400"/>
          <a:ext cx="738188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54" name="Equation" r:id="rId7" imgW="317160" imgH="228600" progId="Equation.DSMT4">
                  <p:embed/>
                </p:oleObj>
              </mc:Choice>
              <mc:Fallback>
                <p:oleObj name="Equation" r:id="rId7" imgW="317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3200400"/>
                        <a:ext cx="738188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1261976"/>
              </p:ext>
            </p:extLst>
          </p:nvPr>
        </p:nvGraphicFramePr>
        <p:xfrm>
          <a:off x="1832269" y="2971800"/>
          <a:ext cx="1508125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55" name="Equation" r:id="rId9" imgW="647640" imgH="431640" progId="Equation.DSMT4">
                  <p:embed/>
                </p:oleObj>
              </mc:Choice>
              <mc:Fallback>
                <p:oleObj name="Equation" r:id="rId9" imgW="647640" imgH="43164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2269" y="2971800"/>
                        <a:ext cx="1508125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6257110"/>
              </p:ext>
            </p:extLst>
          </p:nvPr>
        </p:nvGraphicFramePr>
        <p:xfrm>
          <a:off x="752475" y="2971800"/>
          <a:ext cx="1152525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56" name="Equation" r:id="rId11" imgW="495000" imgH="431640" progId="Equation.DSMT4">
                  <p:embed/>
                </p:oleObj>
              </mc:Choice>
              <mc:Fallback>
                <p:oleObj name="Equation" r:id="rId11" imgW="495000" imgH="43164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" y="2971800"/>
                        <a:ext cx="1152525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6013387"/>
              </p:ext>
            </p:extLst>
          </p:nvPr>
        </p:nvGraphicFramePr>
        <p:xfrm>
          <a:off x="4800600" y="2971800"/>
          <a:ext cx="2420938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57" name="Equation" r:id="rId13" imgW="1041120" imgH="431640" progId="Equation.DSMT4">
                  <p:embed/>
                </p:oleObj>
              </mc:Choice>
              <mc:Fallback>
                <p:oleObj name="Equation" r:id="rId13" imgW="1041120" imgH="43164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971800"/>
                        <a:ext cx="2420938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6255705"/>
              </p:ext>
            </p:extLst>
          </p:nvPr>
        </p:nvGraphicFramePr>
        <p:xfrm>
          <a:off x="7239000" y="2971800"/>
          <a:ext cx="14763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58" name="Equation" r:id="rId15" imgW="634680" imgH="393480" progId="Equation.DSMT4">
                  <p:embed/>
                </p:oleObj>
              </mc:Choice>
              <mc:Fallback>
                <p:oleObj name="Equation" r:id="rId15" imgW="634680" imgH="39348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2971800"/>
                        <a:ext cx="147637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2192417"/>
              </p:ext>
            </p:extLst>
          </p:nvPr>
        </p:nvGraphicFramePr>
        <p:xfrm>
          <a:off x="3283537" y="2971800"/>
          <a:ext cx="1508125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59" name="Equation" r:id="rId17" imgW="647640" imgH="431640" progId="Equation.DSMT4">
                  <p:embed/>
                </p:oleObj>
              </mc:Choice>
              <mc:Fallback>
                <p:oleObj name="Equation" r:id="rId17" imgW="647640" imgH="4316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3537" y="2971800"/>
                        <a:ext cx="1508125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8107158"/>
              </p:ext>
            </p:extLst>
          </p:nvPr>
        </p:nvGraphicFramePr>
        <p:xfrm>
          <a:off x="2057400" y="5029200"/>
          <a:ext cx="1330325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60" name="Equation" r:id="rId19" imgW="571320" imgH="279360" progId="Equation.DSMT4">
                  <p:embed/>
                </p:oleObj>
              </mc:Choice>
              <mc:Fallback>
                <p:oleObj name="Equation" r:id="rId19" imgW="571320" imgH="2793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029200"/>
                        <a:ext cx="1330325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2395810"/>
              </p:ext>
            </p:extLst>
          </p:nvPr>
        </p:nvGraphicFramePr>
        <p:xfrm>
          <a:off x="0" y="4800600"/>
          <a:ext cx="1801813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61" name="Equation" r:id="rId21" imgW="774360" imgH="444240" progId="Equation.DSMT4">
                  <p:embed/>
                </p:oleObj>
              </mc:Choice>
              <mc:Fallback>
                <p:oleObj name="Equation" r:id="rId21" imgW="774360" imgH="4442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800600"/>
                        <a:ext cx="1801813" cy="1033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2142923"/>
              </p:ext>
            </p:extLst>
          </p:nvPr>
        </p:nvGraphicFramePr>
        <p:xfrm>
          <a:off x="5705682" y="5105400"/>
          <a:ext cx="709613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62" name="Equation" r:id="rId23" imgW="304560" imgH="203040" progId="Equation.DSMT4">
                  <p:embed/>
                </p:oleObj>
              </mc:Choice>
              <mc:Fallback>
                <p:oleObj name="Equation" r:id="rId23" imgW="304560" imgH="2030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5682" y="5105400"/>
                        <a:ext cx="709613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9765109"/>
              </p:ext>
            </p:extLst>
          </p:nvPr>
        </p:nvGraphicFramePr>
        <p:xfrm>
          <a:off x="3429000" y="4876800"/>
          <a:ext cx="24225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63" name="Equation" r:id="rId25" imgW="1041120" imgH="393480" progId="Equation.DSMT4">
                  <p:embed/>
                </p:oleObj>
              </mc:Choice>
              <mc:Fallback>
                <p:oleObj name="Equation" r:id="rId25" imgW="1041120" imgH="3934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876800"/>
                        <a:ext cx="242252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168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0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0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60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60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60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60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6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">
  <a:themeElements>
    <a:clrScheme name="Custom 1">
      <a:dk1>
        <a:sysClr val="windowText" lastClr="000000"/>
      </a:dk1>
      <a:lt1>
        <a:sysClr val="window" lastClr="FFFFFF"/>
      </a:lt1>
      <a:dk2>
        <a:srgbClr val="00000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1332</TotalTime>
  <Words>74</Words>
  <Application>Microsoft Office PowerPoint</Application>
  <PresentationFormat>On-screen Show (4:3)</PresentationFormat>
  <Paragraphs>27</Paragraphs>
  <Slides>14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theme</vt:lpstr>
      <vt:lpstr>Equation</vt:lpstr>
      <vt:lpstr>MathType 6.0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211</dc:creator>
  <cp:lastModifiedBy>Williams</cp:lastModifiedBy>
  <cp:revision>394</cp:revision>
  <dcterms:created xsi:type="dcterms:W3CDTF">2006-08-16T00:00:00Z</dcterms:created>
  <dcterms:modified xsi:type="dcterms:W3CDTF">2011-03-09T06:22:01Z</dcterms:modified>
</cp:coreProperties>
</file>