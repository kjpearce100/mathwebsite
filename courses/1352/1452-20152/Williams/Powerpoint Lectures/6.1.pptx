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8" r:id="rId3"/>
    <p:sldId id="259" r:id="rId4"/>
    <p:sldId id="260" r:id="rId5"/>
    <p:sldId id="261" r:id="rId6"/>
    <p:sldId id="263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9" d="100"/>
          <a:sy n="159" d="100"/>
        </p:scale>
        <p:origin x="-215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4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4" Type="http://schemas.openxmlformats.org/officeDocument/2006/relationships/image" Target="../media/image2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1.wmf"/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5" Type="http://schemas.openxmlformats.org/officeDocument/2006/relationships/image" Target="../media/image30.wmf"/><Relationship Id="rId4" Type="http://schemas.openxmlformats.org/officeDocument/2006/relationships/image" Target="../media/image29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1/13/2014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1/13/2014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1/13/2014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1/13/2014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1/13/2014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1/13/2014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1/13/2014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12.bin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12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11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13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5.wmf"/><Relationship Id="rId11" Type="http://schemas.openxmlformats.org/officeDocument/2006/relationships/image" Target="../media/image17.wmf"/><Relationship Id="rId5" Type="http://schemas.openxmlformats.org/officeDocument/2006/relationships/oleObject" Target="../embeddings/oleObject14.bin"/><Relationship Id="rId10" Type="http://schemas.openxmlformats.org/officeDocument/2006/relationships/oleObject" Target="../embeddings/oleObject16.bin"/><Relationship Id="rId4" Type="http://schemas.openxmlformats.org/officeDocument/2006/relationships/image" Target="../media/image14.wmf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3" Type="http://schemas.openxmlformats.org/officeDocument/2006/relationships/oleObject" Target="../embeddings/oleObject17.bin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wmf"/><Relationship Id="rId11" Type="http://schemas.openxmlformats.org/officeDocument/2006/relationships/image" Target="../media/image22.wmf"/><Relationship Id="rId5" Type="http://schemas.openxmlformats.org/officeDocument/2006/relationships/oleObject" Target="../embeddings/oleObject18.bin"/><Relationship Id="rId10" Type="http://schemas.openxmlformats.org/officeDocument/2006/relationships/oleObject" Target="../embeddings/oleObject20.bin"/><Relationship Id="rId4" Type="http://schemas.openxmlformats.org/officeDocument/2006/relationships/image" Target="../media/image19.wmf"/><Relationship Id="rId9" Type="http://schemas.openxmlformats.org/officeDocument/2006/relationships/image" Target="../media/image21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.bin"/><Relationship Id="rId3" Type="http://schemas.openxmlformats.org/officeDocument/2006/relationships/oleObject" Target="../embeddings/oleObject21.bin"/><Relationship Id="rId7" Type="http://schemas.openxmlformats.org/officeDocument/2006/relationships/image" Target="../media/image2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5.png"/><Relationship Id="rId4" Type="http://schemas.openxmlformats.org/officeDocument/2006/relationships/image" Target="../media/image19.wmf"/><Relationship Id="rId9" Type="http://schemas.openxmlformats.org/officeDocument/2006/relationships/image" Target="../media/image24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30.wmf"/><Relationship Id="rId3" Type="http://schemas.openxmlformats.org/officeDocument/2006/relationships/oleObject" Target="../embeddings/oleObject24.bin"/><Relationship Id="rId7" Type="http://schemas.openxmlformats.org/officeDocument/2006/relationships/image" Target="../media/image31.png"/><Relationship Id="rId12" Type="http://schemas.openxmlformats.org/officeDocument/2006/relationships/oleObject" Target="../embeddings/oleObject2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7.wmf"/><Relationship Id="rId11" Type="http://schemas.openxmlformats.org/officeDocument/2006/relationships/image" Target="../media/image29.wmf"/><Relationship Id="rId5" Type="http://schemas.openxmlformats.org/officeDocument/2006/relationships/oleObject" Target="../embeddings/oleObject25.bin"/><Relationship Id="rId10" Type="http://schemas.openxmlformats.org/officeDocument/2006/relationships/oleObject" Target="../embeddings/oleObject27.bin"/><Relationship Id="rId4" Type="http://schemas.openxmlformats.org/officeDocument/2006/relationships/image" Target="../media/image26.wmf"/><Relationship Id="rId9" Type="http://schemas.openxmlformats.org/officeDocument/2006/relationships/image" Target="../media/image28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10821" y="3057832"/>
            <a:ext cx="901843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Section </a:t>
            </a:r>
            <a:r>
              <a:rPr lang="en-US" sz="4400" b="1" dirty="0">
                <a:latin typeface="Calibri" pitchFamily="34" charset="0"/>
                <a:cs typeface="Calibri" pitchFamily="34" charset="0"/>
              </a:rPr>
              <a:t>6.1: Area between two curves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4" name="Object 16"/>
          <p:cNvGraphicFramePr>
            <a:graphicFrameLocks noChangeAspect="1"/>
          </p:cNvGraphicFramePr>
          <p:nvPr/>
        </p:nvGraphicFramePr>
        <p:xfrm>
          <a:off x="177800" y="0"/>
          <a:ext cx="59944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" name="Equation" r:id="rId3" imgW="2997200" imgH="469900" progId="Equation.DSMT4">
                  <p:embed/>
                </p:oleObj>
              </mc:Choice>
              <mc:Fallback>
                <p:oleObj name="Equation" r:id="rId3" imgW="2997200" imgH="469900" progId="Equation.DSMT4">
                  <p:embed/>
                  <p:pic>
                    <p:nvPicPr>
                      <p:cNvPr id="0" name="Picture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" y="0"/>
                        <a:ext cx="5994400" cy="939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7" name="Object 19"/>
          <p:cNvGraphicFramePr>
            <a:graphicFrameLocks noChangeAspect="1"/>
          </p:cNvGraphicFramePr>
          <p:nvPr/>
        </p:nvGraphicFramePr>
        <p:xfrm>
          <a:off x="228600" y="2667000"/>
          <a:ext cx="5537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" name="Equation" r:id="rId5" imgW="2768400" imgH="482400" progId="Equation.DSMT4">
                  <p:embed/>
                </p:oleObj>
              </mc:Choice>
              <mc:Fallback>
                <p:oleObj name="Equation" r:id="rId5" imgW="2768400" imgH="482400" progId="Equation.DSMT4">
                  <p:embed/>
                  <p:pic>
                    <p:nvPicPr>
                      <p:cNvPr id="0" name="Picture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667000"/>
                        <a:ext cx="5537200" cy="965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9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577822"/>
              </p:ext>
            </p:extLst>
          </p:nvPr>
        </p:nvGraphicFramePr>
        <p:xfrm>
          <a:off x="4432300" y="3733800"/>
          <a:ext cx="1828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" name="Equation" r:id="rId7" imgW="914400" imgH="431640" progId="Equation.DSMT4">
                  <p:embed/>
                </p:oleObj>
              </mc:Choice>
              <mc:Fallback>
                <p:oleObj name="Equation" r:id="rId7" imgW="914400" imgH="431640" progId="Equation.DSMT4">
                  <p:embed/>
                  <p:pic>
                    <p:nvPicPr>
                      <p:cNvPr id="0" name="Picture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2300" y="3733800"/>
                        <a:ext cx="18288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3774719"/>
              </p:ext>
            </p:extLst>
          </p:nvPr>
        </p:nvGraphicFramePr>
        <p:xfrm>
          <a:off x="3175000" y="5334000"/>
          <a:ext cx="45212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" name="Equation" r:id="rId9" imgW="2260440" imgH="533160" progId="Equation.DSMT4">
                  <p:embed/>
                </p:oleObj>
              </mc:Choice>
              <mc:Fallback>
                <p:oleObj name="Equation" r:id="rId9" imgW="2260440" imgH="533160" progId="Equation.DSMT4">
                  <p:embed/>
                  <p:pic>
                    <p:nvPicPr>
                      <p:cNvPr id="0" name="Picture 1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5000" y="5334000"/>
                        <a:ext cx="4521200" cy="1066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4" name="Group 43"/>
          <p:cNvGrpSpPr/>
          <p:nvPr/>
        </p:nvGrpSpPr>
        <p:grpSpPr>
          <a:xfrm>
            <a:off x="5715000" y="1676400"/>
            <a:ext cx="2436812" cy="1828800"/>
            <a:chOff x="5945188" y="1295400"/>
            <a:chExt cx="2436812" cy="1828800"/>
          </a:xfrm>
          <a:effectLst>
            <a:glow rad="63500">
              <a:schemeClr val="accent5">
                <a:satMod val="175000"/>
                <a:alpha val="40000"/>
              </a:schemeClr>
            </a:glow>
          </a:effectLst>
          <a:scene3d>
            <a:camera prst="perspectiveHeroicExtremeLeftFacing"/>
            <a:lightRig rig="threePt" dir="t"/>
          </a:scene3d>
        </p:grpSpPr>
        <p:cxnSp>
          <p:nvCxnSpPr>
            <p:cNvPr id="14" name="Straight Connector 13"/>
            <p:cNvCxnSpPr/>
            <p:nvPr/>
          </p:nvCxnSpPr>
          <p:spPr>
            <a:xfrm rot="5400000">
              <a:off x="6249194" y="2132806"/>
              <a:ext cx="16764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945188" y="2438400"/>
              <a:ext cx="2436812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Arc 18"/>
            <p:cNvSpPr/>
            <p:nvPr/>
          </p:nvSpPr>
          <p:spPr>
            <a:xfrm>
              <a:off x="6172200" y="1828800"/>
              <a:ext cx="1828800" cy="1295400"/>
            </a:xfrm>
            <a:prstGeom prst="arc">
              <a:avLst>
                <a:gd name="adj1" fmla="val 10532978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/>
            <p:cNvCxnSpPr/>
            <p:nvPr/>
          </p:nvCxnSpPr>
          <p:spPr>
            <a:xfrm rot="5400000">
              <a:off x="6248400" y="2133600"/>
              <a:ext cx="45720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rot="5400000">
              <a:off x="6400800" y="2133600"/>
              <a:ext cx="45720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rot="5400000">
              <a:off x="6604000" y="2184400"/>
              <a:ext cx="381000" cy="127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 rot="5400000">
              <a:off x="6773653" y="2184400"/>
              <a:ext cx="381000" cy="127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rot="5400000">
              <a:off x="6934200" y="2209800"/>
              <a:ext cx="457200" cy="152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rot="5400000">
              <a:off x="7188200" y="2235200"/>
              <a:ext cx="304800" cy="1016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rot="5400000">
              <a:off x="7391400" y="2286000"/>
              <a:ext cx="228600" cy="762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rot="5400000">
              <a:off x="7594600" y="2336800"/>
              <a:ext cx="152400" cy="50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/>
          <p:cNvGrpSpPr/>
          <p:nvPr/>
        </p:nvGrpSpPr>
        <p:grpSpPr>
          <a:xfrm>
            <a:off x="990600" y="4267200"/>
            <a:ext cx="2590800" cy="1371600"/>
            <a:chOff x="990600" y="4267200"/>
            <a:chExt cx="2590800" cy="1371600"/>
          </a:xfrm>
          <a:effectLst>
            <a:glow rad="63500">
              <a:schemeClr val="accent5">
                <a:satMod val="175000"/>
                <a:alpha val="40000"/>
              </a:schemeClr>
            </a:glow>
          </a:effectLst>
          <a:scene3d>
            <a:camera prst="isometricOffAxis2Left"/>
            <a:lightRig rig="threePt" dir="t"/>
          </a:scene3d>
        </p:grpSpPr>
        <p:cxnSp>
          <p:nvCxnSpPr>
            <p:cNvPr id="46" name="Straight Connector 45"/>
            <p:cNvCxnSpPr/>
            <p:nvPr/>
          </p:nvCxnSpPr>
          <p:spPr>
            <a:xfrm>
              <a:off x="990600" y="4876800"/>
              <a:ext cx="25908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Arc 46"/>
            <p:cNvSpPr/>
            <p:nvPr/>
          </p:nvSpPr>
          <p:spPr>
            <a:xfrm>
              <a:off x="1219200" y="4267200"/>
              <a:ext cx="2057400" cy="1371600"/>
            </a:xfrm>
            <a:prstGeom prst="arc">
              <a:avLst>
                <a:gd name="adj1" fmla="val 10621114"/>
                <a:gd name="adj2" fmla="val 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1676400" y="4284453"/>
              <a:ext cx="304800" cy="6096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1371600" y="4402347"/>
              <a:ext cx="304800" cy="47445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2316075"/>
              </p:ext>
            </p:extLst>
          </p:nvPr>
        </p:nvGraphicFramePr>
        <p:xfrm>
          <a:off x="228600" y="1610659"/>
          <a:ext cx="36576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" name="Equation" r:id="rId11" imgW="1828800" imgH="469800" progId="Equation.DSMT4">
                  <p:embed/>
                </p:oleObj>
              </mc:Choice>
              <mc:Fallback>
                <p:oleObj name="Equation" r:id="rId11" imgW="1828800" imgH="4698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610659"/>
                        <a:ext cx="36576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015435"/>
              </p:ext>
            </p:extLst>
          </p:nvPr>
        </p:nvGraphicFramePr>
        <p:xfrm>
          <a:off x="228600" y="990600"/>
          <a:ext cx="58816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5" name="Equation" r:id="rId13" imgW="3136680" imgH="203040" progId="Equation.DSMT4">
                  <p:embed/>
                </p:oleObj>
              </mc:Choice>
              <mc:Fallback>
                <p:oleObj name="Equation" r:id="rId13" imgW="3136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8600" y="990600"/>
                        <a:ext cx="5881688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5097745"/>
              </p:ext>
            </p:extLst>
          </p:nvPr>
        </p:nvGraphicFramePr>
        <p:xfrm>
          <a:off x="533400" y="2362200"/>
          <a:ext cx="58928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1" name="Equation" r:id="rId3" imgW="2946240" imgH="279360" progId="Equation.DSMT4">
                  <p:embed/>
                </p:oleObj>
              </mc:Choice>
              <mc:Fallback>
                <p:oleObj name="Equation" r:id="rId3" imgW="2946240" imgH="279360" progId="Equation.DSMT4">
                  <p:embed/>
                  <p:pic>
                    <p:nvPicPr>
                      <p:cNvPr id="0" name="Picture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2362200"/>
                        <a:ext cx="5892800" cy="558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7025932"/>
              </p:ext>
            </p:extLst>
          </p:nvPr>
        </p:nvGraphicFramePr>
        <p:xfrm>
          <a:off x="38100" y="228600"/>
          <a:ext cx="5562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2" name="Equation" r:id="rId5" imgW="2781000" imgH="228600" progId="Equation.DSMT4">
                  <p:embed/>
                </p:oleObj>
              </mc:Choice>
              <mc:Fallback>
                <p:oleObj name="Equation" r:id="rId5" imgW="2781000" imgH="228600" progId="Equation.DSMT4">
                  <p:embed/>
                  <p:pic>
                    <p:nvPicPr>
                      <p:cNvPr id="0" name="Picture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" y="228600"/>
                        <a:ext cx="55626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6187709"/>
              </p:ext>
            </p:extLst>
          </p:nvPr>
        </p:nvGraphicFramePr>
        <p:xfrm>
          <a:off x="952500" y="5114925"/>
          <a:ext cx="3098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3" name="Equation" r:id="rId7" imgW="1549080" imgH="457200" progId="Equation.DSMT4">
                  <p:embed/>
                </p:oleObj>
              </mc:Choice>
              <mc:Fallback>
                <p:oleObj name="Equation" r:id="rId7" imgW="1549080" imgH="457200" progId="Equation.DSMT4">
                  <p:embed/>
                  <p:pic>
                    <p:nvPicPr>
                      <p:cNvPr id="0" name="Picture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5114925"/>
                        <a:ext cx="30988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833501"/>
              </p:ext>
            </p:extLst>
          </p:nvPr>
        </p:nvGraphicFramePr>
        <p:xfrm>
          <a:off x="228600" y="914400"/>
          <a:ext cx="49022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4" name="Equation" r:id="rId9" imgW="2450880" imgH="685800" progId="Equation.DSMT4">
                  <p:embed/>
                </p:oleObj>
              </mc:Choice>
              <mc:Fallback>
                <p:oleObj name="Equation" r:id="rId9" imgW="2450880" imgH="685800" progId="Equation.DSMT4">
                  <p:embed/>
                  <p:pic>
                    <p:nvPicPr>
                      <p:cNvPr id="0" name="Picture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914400"/>
                        <a:ext cx="4902200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338275"/>
              </p:ext>
            </p:extLst>
          </p:nvPr>
        </p:nvGraphicFramePr>
        <p:xfrm>
          <a:off x="136487" y="3048000"/>
          <a:ext cx="5791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5" name="Equation" r:id="rId11" imgW="2895600" imgH="228600" progId="Equation.DSMT4">
                  <p:embed/>
                </p:oleObj>
              </mc:Choice>
              <mc:Fallback>
                <p:oleObj name="Equation" r:id="rId11" imgW="2895600" imgH="228600" progId="Equation.DSMT4">
                  <p:embed/>
                  <p:pic>
                    <p:nvPicPr>
                      <p:cNvPr id="0" name="Picture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487" y="3048000"/>
                        <a:ext cx="5791200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396175"/>
              </p:ext>
            </p:extLst>
          </p:nvPr>
        </p:nvGraphicFramePr>
        <p:xfrm>
          <a:off x="1295400" y="3587331"/>
          <a:ext cx="2057400" cy="137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86" name="Equation" r:id="rId13" imgW="1028700" imgH="685800" progId="Equation.DSMT4">
                  <p:embed/>
                </p:oleObj>
              </mc:Choice>
              <mc:Fallback>
                <p:oleObj name="Equation" r:id="rId13" imgW="1028700" imgH="685800" progId="Equation.DSMT4">
                  <p:embed/>
                  <p:pic>
                    <p:nvPicPr>
                      <p:cNvPr id="0" name="Picture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587331"/>
                        <a:ext cx="2057400" cy="1371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Group 49"/>
          <p:cNvGrpSpPr/>
          <p:nvPr/>
        </p:nvGrpSpPr>
        <p:grpSpPr>
          <a:xfrm>
            <a:off x="5753100" y="4038600"/>
            <a:ext cx="3124200" cy="2438400"/>
            <a:chOff x="4724400" y="3623094"/>
            <a:chExt cx="3124200" cy="2438400"/>
          </a:xfrm>
          <a:effectLst>
            <a:glow rad="63500">
              <a:schemeClr val="accent5">
                <a:satMod val="175000"/>
                <a:alpha val="40000"/>
              </a:schemeClr>
            </a:glow>
          </a:effectLst>
          <a:scene3d>
            <a:camera prst="isometricOffAxis2Left"/>
            <a:lightRig rig="threePt" dir="t"/>
          </a:scene3d>
        </p:grpSpPr>
        <p:cxnSp>
          <p:nvCxnSpPr>
            <p:cNvPr id="34" name="Straight Connector 33"/>
            <p:cNvCxnSpPr/>
            <p:nvPr/>
          </p:nvCxnSpPr>
          <p:spPr>
            <a:xfrm rot="5400000">
              <a:off x="5182394" y="4799806"/>
              <a:ext cx="2133600" cy="15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4724400" y="4874555"/>
              <a:ext cx="3124200" cy="224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4876800" y="3623094"/>
              <a:ext cx="2590800" cy="24384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Arc 43"/>
            <p:cNvSpPr/>
            <p:nvPr/>
          </p:nvSpPr>
          <p:spPr>
            <a:xfrm rot="2286532">
              <a:off x="4990424" y="3947031"/>
              <a:ext cx="1931676" cy="1447210"/>
            </a:xfrm>
            <a:prstGeom prst="arc">
              <a:avLst>
                <a:gd name="adj1" fmla="val 10899921"/>
                <a:gd name="adj2" fmla="val 302796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366294" y="4191000"/>
              <a:ext cx="152400" cy="914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6" name="Object 18"/>
          <p:cNvGraphicFramePr>
            <a:graphicFrameLocks noChangeAspect="1"/>
          </p:cNvGraphicFramePr>
          <p:nvPr/>
        </p:nvGraphicFramePr>
        <p:xfrm>
          <a:off x="4051300" y="2209800"/>
          <a:ext cx="42926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6" name="Equation" r:id="rId3" imgW="2146300" imgH="431800" progId="Equation.DSMT4">
                  <p:embed/>
                </p:oleObj>
              </mc:Choice>
              <mc:Fallback>
                <p:oleObj name="Equation" r:id="rId3" imgW="2146300" imgH="431800" progId="Equation.DSMT4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2209800"/>
                        <a:ext cx="42926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5556462"/>
              </p:ext>
            </p:extLst>
          </p:nvPr>
        </p:nvGraphicFramePr>
        <p:xfrm>
          <a:off x="101600" y="304800"/>
          <a:ext cx="759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7" name="Equation" r:id="rId5" imgW="3797280" imgH="203040" progId="Equation.DSMT4">
                  <p:embed/>
                </p:oleObj>
              </mc:Choice>
              <mc:Fallback>
                <p:oleObj name="Equation" r:id="rId5" imgW="3797280" imgH="203040" progId="Equation.DSMT4">
                  <p:embed/>
                  <p:pic>
                    <p:nvPicPr>
                      <p:cNvPr id="0" name="Picture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600" y="304800"/>
                        <a:ext cx="7594600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73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1771310"/>
              </p:ext>
            </p:extLst>
          </p:nvPr>
        </p:nvGraphicFramePr>
        <p:xfrm>
          <a:off x="647700" y="3276600"/>
          <a:ext cx="5003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8" name="Equation" r:id="rId7" imgW="2501640" imgH="431640" progId="Equation.DSMT4">
                  <p:embed/>
                </p:oleObj>
              </mc:Choice>
              <mc:Fallback>
                <p:oleObj name="Equation" r:id="rId7" imgW="2501640" imgH="431640" progId="Equation.DSMT4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" y="3276600"/>
                        <a:ext cx="50038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" name="Group 18"/>
          <p:cNvGrpSpPr/>
          <p:nvPr/>
        </p:nvGrpSpPr>
        <p:grpSpPr>
          <a:xfrm>
            <a:off x="762000" y="1066800"/>
            <a:ext cx="2975548" cy="1543050"/>
            <a:chOff x="838200" y="1143000"/>
            <a:chExt cx="2975548" cy="1543050"/>
          </a:xfrm>
        </p:grpSpPr>
        <p:pic>
          <p:nvPicPr>
            <p:cNvPr id="20488" name="Picture 8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838200" y="1143000"/>
              <a:ext cx="2946973" cy="1543050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18" name="TextBox 17"/>
            <p:cNvSpPr txBox="1"/>
            <p:nvPr/>
          </p:nvSpPr>
          <p:spPr>
            <a:xfrm>
              <a:off x="871917" y="1992868"/>
              <a:ext cx="29418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0               </a:t>
              </a:r>
              <a:r>
                <a:rPr lang="el-GR" dirty="0" smtClean="0"/>
                <a:t>Π</a:t>
              </a:r>
              <a:r>
                <a:rPr lang="en-US" dirty="0" smtClean="0"/>
                <a:t>                  2</a:t>
              </a:r>
              <a:r>
                <a:rPr lang="el-GR" dirty="0" smtClean="0"/>
                <a:t>Π</a:t>
              </a:r>
              <a:endParaRPr lang="en-US" dirty="0"/>
            </a:p>
          </p:txBody>
        </p:sp>
      </p:grpSp>
      <p:graphicFrame>
        <p:nvGraphicFramePr>
          <p:cNvPr id="204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842141"/>
              </p:ext>
            </p:extLst>
          </p:nvPr>
        </p:nvGraphicFramePr>
        <p:xfrm>
          <a:off x="3186113" y="4419600"/>
          <a:ext cx="5033962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9" name="Equation" r:id="rId10" imgW="1854000" imgH="469800" progId="Equation.DSMT4">
                  <p:embed/>
                </p:oleObj>
              </mc:Choice>
              <mc:Fallback>
                <p:oleObj name="Equation" r:id="rId10" imgW="1854000" imgH="469800" progId="Equation.DSMT4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6113" y="4419600"/>
                        <a:ext cx="5033962" cy="12763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685863"/>
              </p:ext>
            </p:extLst>
          </p:nvPr>
        </p:nvGraphicFramePr>
        <p:xfrm>
          <a:off x="228600" y="228600"/>
          <a:ext cx="8748889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9" name="Equation" r:id="rId3" imgW="3149280" imgH="228600" progId="Equation.DSMT4">
                  <p:embed/>
                </p:oleObj>
              </mc:Choice>
              <mc:Fallback>
                <p:oleObj name="Equation" r:id="rId3" imgW="3149280" imgH="228600" progId="Equation.DSMT4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28600"/>
                        <a:ext cx="8748889" cy="635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5026463"/>
              </p:ext>
            </p:extLst>
          </p:nvPr>
        </p:nvGraphicFramePr>
        <p:xfrm>
          <a:off x="228600" y="4751387"/>
          <a:ext cx="8709649" cy="126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0" name="Equation" r:id="rId5" imgW="3225600" imgH="469800" progId="Equation.DSMT4">
                  <p:embed/>
                </p:oleObj>
              </mc:Choice>
              <mc:Fallback>
                <p:oleObj name="Equation" r:id="rId5" imgW="3225600" imgH="469800" progId="Equation.DSMT4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4751387"/>
                        <a:ext cx="8709649" cy="12684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535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228598" y="914400"/>
            <a:ext cx="6192498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/>
          <p:cNvSpPr txBox="1"/>
          <p:nvPr/>
        </p:nvSpPr>
        <p:spPr>
          <a:xfrm>
            <a:off x="35943" y="1439615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>
                <a:latin typeface="Calibri" pitchFamily="34" charset="0"/>
                <a:cs typeface="Calibri" pitchFamily="34" charset="0"/>
              </a:rPr>
              <a:t>    </a:t>
            </a:r>
            <a:r>
              <a:rPr lang="en-US" b="1" dirty="0" smtClean="0">
                <a:latin typeface="Calibri" pitchFamily="34" charset="0"/>
                <a:cs typeface="Calibri" pitchFamily="34" charset="0"/>
              </a:rPr>
              <a:t>y</a:t>
            </a:r>
            <a:r>
              <a:rPr lang="en-US" b="1" baseline="30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b="1" dirty="0" smtClean="0">
                <a:latin typeface="Calibri" pitchFamily="34" charset="0"/>
                <a:cs typeface="Calibri" pitchFamily="34" charset="0"/>
              </a:rPr>
              <a:t> =2x+6</a:t>
            </a:r>
          </a:p>
          <a:p>
            <a:r>
              <a:rPr lang="en-US" b="1" dirty="0" smtClean="0">
                <a:latin typeface="Calibri" pitchFamily="34" charset="0"/>
                <a:cs typeface="Calibri" pitchFamily="34" charset="0"/>
              </a:rPr>
              <a:t>Or x= ½ y</a:t>
            </a:r>
            <a:r>
              <a:rPr lang="en-US" b="1" baseline="30000" dirty="0" smtClean="0">
                <a:latin typeface="Calibri" pitchFamily="34" charset="0"/>
                <a:cs typeface="Calibri" pitchFamily="34" charset="0"/>
              </a:rPr>
              <a:t>2</a:t>
            </a:r>
            <a:r>
              <a:rPr lang="en-US" b="1" dirty="0" smtClean="0">
                <a:latin typeface="Calibri" pitchFamily="34" charset="0"/>
                <a:cs typeface="Calibri" pitchFamily="34" charset="0"/>
              </a:rPr>
              <a:t> -3</a:t>
            </a:r>
            <a:endParaRPr lang="en-US" b="1" dirty="0"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050058"/>
              </p:ext>
            </p:extLst>
          </p:nvPr>
        </p:nvGraphicFramePr>
        <p:xfrm>
          <a:off x="6934200" y="914400"/>
          <a:ext cx="1955800" cy="198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1" name="Equation" r:id="rId8" imgW="863280" imgH="876240" progId="Equation.DSMT4">
                  <p:embed/>
                </p:oleObj>
              </mc:Choice>
              <mc:Fallback>
                <p:oleObj name="Equation" r:id="rId8" imgW="863280" imgH="876240" progId="Equation.DSMT4">
                  <p:embed/>
                  <p:pic>
                    <p:nvPicPr>
                      <p:cNvPr id="0" name="Picture 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914400"/>
                        <a:ext cx="1955800" cy="198456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878541"/>
              </p:ext>
            </p:extLst>
          </p:nvPr>
        </p:nvGraphicFramePr>
        <p:xfrm>
          <a:off x="5351492" y="2984500"/>
          <a:ext cx="3792508" cy="151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2" name="Equation" r:id="rId10" imgW="1688760" imgH="672840" progId="Equation.DSMT4">
                  <p:embed/>
                </p:oleObj>
              </mc:Choice>
              <mc:Fallback>
                <p:oleObj name="Equation" r:id="rId10" imgW="1688760" imgH="672840" progId="Equation.DSMT4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1492" y="2984500"/>
                        <a:ext cx="3792508" cy="15113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4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2400828"/>
              </p:ext>
            </p:extLst>
          </p:nvPr>
        </p:nvGraphicFramePr>
        <p:xfrm>
          <a:off x="228600" y="228600"/>
          <a:ext cx="8748889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3" name="Equation" r:id="rId3" imgW="3149280" imgH="228600" progId="Equation.DSMT4">
                  <p:embed/>
                </p:oleObj>
              </mc:Choice>
              <mc:Fallback>
                <p:oleObj name="Equation" r:id="rId3" imgW="31492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228600"/>
                        <a:ext cx="8748889" cy="635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380998" y="1143000"/>
            <a:ext cx="5334001" cy="4267200"/>
            <a:chOff x="304799" y="4267200"/>
            <a:chExt cx="3581401" cy="2293042"/>
          </a:xfrm>
        </p:grpSpPr>
        <p:pic>
          <p:nvPicPr>
            <p:cNvPr id="22536" name="Picture 8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04800" y="4267200"/>
              <a:ext cx="3581400" cy="22930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5" name="TextBox 14"/>
            <p:cNvSpPr txBox="1"/>
            <p:nvPr/>
          </p:nvSpPr>
          <p:spPr>
            <a:xfrm>
              <a:off x="304799" y="4892575"/>
              <a:ext cx="1447800" cy="2736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latin typeface="Calibri" pitchFamily="34" charset="0"/>
                  <a:cs typeface="Calibri" pitchFamily="34" charset="0"/>
                </a:rPr>
                <a:t>X=1/2 y</a:t>
              </a:r>
              <a:r>
                <a:rPr lang="en-US" b="1" baseline="30000" dirty="0" smtClean="0">
                  <a:latin typeface="Calibri" pitchFamily="34" charset="0"/>
                  <a:cs typeface="Calibri" pitchFamily="34" charset="0"/>
                </a:rPr>
                <a:t>2</a:t>
              </a:r>
              <a:r>
                <a:rPr lang="en-US" b="1" dirty="0" smtClean="0">
                  <a:latin typeface="Calibri" pitchFamily="34" charset="0"/>
                  <a:cs typeface="Calibri" pitchFamily="34" charset="0"/>
                </a:rPr>
                <a:t> </a:t>
              </a:r>
              <a:r>
                <a:rPr lang="en-US" sz="2000" b="1" dirty="0" smtClean="0">
                  <a:latin typeface="Calibri" pitchFamily="34" charset="0"/>
                  <a:cs typeface="Calibri" pitchFamily="34" charset="0"/>
                </a:rPr>
                <a:t>-</a:t>
              </a:r>
              <a:r>
                <a:rPr lang="en-US" b="1" dirty="0" smtClean="0">
                  <a:latin typeface="Calibri" pitchFamily="34" charset="0"/>
                  <a:cs typeface="Calibri" pitchFamily="34" charset="0"/>
                </a:rPr>
                <a:t> 3</a:t>
              </a:r>
              <a:endParaRPr lang="en-US" b="1" dirty="0">
                <a:latin typeface="Calibri" pitchFamily="34" charset="0"/>
                <a:cs typeface="Calibri" pitchFamily="34" charset="0"/>
              </a:endParaRPr>
            </a:p>
          </p:txBody>
        </p:sp>
      </p:grp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0667158"/>
              </p:ext>
            </p:extLst>
          </p:nvPr>
        </p:nvGraphicFramePr>
        <p:xfrm>
          <a:off x="6858000" y="1143000"/>
          <a:ext cx="2032000" cy="20618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4" name="Equation" r:id="rId6" imgW="863280" imgH="876240" progId="Equation.DSMT4">
                  <p:embed/>
                </p:oleObj>
              </mc:Choice>
              <mc:Fallback>
                <p:oleObj name="Equation" r:id="rId6" imgW="863280" imgH="876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143000"/>
                        <a:ext cx="2032000" cy="206188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8711102"/>
              </p:ext>
            </p:extLst>
          </p:nvPr>
        </p:nvGraphicFramePr>
        <p:xfrm>
          <a:off x="3505200" y="4648200"/>
          <a:ext cx="5327367" cy="13786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5" name="Equation" r:id="rId8" imgW="1765080" imgH="457200" progId="Equation.DSMT4">
                  <p:embed/>
                </p:oleObj>
              </mc:Choice>
              <mc:Fallback>
                <p:oleObj name="Equation" r:id="rId8" imgW="176508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4648200"/>
                        <a:ext cx="5327367" cy="137864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22337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4835038"/>
              </p:ext>
            </p:extLst>
          </p:nvPr>
        </p:nvGraphicFramePr>
        <p:xfrm>
          <a:off x="4922838" y="1449388"/>
          <a:ext cx="347345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4" name="Equation" r:id="rId3" imgW="1231560" imgH="228600" progId="Equation.DSMT4">
                  <p:embed/>
                </p:oleObj>
              </mc:Choice>
              <mc:Fallback>
                <p:oleObj name="Equation" r:id="rId3" imgW="1231560" imgH="228600" progId="Equation.DSMT4">
                  <p:embed/>
                  <p:pic>
                    <p:nvPicPr>
                      <p:cNvPr id="0" name="Picture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838" y="1449388"/>
                        <a:ext cx="3473450" cy="6445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9107083"/>
              </p:ext>
            </p:extLst>
          </p:nvPr>
        </p:nvGraphicFramePr>
        <p:xfrm>
          <a:off x="5562600" y="4191000"/>
          <a:ext cx="3175000" cy="1949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5" name="Equation" r:id="rId5" imgW="1117440" imgH="685800" progId="Equation.DSMT4">
                  <p:embed/>
                </p:oleObj>
              </mc:Choice>
              <mc:Fallback>
                <p:oleObj name="Equation" r:id="rId5" imgW="1117440" imgH="685800" progId="Equation.DSMT4">
                  <p:embed/>
                  <p:pic>
                    <p:nvPicPr>
                      <p:cNvPr id="0" name="Picture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4191000"/>
                        <a:ext cx="3175000" cy="194906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/>
          <p:cNvGrpSpPr/>
          <p:nvPr/>
        </p:nvGrpSpPr>
        <p:grpSpPr>
          <a:xfrm>
            <a:off x="30192" y="914400"/>
            <a:ext cx="4846608" cy="3429000"/>
            <a:chOff x="381000" y="1066800"/>
            <a:chExt cx="4038600" cy="2854463"/>
          </a:xfrm>
        </p:grpSpPr>
        <p:pic>
          <p:nvPicPr>
            <p:cNvPr id="23559" name="Picture 7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381000" y="1066800"/>
              <a:ext cx="3733800" cy="28544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4" name="TextBox 13"/>
            <p:cNvSpPr txBox="1"/>
            <p:nvPr/>
          </p:nvSpPr>
          <p:spPr>
            <a:xfrm>
              <a:off x="2971800" y="1143000"/>
              <a:ext cx="1447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 smtClean="0">
                  <a:latin typeface="Calibri" pitchFamily="34" charset="0"/>
                  <a:cs typeface="Calibri" pitchFamily="34" charset="0"/>
                </a:rPr>
                <a:t>x</a:t>
              </a:r>
              <a:r>
                <a:rPr lang="en-US" b="1" baseline="30000" dirty="0" smtClean="0">
                  <a:latin typeface="Calibri" pitchFamily="34" charset="0"/>
                  <a:cs typeface="Calibri" pitchFamily="34" charset="0"/>
                </a:rPr>
                <a:t>2</a:t>
              </a:r>
              <a:endParaRPr lang="en-US" b="1" dirty="0">
                <a:latin typeface="Calibri" pitchFamily="34" charset="0"/>
                <a:cs typeface="Calibri" pitchFamily="34" charset="0"/>
              </a:endParaRPr>
            </a:p>
          </p:txBody>
        </p:sp>
      </p:grpSp>
      <p:graphicFrame>
        <p:nvGraphicFramePr>
          <p:cNvPr id="225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1171981"/>
              </p:ext>
            </p:extLst>
          </p:nvPr>
        </p:nvGraphicFramePr>
        <p:xfrm>
          <a:off x="1295400" y="4267200"/>
          <a:ext cx="2787872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6" name="Equation" r:id="rId8" imgW="965160" imgH="685800" progId="Equation.DSMT4">
                  <p:embed/>
                </p:oleObj>
              </mc:Choice>
              <mc:Fallback>
                <p:oleObj name="Equation" r:id="rId8" imgW="965160" imgH="685800" progId="Equation.DSMT4">
                  <p:embed/>
                  <p:pic>
                    <p:nvPicPr>
                      <p:cNvPr id="0" name="Picture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4267200"/>
                        <a:ext cx="2787872" cy="19812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3672907"/>
              </p:ext>
            </p:extLst>
          </p:nvPr>
        </p:nvGraphicFramePr>
        <p:xfrm>
          <a:off x="4768850" y="2438400"/>
          <a:ext cx="3797300" cy="1109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7" name="Equation" r:id="rId10" imgW="1346040" imgH="393480" progId="Equation.DSMT4">
                  <p:embed/>
                </p:oleObj>
              </mc:Choice>
              <mc:Fallback>
                <p:oleObj name="Equation" r:id="rId10" imgW="1346040" imgH="39348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8850" y="2438400"/>
                        <a:ext cx="3797300" cy="1109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6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562652"/>
              </p:ext>
            </p:extLst>
          </p:nvPr>
        </p:nvGraphicFramePr>
        <p:xfrm>
          <a:off x="309563" y="304800"/>
          <a:ext cx="84677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48" name="Equation" r:id="rId12" imgW="2539800" imgH="228600" progId="Equation.DSMT4">
                  <p:embed/>
                </p:oleObj>
              </mc:Choice>
              <mc:Fallback>
                <p:oleObj name="Equation" r:id="rId12" imgW="2539800" imgH="228600" progId="Equation.DSMT4">
                  <p:embed/>
                  <p:pic>
                    <p:nvPicPr>
                      <p:cNvPr id="0" name="Picture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563" y="304800"/>
                        <a:ext cx="8467725" cy="76200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715</TotalTime>
  <Words>27</Words>
  <Application>Microsoft Office PowerPoint</Application>
  <PresentationFormat>On-screen Show (4:3)</PresentationFormat>
  <Paragraphs>6</Paragraphs>
  <Slides>7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Concourse</vt:lpstr>
      <vt:lpstr>Equation</vt:lpstr>
      <vt:lpstr>MathType 6.0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Brock</cp:lastModifiedBy>
  <cp:revision>214</cp:revision>
  <dcterms:created xsi:type="dcterms:W3CDTF">2006-08-16T00:00:00Z</dcterms:created>
  <dcterms:modified xsi:type="dcterms:W3CDTF">2014-01-13T19:39:28Z</dcterms:modified>
</cp:coreProperties>
</file>