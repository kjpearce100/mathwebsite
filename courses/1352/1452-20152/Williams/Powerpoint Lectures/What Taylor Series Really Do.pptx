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47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42F4C3F-7FF8-4C28-8A28-8E35739C48DA}" type="datetimeFigureOut">
              <a:rPr lang="en-US" smtClean="0"/>
              <a:t>11/19/2010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D2FA24-254D-48ED-939F-EAEF854462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2F4C3F-7FF8-4C28-8A28-8E35739C48DA}" type="datetimeFigureOut">
              <a:rPr lang="en-US" smtClean="0"/>
              <a:t>11/19/2010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D2FA24-254D-48ED-939F-EAEF8544625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2F4C3F-7FF8-4C28-8A28-8E35739C48DA}" type="datetimeFigureOut">
              <a:rPr lang="en-US" smtClean="0"/>
              <a:t>11/19/2010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D2FA24-254D-48ED-939F-EAEF8544625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2F4C3F-7FF8-4C28-8A28-8E35739C48DA}" type="datetimeFigureOut">
              <a:rPr lang="en-US" smtClean="0"/>
              <a:t>11/19/2010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D2FA24-254D-48ED-939F-EAEF8544625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2F4C3F-7FF8-4C28-8A28-8E35739C48DA}" type="datetimeFigureOut">
              <a:rPr lang="en-US" smtClean="0"/>
              <a:t>11/19/2010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D2FA24-254D-48ED-939F-EAEF8544625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2F4C3F-7FF8-4C28-8A28-8E35739C48DA}" type="datetimeFigureOut">
              <a:rPr lang="en-US" smtClean="0"/>
              <a:t>11/19/2010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D2FA24-254D-48ED-939F-EAEF8544625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2F4C3F-7FF8-4C28-8A28-8E35739C48DA}" type="datetimeFigureOut">
              <a:rPr lang="en-US" smtClean="0"/>
              <a:t>11/19/2010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D2FA24-254D-48ED-939F-EAEF854462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42F4C3F-7FF8-4C28-8A28-8E35739C48DA}" type="datetimeFigureOut">
              <a:rPr lang="en-US" smtClean="0"/>
              <a:t>11/19/2010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D2FA24-254D-48ED-939F-EAEF8544625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42F4C3F-7FF8-4C28-8A28-8E35739C48DA}" type="datetimeFigureOut">
              <a:rPr lang="en-US" smtClean="0"/>
              <a:t>11/19/2010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D2FA24-254D-48ED-939F-EAEF8544625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2F4C3F-7FF8-4C28-8A28-8E35739C48DA}" type="datetimeFigureOut">
              <a:rPr lang="en-US" smtClean="0"/>
              <a:t>11/19/2010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D2FA24-254D-48ED-939F-EAEF854462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2F4C3F-7FF8-4C28-8A28-8E35739C48DA}" type="datetimeFigureOut">
              <a:rPr lang="en-US" smtClean="0"/>
              <a:t>11/19/2010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D2FA24-254D-48ED-939F-EAEF854462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42F4C3F-7FF8-4C28-8A28-8E35739C48DA}" type="datetimeFigureOut">
              <a:rPr lang="en-US" smtClean="0"/>
              <a:t>11/19/2010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D2FA24-254D-48ED-939F-EAEF8544625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Taylor Series </a:t>
            </a:r>
            <a:br>
              <a:rPr lang="en-US" dirty="0" smtClean="0"/>
            </a:br>
            <a:r>
              <a:rPr lang="en-US" dirty="0" smtClean="0"/>
              <a:t>Really Do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72200" y="6096000"/>
            <a:ext cx="1981200" cy="520891"/>
          </a:xfrm>
        </p:spPr>
        <p:txBody>
          <a:bodyPr/>
          <a:lstStyle/>
          <a:p>
            <a:pPr>
              <a:buNone/>
            </a:pPr>
            <a:r>
              <a:rPr lang="en-US" sz="2800" i="1" dirty="0" smtClean="0">
                <a:latin typeface="Times New Roman"/>
                <a:ea typeface="Times New Roman"/>
              </a:rPr>
              <a:t>y = x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295400"/>
            <a:ext cx="5029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219200"/>
            <a:ext cx="5105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5181600" y="5943600"/>
          <a:ext cx="1421780" cy="685800"/>
        </p:xfrm>
        <a:graphic>
          <a:graphicData uri="http://schemas.openxmlformats.org/presentationml/2006/ole">
            <p:oleObj spid="_x0000_s2051" name="Equation" r:id="rId4" imgW="812447" imgH="393529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295400"/>
            <a:ext cx="4953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5410200" y="5943600"/>
          <a:ext cx="2191215" cy="685800"/>
        </p:xfrm>
        <a:graphic>
          <a:graphicData uri="http://schemas.openxmlformats.org/presentationml/2006/ole">
            <p:oleObj spid="_x0000_s5122" name="Equation" r:id="rId4" imgW="1244600" imgH="39370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219200"/>
            <a:ext cx="5029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5486400" y="5917770"/>
          <a:ext cx="2743200" cy="635430"/>
        </p:xfrm>
        <a:graphic>
          <a:graphicData uri="http://schemas.openxmlformats.org/presentationml/2006/ole">
            <p:oleObj spid="_x0000_s4098" name="Equation" r:id="rId4" imgW="1688367" imgH="393529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72200" y="6096000"/>
            <a:ext cx="1981200" cy="520891"/>
          </a:xfrm>
        </p:spPr>
        <p:txBody>
          <a:bodyPr/>
          <a:lstStyle/>
          <a:p>
            <a:pPr>
              <a:buNone/>
            </a:pPr>
            <a:r>
              <a:rPr lang="en-US" sz="2800" i="1" dirty="0" smtClean="0">
                <a:latin typeface="Times New Roman"/>
                <a:ea typeface="Times New Roman"/>
              </a:rPr>
              <a:t>y = </a:t>
            </a:r>
            <a:r>
              <a:rPr lang="en-US" sz="2800" i="1" dirty="0" smtClean="0">
                <a:latin typeface="Times New Roman"/>
                <a:ea typeface="Times New Roman"/>
              </a:rPr>
              <a:t>1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219200"/>
            <a:ext cx="4876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295400"/>
            <a:ext cx="4495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6172200" y="5781792"/>
          <a:ext cx="1524000" cy="771408"/>
        </p:xfrm>
        <a:graphic>
          <a:graphicData uri="http://schemas.openxmlformats.org/presentationml/2006/ole">
            <p:oleObj spid="_x0000_s19459" name="Equation" r:id="rId4" imgW="774364" imgH="393529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371600"/>
            <a:ext cx="4495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5715000" y="5867400"/>
          <a:ext cx="2378927" cy="762000"/>
        </p:xfrm>
        <a:graphic>
          <a:graphicData uri="http://schemas.openxmlformats.org/presentationml/2006/ole">
            <p:oleObj spid="_x0000_s21506" name="Equation" r:id="rId4" imgW="1218671" imgH="393529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219200"/>
            <a:ext cx="4800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5867400" y="5943600"/>
          <a:ext cx="2893741" cy="685800"/>
        </p:xfrm>
        <a:graphic>
          <a:graphicData uri="http://schemas.openxmlformats.org/presentationml/2006/ole">
            <p:oleObj spid="_x0000_s20482" name="Equation" r:id="rId4" imgW="1651000" imgH="393700" progId="Equation.DSMT4">
              <p:embed/>
            </p:oleObj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</TotalTime>
  <Words>57</Words>
  <Application>Microsoft Office PowerPoint</Application>
  <PresentationFormat>On-screen Show (4:3)</PresentationFormat>
  <Paragraphs>11</Paragraphs>
  <Slides>9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Concourse</vt:lpstr>
      <vt:lpstr>MathType 6.0 Equation</vt:lpstr>
      <vt:lpstr>What Taylor Series  Really Do</vt:lpstr>
      <vt:lpstr>Sin(x) and its MacLaurin Series</vt:lpstr>
      <vt:lpstr>Sin(x) and its MacLaurin Series</vt:lpstr>
      <vt:lpstr>Sin(x) and its MacLaurin Series</vt:lpstr>
      <vt:lpstr>Sin(x) and its MacLaurin Series</vt:lpstr>
      <vt:lpstr>Cos(x) and its MacLaurin Series</vt:lpstr>
      <vt:lpstr>Cos(x) and its MacLaurin Series</vt:lpstr>
      <vt:lpstr>Cos(x) and its MacLaurin Series</vt:lpstr>
      <vt:lpstr>Cos(x) and its MacLaurin Series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Taylor Series Really Do</dc:title>
  <dc:creator>Williams</dc:creator>
  <cp:lastModifiedBy>Williams</cp:lastModifiedBy>
  <cp:revision>3</cp:revision>
  <dcterms:created xsi:type="dcterms:W3CDTF">2010-11-19T07:40:10Z</dcterms:created>
  <dcterms:modified xsi:type="dcterms:W3CDTF">2010-11-19T07:52:34Z</dcterms:modified>
</cp:coreProperties>
</file>