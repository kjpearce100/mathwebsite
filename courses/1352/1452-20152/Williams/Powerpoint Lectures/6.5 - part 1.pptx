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7"/>
  </p:notesMasterIdLst>
  <p:sldIdLst>
    <p:sldId id="256" r:id="rId2"/>
    <p:sldId id="258" r:id="rId3"/>
    <p:sldId id="265" r:id="rId4"/>
    <p:sldId id="259" r:id="rId5"/>
    <p:sldId id="266" r:id="rId6"/>
    <p:sldId id="260" r:id="rId7"/>
    <p:sldId id="268" r:id="rId8"/>
    <p:sldId id="261" r:id="rId9"/>
    <p:sldId id="270" r:id="rId10"/>
    <p:sldId id="271" r:id="rId11"/>
    <p:sldId id="272" r:id="rId12"/>
    <p:sldId id="273" r:id="rId13"/>
    <p:sldId id="274" r:id="rId14"/>
    <p:sldId id="275" r:id="rId15"/>
    <p:sldId id="27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00" autoAdjust="0"/>
  </p:normalViewPr>
  <p:slideViewPr>
    <p:cSldViewPr>
      <p:cViewPr varScale="1">
        <p:scale>
          <a:sx n="75" d="100"/>
          <a:sy n="75" d="100"/>
        </p:scale>
        <p:origin x="16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2.wmf"/><Relationship Id="rId2" Type="http://schemas.openxmlformats.org/officeDocument/2006/relationships/image" Target="../media/image26.wmf"/><Relationship Id="rId1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5.wmf"/><Relationship Id="rId1" Type="http://schemas.openxmlformats.org/officeDocument/2006/relationships/image" Target="../media/image33.wmf"/><Relationship Id="rId6" Type="http://schemas.openxmlformats.org/officeDocument/2006/relationships/image" Target="../media/image3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35.wmf"/><Relationship Id="rId5" Type="http://schemas.openxmlformats.org/officeDocument/2006/relationships/image" Target="../media/image43.wmf"/><Relationship Id="rId4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44.wmf"/><Relationship Id="rId2" Type="http://schemas.openxmlformats.org/officeDocument/2006/relationships/image" Target="../media/image45.wmf"/><Relationship Id="rId1" Type="http://schemas.openxmlformats.org/officeDocument/2006/relationships/image" Target="../media/image40.wmf"/><Relationship Id="rId6" Type="http://schemas.openxmlformats.org/officeDocument/2006/relationships/image" Target="../media/image35.wmf"/><Relationship Id="rId5" Type="http://schemas.openxmlformats.org/officeDocument/2006/relationships/image" Target="../media/image47.wmf"/><Relationship Id="rId4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44.wmf"/><Relationship Id="rId2" Type="http://schemas.openxmlformats.org/officeDocument/2006/relationships/image" Target="../media/image48.wmf"/><Relationship Id="rId1" Type="http://schemas.openxmlformats.org/officeDocument/2006/relationships/image" Target="../media/image40.wmf"/><Relationship Id="rId6" Type="http://schemas.openxmlformats.org/officeDocument/2006/relationships/image" Target="../media/image35.wmf"/><Relationship Id="rId5" Type="http://schemas.openxmlformats.org/officeDocument/2006/relationships/image" Target="../media/image50.wmf"/><Relationship Id="rId4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44.wmf"/><Relationship Id="rId2" Type="http://schemas.openxmlformats.org/officeDocument/2006/relationships/image" Target="../media/image51.wmf"/><Relationship Id="rId1" Type="http://schemas.openxmlformats.org/officeDocument/2006/relationships/image" Target="../media/image40.wmf"/><Relationship Id="rId6" Type="http://schemas.openxmlformats.org/officeDocument/2006/relationships/image" Target="../media/image35.wmf"/><Relationship Id="rId5" Type="http://schemas.openxmlformats.org/officeDocument/2006/relationships/image" Target="../media/image52.wmf"/><Relationship Id="rId4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55.wmf"/><Relationship Id="rId7" Type="http://schemas.openxmlformats.org/officeDocument/2006/relationships/image" Target="../media/image62.wmf"/><Relationship Id="rId2" Type="http://schemas.openxmlformats.org/officeDocument/2006/relationships/image" Target="../media/image28.wmf"/><Relationship Id="rId1" Type="http://schemas.openxmlformats.org/officeDocument/2006/relationships/image" Target="../media/image58.wmf"/><Relationship Id="rId6" Type="http://schemas.openxmlformats.org/officeDocument/2006/relationships/image" Target="../media/image61.wmf"/><Relationship Id="rId11" Type="http://schemas.openxmlformats.org/officeDocument/2006/relationships/image" Target="../media/image66.wmf"/><Relationship Id="rId5" Type="http://schemas.openxmlformats.org/officeDocument/2006/relationships/image" Target="../media/image60.wmf"/><Relationship Id="rId10" Type="http://schemas.openxmlformats.org/officeDocument/2006/relationships/image" Target="../media/image65.wmf"/><Relationship Id="rId4" Type="http://schemas.openxmlformats.org/officeDocument/2006/relationships/image" Target="../media/image59.wmf"/><Relationship Id="rId9" Type="http://schemas.openxmlformats.org/officeDocument/2006/relationships/image" Target="../media/image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84F81-339F-4C4C-83ED-60D9DA9B7034}" type="datetimeFigureOut">
              <a:rPr lang="en-US" smtClean="0"/>
              <a:t>7/21/2014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E2A44-B85F-48A4-924D-316757E98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4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CE2A44-B85F-48A4-924D-316757E982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6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7/21/2014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28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28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35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28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3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28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3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28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3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28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3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75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28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3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82.bin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55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5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60.wmf"/><Relationship Id="rId18" Type="http://schemas.openxmlformats.org/officeDocument/2006/relationships/oleObject" Target="../embeddings/oleObject90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64.w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62.wmf"/><Relationship Id="rId25" Type="http://schemas.openxmlformats.org/officeDocument/2006/relationships/image" Target="../media/image6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9.bin"/><Relationship Id="rId20" Type="http://schemas.openxmlformats.org/officeDocument/2006/relationships/oleObject" Target="../embeddings/oleObject91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59.wmf"/><Relationship Id="rId24" Type="http://schemas.openxmlformats.org/officeDocument/2006/relationships/oleObject" Target="../embeddings/oleObject93.bin"/><Relationship Id="rId5" Type="http://schemas.openxmlformats.org/officeDocument/2006/relationships/image" Target="../media/image58.wmf"/><Relationship Id="rId15" Type="http://schemas.openxmlformats.org/officeDocument/2006/relationships/image" Target="../media/image61.wmf"/><Relationship Id="rId23" Type="http://schemas.openxmlformats.org/officeDocument/2006/relationships/image" Target="../media/image65.wmf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63.w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88.bin"/><Relationship Id="rId22" Type="http://schemas.openxmlformats.org/officeDocument/2006/relationships/oleObject" Target="../embeddings/oleObject9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2743200"/>
            <a:ext cx="880067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6.5: 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Work, Hydrostatic Force, </a:t>
            </a:r>
            <a:b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</a:b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	Moments and Center of Mass</a:t>
            </a:r>
          </a:p>
          <a:p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117472"/>
              </p:ext>
            </p:extLst>
          </p:nvPr>
        </p:nvGraphicFramePr>
        <p:xfrm>
          <a:off x="1052513" y="304800"/>
          <a:ext cx="69675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0" name="Equation" r:id="rId3" imgW="2933640" imgH="203040" progId="Equation.DSMT4">
                  <p:embed/>
                </p:oleObj>
              </mc:Choice>
              <mc:Fallback>
                <p:oleObj name="Equation" r:id="rId3" imgW="2933640" imgH="203040" progId="Equation.DSMT4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04800"/>
                        <a:ext cx="6967537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0" name="Object 42"/>
          <p:cNvGraphicFramePr>
            <a:graphicFrameLocks noChangeAspect="1"/>
          </p:cNvGraphicFramePr>
          <p:nvPr/>
        </p:nvGraphicFramePr>
        <p:xfrm>
          <a:off x="881063" y="1143000"/>
          <a:ext cx="5314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1" name="Equation" r:id="rId5" imgW="2361960" imgH="203040" progId="Equation.DSMT4">
                  <p:embed/>
                </p:oleObj>
              </mc:Choice>
              <mc:Fallback>
                <p:oleObj name="Equation" r:id="rId5" imgW="2361960" imgH="20304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3" y="1143000"/>
                        <a:ext cx="53149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3" name="Object 45"/>
          <p:cNvGraphicFramePr>
            <a:graphicFrameLocks noChangeAspect="1"/>
          </p:cNvGraphicFramePr>
          <p:nvPr/>
        </p:nvGraphicFramePr>
        <p:xfrm>
          <a:off x="1295400" y="4343400"/>
          <a:ext cx="474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" name="Equation" r:id="rId7" imgW="2374560" imgH="203040" progId="Equation.DSMT4">
                  <p:embed/>
                </p:oleObj>
              </mc:Choice>
              <mc:Fallback>
                <p:oleObj name="Equation" r:id="rId7" imgW="2374560" imgH="203040" progId="Equation.DSMT4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343400"/>
                        <a:ext cx="4749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7" name="Object 49"/>
          <p:cNvGraphicFramePr>
            <a:graphicFrameLocks noChangeAspect="1"/>
          </p:cNvGraphicFramePr>
          <p:nvPr/>
        </p:nvGraphicFramePr>
        <p:xfrm>
          <a:off x="2743200" y="2438400"/>
          <a:ext cx="22574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" name="Equation" r:id="rId9" imgW="1002960" imgH="177480" progId="Equation.DSMT4">
                  <p:embed/>
                </p:oleObj>
              </mc:Choice>
              <mc:Fallback>
                <p:oleObj name="Equation" r:id="rId9" imgW="1002960" imgH="177480" progId="Equation.DSMT4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438400"/>
                        <a:ext cx="225742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8" name="Object 50"/>
          <p:cNvGraphicFramePr>
            <a:graphicFrameLocks noChangeAspect="1"/>
          </p:cNvGraphicFramePr>
          <p:nvPr/>
        </p:nvGraphicFramePr>
        <p:xfrm>
          <a:off x="2590800" y="3657600"/>
          <a:ext cx="259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" name="Equation" r:id="rId11" imgW="1295280" imgH="203040" progId="Equation.DSMT4">
                  <p:embed/>
                </p:oleObj>
              </mc:Choice>
              <mc:Fallback>
                <p:oleObj name="Equation" r:id="rId11" imgW="1295280" imgH="203040" progId="Equation.DSMT4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657600"/>
                        <a:ext cx="2590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" name="Object 51"/>
          <p:cNvGraphicFramePr>
            <a:graphicFrameLocks noChangeAspect="1"/>
          </p:cNvGraphicFramePr>
          <p:nvPr/>
        </p:nvGraphicFramePr>
        <p:xfrm>
          <a:off x="3048000" y="4953000"/>
          <a:ext cx="200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" name="Equation" r:id="rId13" imgW="1002960" imgH="203040" progId="Equation.DSMT4">
                  <p:embed/>
                </p:oleObj>
              </mc:Choice>
              <mc:Fallback>
                <p:oleObj name="Equation" r:id="rId13" imgW="1002960" imgH="203040" progId="Equation.DSMT4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953000"/>
                        <a:ext cx="2006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2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303362"/>
              </p:ext>
            </p:extLst>
          </p:nvPr>
        </p:nvGraphicFramePr>
        <p:xfrm>
          <a:off x="576263" y="228600"/>
          <a:ext cx="7858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3" name="Equation" r:id="rId3" imgW="2946240" imgH="228600" progId="Equation.DSMT4">
                  <p:embed/>
                </p:oleObj>
              </mc:Choice>
              <mc:Fallback>
                <p:oleObj name="Equation" r:id="rId3" imgW="2946240" imgH="228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228600"/>
                        <a:ext cx="7858125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165816"/>
              </p:ext>
            </p:extLst>
          </p:nvPr>
        </p:nvGraphicFramePr>
        <p:xfrm>
          <a:off x="425450" y="1341438"/>
          <a:ext cx="82327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4" name="Equation" r:id="rId5" imgW="3390840" imgH="203040" progId="Equation.DSMT4">
                  <p:embed/>
                </p:oleObj>
              </mc:Choice>
              <mc:Fallback>
                <p:oleObj name="Equation" r:id="rId5" imgW="339084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1341438"/>
                        <a:ext cx="8232775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20498"/>
              </p:ext>
            </p:extLst>
          </p:nvPr>
        </p:nvGraphicFramePr>
        <p:xfrm>
          <a:off x="1457325" y="3048000"/>
          <a:ext cx="60452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5" name="Equation" r:id="rId7" imgW="2590560" imgH="431640" progId="Equation.DSMT4">
                  <p:embed/>
                </p:oleObj>
              </mc:Choice>
              <mc:Fallback>
                <p:oleObj name="Equation" r:id="rId7" imgW="2590560" imgH="4316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3048000"/>
                        <a:ext cx="6045200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467958"/>
              </p:ext>
            </p:extLst>
          </p:nvPr>
        </p:nvGraphicFramePr>
        <p:xfrm>
          <a:off x="3468688" y="4572000"/>
          <a:ext cx="20732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" name="Equation" r:id="rId9" imgW="888840" imgH="253800" progId="Equation.DSMT4">
                  <p:embed/>
                </p:oleObj>
              </mc:Choice>
              <mc:Fallback>
                <p:oleObj name="Equation" r:id="rId9" imgW="888840" imgH="2538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688" y="4572000"/>
                        <a:ext cx="2073275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3733800" y="5334000"/>
          <a:ext cx="1927225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" name="Equation" r:id="rId11" imgW="825480" imgH="469800" progId="Equation.DSMT4">
                  <p:embed/>
                </p:oleObj>
              </mc:Choice>
              <mc:Fallback>
                <p:oleObj name="Equation" r:id="rId11" imgW="825480" imgH="4698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334000"/>
                        <a:ext cx="1927225" cy="1096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541538" y="2411743"/>
            <a:ext cx="7164280" cy="580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427238" y="2389861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1417838" y="2398914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2408438" y="2398914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3322838" y="2411743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7590038" y="2457008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6599438" y="2469837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>
            <a:off x="4389638" y="2420796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5532638" y="2447955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75138" y="1876455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 smtClean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 x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558629"/>
              </p:ext>
            </p:extLst>
          </p:nvPr>
        </p:nvGraphicFramePr>
        <p:xfrm>
          <a:off x="3276600" y="228600"/>
          <a:ext cx="3048000" cy="618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7" name="Equation" r:id="rId3" imgW="876240" imgH="177480" progId="Equation.DSMT4">
                  <p:embed/>
                </p:oleObj>
              </mc:Choice>
              <mc:Fallback>
                <p:oleObj name="Equation" r:id="rId3" imgW="87624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28600"/>
                        <a:ext cx="3048000" cy="6184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304800" y="1219200"/>
          <a:ext cx="84756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8" name="Equation" r:id="rId5" imgW="3568680" imgH="406080" progId="Equation.DSMT4">
                  <p:embed/>
                </p:oleObj>
              </mc:Choice>
              <mc:Fallback>
                <p:oleObj name="Equation" r:id="rId5" imgW="3568680" imgH="40608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19200"/>
                        <a:ext cx="8475662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963977"/>
              </p:ext>
            </p:extLst>
          </p:nvPr>
        </p:nvGraphicFramePr>
        <p:xfrm>
          <a:off x="1752600" y="2590800"/>
          <a:ext cx="6188441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9" name="Equation" r:id="rId7" imgW="2374560" imgH="660240" progId="Equation.DSMT4">
                  <p:embed/>
                </p:oleObj>
              </mc:Choice>
              <mc:Fallback>
                <p:oleObj name="Equation" r:id="rId7" imgW="2374560" imgH="6602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590800"/>
                        <a:ext cx="6188441" cy="1720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/>
        </p:nvGraphicFramePr>
        <p:xfrm>
          <a:off x="228600" y="104775"/>
          <a:ext cx="82581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5" name="Equation" r:id="rId3" imgW="3670200" imgH="393480" progId="Equation.DSMT4">
                  <p:embed/>
                </p:oleObj>
              </mc:Choice>
              <mc:Fallback>
                <p:oleObj name="Equation" r:id="rId3" imgW="367020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4775"/>
                        <a:ext cx="8258175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6" name="Object 48"/>
          <p:cNvGraphicFramePr>
            <a:graphicFrameLocks noChangeAspect="1"/>
          </p:cNvGraphicFramePr>
          <p:nvPr/>
        </p:nvGraphicFramePr>
        <p:xfrm>
          <a:off x="533400" y="3200400"/>
          <a:ext cx="77343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6" name="Equation" r:id="rId5" imgW="3314520" imgH="177480" progId="Equation.DSMT4">
                  <p:embed/>
                </p:oleObj>
              </mc:Choice>
              <mc:Fallback>
                <p:oleObj name="Equation" r:id="rId5" imgW="331452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200400"/>
                        <a:ext cx="7734300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990600" y="990600"/>
          <a:ext cx="10572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7" name="Equation" r:id="rId7" imgW="469800" imgH="177480" progId="Equation.DSMT4">
                  <p:embed/>
                </p:oleObj>
              </mc:Choice>
              <mc:Fallback>
                <p:oleObj name="Equation" r:id="rId7" imgW="46980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990600"/>
                        <a:ext cx="105727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4724400" y="1066800"/>
          <a:ext cx="37433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8" name="Equation" r:id="rId9" imgW="1663560" imgH="203040" progId="Equation.DSMT4">
                  <p:embed/>
                </p:oleObj>
              </mc:Choice>
              <mc:Fallback>
                <p:oleObj name="Equation" r:id="rId9" imgW="1663560" imgH="2030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066800"/>
                        <a:ext cx="37433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6477000" y="2590800"/>
          <a:ext cx="771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9" name="Equation" r:id="rId11" imgW="342720" imgH="177480" progId="Equation.DSMT4">
                  <p:embed/>
                </p:oleObj>
              </mc:Choice>
              <mc:Fallback>
                <p:oleObj name="Equation" r:id="rId11" imgW="342720" imgH="17748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590800"/>
                        <a:ext cx="77152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6248400" y="1524000"/>
          <a:ext cx="12573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0" name="Equation" r:id="rId13" imgW="558720" imgH="431640" progId="Equation.DSMT4">
                  <p:embed/>
                </p:oleObj>
              </mc:Choice>
              <mc:Fallback>
                <p:oleObj name="Equation" r:id="rId13" imgW="558720" imgH="4316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524000"/>
                        <a:ext cx="1257300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/>
        </p:nvGraphicFramePr>
        <p:xfrm>
          <a:off x="3505200" y="5867400"/>
          <a:ext cx="2370137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1" name="Equation" r:id="rId15" imgW="1015920" imgH="317160" progId="Equation.DSMT4">
                  <p:embed/>
                </p:oleObj>
              </mc:Choice>
              <mc:Fallback>
                <p:oleObj name="Equation" r:id="rId15" imgW="1015920" imgH="31716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867400"/>
                        <a:ext cx="2370137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2"/>
          <p:cNvGraphicFramePr>
            <a:graphicFrameLocks noChangeAspect="1"/>
          </p:cNvGraphicFramePr>
          <p:nvPr/>
        </p:nvGraphicFramePr>
        <p:xfrm>
          <a:off x="4003675" y="4291013"/>
          <a:ext cx="1096963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2" name="Equation" r:id="rId17" imgW="469800" imgH="469800" progId="Equation.DSMT4">
                  <p:embed/>
                </p:oleObj>
              </mc:Choice>
              <mc:Fallback>
                <p:oleObj name="Equation" r:id="rId17" imgW="469800" imgH="4698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3675" y="4291013"/>
                        <a:ext cx="1096963" cy="1096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Line Callout 1 55"/>
          <p:cNvSpPr/>
          <p:nvPr/>
        </p:nvSpPr>
        <p:spPr>
          <a:xfrm>
            <a:off x="3962400" y="373380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08000" y="2264229"/>
            <a:ext cx="863600" cy="2612571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83" name="Object 35"/>
          <p:cNvGraphicFramePr>
            <a:graphicFrameLocks noChangeAspect="1"/>
          </p:cNvGraphicFramePr>
          <p:nvPr/>
        </p:nvGraphicFramePr>
        <p:xfrm>
          <a:off x="228600" y="76200"/>
          <a:ext cx="6062663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7" name="Equation" r:id="rId3" imgW="2552400" imgH="685800" progId="Equation.DSMT4">
                  <p:embed/>
                </p:oleObj>
              </mc:Choice>
              <mc:Fallback>
                <p:oleObj name="Equation" r:id="rId3" imgW="2552400" imgH="685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"/>
                        <a:ext cx="6062663" cy="162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6" name="Object 48"/>
          <p:cNvGraphicFramePr>
            <a:graphicFrameLocks noChangeAspect="1"/>
          </p:cNvGraphicFramePr>
          <p:nvPr/>
        </p:nvGraphicFramePr>
        <p:xfrm>
          <a:off x="1749425" y="2406650"/>
          <a:ext cx="62515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8" name="Equation" r:id="rId5" imgW="2679480" imgH="406080" progId="Equation.DSMT4">
                  <p:embed/>
                </p:oleObj>
              </mc:Choice>
              <mc:Fallback>
                <p:oleObj name="Equation" r:id="rId5" imgW="2679480" imgH="4060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2406650"/>
                        <a:ext cx="6251575" cy="94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Straight Connector 13"/>
          <p:cNvCxnSpPr>
            <a:endCxn id="51" idx="1"/>
          </p:cNvCxnSpPr>
          <p:nvPr/>
        </p:nvCxnSpPr>
        <p:spPr>
          <a:xfrm rot="10800000" flipV="1">
            <a:off x="508000" y="3570513"/>
            <a:ext cx="863600" cy="1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2743200" y="3276600"/>
          <a:ext cx="546100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9" name="Equation" r:id="rId7" imgW="203040" imgH="469800" progId="Equation.DSMT4">
                  <p:embed/>
                </p:oleObj>
              </mc:Choice>
              <mc:Fallback>
                <p:oleObj name="Equation" r:id="rId7" imgW="203040" imgH="4698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276600"/>
                        <a:ext cx="546100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1905000" y="3733800"/>
            <a:ext cx="1876422" cy="1588532"/>
            <a:chOff x="76200" y="3709359"/>
            <a:chExt cx="1876422" cy="1588532"/>
          </a:xfrm>
        </p:grpSpPr>
        <p:sp>
          <p:nvSpPr>
            <p:cNvPr id="27" name="Line Callout 1 26"/>
            <p:cNvSpPr/>
            <p:nvPr/>
          </p:nvSpPr>
          <p:spPr>
            <a:xfrm>
              <a:off x="1495422" y="3709359"/>
              <a:ext cx="457200" cy="685800"/>
            </a:xfrm>
            <a:prstGeom prst="borderCallout1">
              <a:avLst>
                <a:gd name="adj1" fmla="val 46336"/>
                <a:gd name="adj2" fmla="val -11597"/>
                <a:gd name="adj3" fmla="val 168009"/>
                <a:gd name="adj4" fmla="val -175345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32" name="Line Callout 1 31"/>
          <p:cNvSpPr/>
          <p:nvPr/>
        </p:nvSpPr>
        <p:spPr>
          <a:xfrm rot="10800000">
            <a:off x="4076704" y="384334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10000" y="495300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35" name="Line Callout 1 34"/>
          <p:cNvSpPr/>
          <p:nvPr/>
        </p:nvSpPr>
        <p:spPr>
          <a:xfrm rot="10800000">
            <a:off x="5105400" y="381000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142751" y="495300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sp>
        <p:nvSpPr>
          <p:cNvPr id="40" name="Cube 39"/>
          <p:cNvSpPr/>
          <p:nvPr/>
        </p:nvSpPr>
        <p:spPr>
          <a:xfrm>
            <a:off x="7543800" y="228600"/>
            <a:ext cx="1295400" cy="2590800"/>
          </a:xfrm>
          <a:prstGeom prst="cub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8831094" y="12954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371490" y="-4467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7401910" y="1051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52400" y="3388117"/>
            <a:ext cx="304800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336600"/>
                </a:solidFill>
              </a:rPr>
              <a:t>x</a:t>
            </a:r>
            <a:endParaRPr lang="en-US" dirty="0">
              <a:solidFill>
                <a:srgbClr val="3366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52400" y="21452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52400" y="46482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4191000" y="6096000"/>
          <a:ext cx="19272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0" name="Equation" r:id="rId9" imgW="825480" imgH="203040" progId="Equation.DSMT4">
                  <p:embed/>
                </p:oleObj>
              </mc:Choice>
              <mc:Fallback>
                <p:oleObj name="Equation" r:id="rId9" imgW="825480" imgH="2030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6096000"/>
                        <a:ext cx="1927225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4038600" y="3810000"/>
          <a:ext cx="8540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1" name="Equation" r:id="rId11" imgW="317160" imgH="177480" progId="Equation.DSMT4">
                  <p:embed/>
                </p:oleObj>
              </mc:Choice>
              <mc:Fallback>
                <p:oleObj name="Equation" r:id="rId11" imgW="317160" imgH="17748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810000"/>
                        <a:ext cx="8540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3352800" y="3886200"/>
          <a:ext cx="34131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2" name="Equation" r:id="rId13" imgW="126720" imgH="139680" progId="Equation.DSMT4">
                  <p:embed/>
                </p:oleObj>
              </mc:Choice>
              <mc:Fallback>
                <p:oleObj name="Equation" r:id="rId13" imgW="126720" imgH="13968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886200"/>
                        <a:ext cx="341312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7467600" y="502920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5105400" y="3810000"/>
          <a:ext cx="167322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3" name="Equation" r:id="rId15" imgW="622080" imgH="203040" progId="Equation.DSMT4">
                  <p:embed/>
                </p:oleObj>
              </mc:Choice>
              <mc:Fallback>
                <p:oleObj name="Equation" r:id="rId15" imgW="622080" imgH="20304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810000"/>
                        <a:ext cx="1673225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1" grpId="0" animBg="1"/>
      <p:bldP spid="32" grpId="0" animBg="1"/>
      <p:bldP spid="33" grpId="0" animBg="1"/>
      <p:bldP spid="35" grpId="0" animBg="1"/>
      <p:bldP spid="36" grpId="0" animBg="1"/>
      <p:bldP spid="40" grpId="0" animBg="1"/>
      <p:bldP spid="47" grpId="0"/>
      <p:bldP spid="48" grpId="0"/>
      <p:bldP spid="49" grpId="1"/>
      <p:bldP spid="52" grpId="0"/>
      <p:bldP spid="53" grpId="0"/>
      <p:bldP spid="54" grpId="1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Line Callout 1 55"/>
          <p:cNvSpPr/>
          <p:nvPr/>
        </p:nvSpPr>
        <p:spPr>
          <a:xfrm>
            <a:off x="3962400" y="373380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08000" y="2264229"/>
            <a:ext cx="863600" cy="2612571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9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883756"/>
              </p:ext>
            </p:extLst>
          </p:nvPr>
        </p:nvGraphicFramePr>
        <p:xfrm>
          <a:off x="2241550" y="2246313"/>
          <a:ext cx="548163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0" name="Equation" r:id="rId3" imgW="2349360" imgH="177480" progId="Equation.DSMT4">
                  <p:embed/>
                </p:oleObj>
              </mc:Choice>
              <mc:Fallback>
                <p:oleObj name="Equation" r:id="rId3" imgW="23493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2246313"/>
                        <a:ext cx="5481638" cy="414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Straight Connector 13"/>
          <p:cNvCxnSpPr>
            <a:endCxn id="51" idx="1"/>
          </p:cNvCxnSpPr>
          <p:nvPr/>
        </p:nvCxnSpPr>
        <p:spPr>
          <a:xfrm rot="10800000" flipV="1">
            <a:off x="508000" y="3570513"/>
            <a:ext cx="863600" cy="1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2743200" y="3276600"/>
          <a:ext cx="546100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1" name="Equation" r:id="rId5" imgW="203040" imgH="469800" progId="Equation.DSMT4">
                  <p:embed/>
                </p:oleObj>
              </mc:Choice>
              <mc:Fallback>
                <p:oleObj name="Equation" r:id="rId5" imgW="203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276600"/>
                        <a:ext cx="546100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1905000" y="3733800"/>
            <a:ext cx="1949390" cy="1588532"/>
            <a:chOff x="76200" y="3709359"/>
            <a:chExt cx="1949390" cy="1588532"/>
          </a:xfrm>
        </p:grpSpPr>
        <p:sp>
          <p:nvSpPr>
            <p:cNvPr id="27" name="Line Callout 1 26"/>
            <p:cNvSpPr/>
            <p:nvPr/>
          </p:nvSpPr>
          <p:spPr>
            <a:xfrm>
              <a:off x="1187390" y="3709359"/>
              <a:ext cx="838200" cy="685800"/>
            </a:xfrm>
            <a:prstGeom prst="borderCallout1">
              <a:avLst>
                <a:gd name="adj1" fmla="val 46336"/>
                <a:gd name="adj2" fmla="val -11597"/>
                <a:gd name="adj3" fmla="val 170598"/>
                <a:gd name="adj4" fmla="val -106022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32" name="Line Callout 1 31"/>
          <p:cNvSpPr/>
          <p:nvPr/>
        </p:nvSpPr>
        <p:spPr>
          <a:xfrm rot="10800000">
            <a:off x="4076704" y="384334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10000" y="495300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35" name="Line Callout 1 34"/>
          <p:cNvSpPr/>
          <p:nvPr/>
        </p:nvSpPr>
        <p:spPr>
          <a:xfrm rot="10800000">
            <a:off x="5105400" y="381000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142751" y="495300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152400" y="3388117"/>
            <a:ext cx="304800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336600"/>
                </a:solidFill>
              </a:rPr>
              <a:t>x</a:t>
            </a:r>
            <a:endParaRPr lang="en-US" dirty="0">
              <a:solidFill>
                <a:srgbClr val="3366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52400" y="21452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52400" y="46482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4191000" y="6096000"/>
          <a:ext cx="19272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2" name="Equation" r:id="rId7" imgW="825480" imgH="203040" progId="Equation.DSMT4">
                  <p:embed/>
                </p:oleObj>
              </mc:Choice>
              <mc:Fallback>
                <p:oleObj name="Equation" r:id="rId7" imgW="825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6096000"/>
                        <a:ext cx="1927225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4038600" y="3810000"/>
          <a:ext cx="8540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3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810000"/>
                        <a:ext cx="8540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3352800" y="3886200"/>
          <a:ext cx="34131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4" name="Equation" r:id="rId11" imgW="126720" imgH="139680" progId="Equation.DSMT4">
                  <p:embed/>
                </p:oleObj>
              </mc:Choice>
              <mc:Fallback>
                <p:oleObj name="Equation" r:id="rId11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886200"/>
                        <a:ext cx="341312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7467600" y="502920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5105400" y="3810000"/>
          <a:ext cx="167322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5" name="Equation" r:id="rId13" imgW="622080" imgH="203040" progId="Equation.DSMT4">
                  <p:embed/>
                </p:oleObj>
              </mc:Choice>
              <mc:Fallback>
                <p:oleObj name="Equation" r:id="rId13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810000"/>
                        <a:ext cx="1673225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8853" y="228600"/>
            <a:ext cx="84541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Warning:  </a:t>
            </a:r>
            <a:r>
              <a:rPr lang="en-US" sz="2400" dirty="0" smtClean="0"/>
              <a:t>It’s possible to choose your coordinates many different ways.  The resulting integrals may look different, but all give the same answer.</a:t>
            </a:r>
            <a:endParaRPr lang="en-US" sz="24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312863"/>
              </p:ext>
            </p:extLst>
          </p:nvPr>
        </p:nvGraphicFramePr>
        <p:xfrm>
          <a:off x="3042824" y="3810000"/>
          <a:ext cx="853285" cy="46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6" name="Equation" r:id="rId15" imgW="330120" imgH="177480" progId="Equation.DSMT4">
                  <p:embed/>
                </p:oleObj>
              </mc:Choice>
              <mc:Fallback>
                <p:oleObj name="Equation" r:id="rId15" imgW="330120" imgH="177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2824" y="3810000"/>
                        <a:ext cx="853285" cy="46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576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32477E-6 L -3.33333E-6 0.3601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9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6.43072E-7 L -0.00035 -0.37104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185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014966"/>
              </p:ext>
            </p:extLst>
          </p:nvPr>
        </p:nvGraphicFramePr>
        <p:xfrm>
          <a:off x="139700" y="216020"/>
          <a:ext cx="702786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1" name="Equation" r:id="rId3" imgW="2958840" imgH="431640" progId="Equation.DSMT4">
                  <p:embed/>
                </p:oleObj>
              </mc:Choice>
              <mc:Fallback>
                <p:oleObj name="Equation" r:id="rId3" imgW="295884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" y="216020"/>
                        <a:ext cx="7027863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8613" y="2519779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" y="4252050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3" y="3464653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728663" y="1860712"/>
            <a:ext cx="1110776" cy="3333750"/>
            <a:chOff x="728663" y="1860712"/>
            <a:chExt cx="1110776" cy="3333750"/>
          </a:xfrm>
        </p:grpSpPr>
        <p:sp>
          <p:nvSpPr>
            <p:cNvPr id="41" name="Flowchart: Magnetic Disk 40"/>
            <p:cNvSpPr/>
            <p:nvPr/>
          </p:nvSpPr>
          <p:spPr>
            <a:xfrm>
              <a:off x="739302" y="1860712"/>
              <a:ext cx="1100137" cy="3333750"/>
            </a:xfrm>
            <a:prstGeom prst="flowChartMagneticDisk">
              <a:avLst/>
            </a:prstGeom>
            <a:gradFill flip="none" rotWithShape="1">
              <a:gsLst>
                <a:gs pos="0">
                  <a:schemeClr val="accent4">
                    <a:shade val="15000"/>
                    <a:satMod val="180000"/>
                  </a:schemeClr>
                </a:gs>
                <a:gs pos="68000">
                  <a:schemeClr val="accent4">
                    <a:shade val="45000"/>
                    <a:satMod val="170000"/>
                    <a:lumMod val="57000"/>
                  </a:schemeClr>
                </a:gs>
                <a:gs pos="93000">
                  <a:schemeClr val="accent4">
                    <a:tint val="99000"/>
                    <a:shade val="65000"/>
                    <a:satMod val="155000"/>
                  </a:schemeClr>
                </a:gs>
                <a:gs pos="100000">
                  <a:schemeClr val="accent4">
                    <a:tint val="95500"/>
                    <a:shade val="100000"/>
                    <a:satMod val="155000"/>
                  </a:scheme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  <a:effectLst>
              <a:outerShdw blurRad="50800" dist="381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19499998" lon="0" rev="0"/>
              </a:camera>
              <a:lightRig rig="threePt" dir="t"/>
            </a:scene3d>
            <a:sp3d z="63500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/>
            <p:cNvSpPr/>
            <p:nvPr/>
          </p:nvSpPr>
          <p:spPr>
            <a:xfrm>
              <a:off x="728663" y="3149695"/>
              <a:ext cx="1100138" cy="944874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671977"/>
              </p:ext>
            </p:extLst>
          </p:nvPr>
        </p:nvGraphicFramePr>
        <p:xfrm>
          <a:off x="2511425" y="1726135"/>
          <a:ext cx="62515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2" name="Equation" r:id="rId5" imgW="2679480" imgH="406080" progId="Equation.DSMT4">
                  <p:embed/>
                </p:oleObj>
              </mc:Choice>
              <mc:Fallback>
                <p:oleObj name="Equation" r:id="rId5" imgW="2679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1726135"/>
                        <a:ext cx="6251575" cy="94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615929"/>
              </p:ext>
            </p:extLst>
          </p:nvPr>
        </p:nvGraphicFramePr>
        <p:xfrm>
          <a:off x="3405188" y="3333750"/>
          <a:ext cx="579437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3" name="Equation" r:id="rId7" imgW="215640" imgH="469800" progId="Equation.DSMT4">
                  <p:embed/>
                </p:oleObj>
              </mc:Choice>
              <mc:Fallback>
                <p:oleObj name="Equation" r:id="rId7" imgW="2156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3333750"/>
                        <a:ext cx="579437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82113" y="3790950"/>
            <a:ext cx="1876422" cy="1588532"/>
            <a:chOff x="76200" y="3709359"/>
            <a:chExt cx="1876422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1495422" y="3709359"/>
              <a:ext cx="457200" cy="685800"/>
            </a:xfrm>
            <a:prstGeom prst="borderCallout1">
              <a:avLst>
                <a:gd name="adj1" fmla="val 48925"/>
                <a:gd name="adj2" fmla="val 1995"/>
                <a:gd name="adj3" fmla="val 175776"/>
                <a:gd name="adj4" fmla="val -183112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471249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4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713" y="3867150"/>
                        <a:ext cx="8540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126734"/>
              </p:ext>
            </p:extLst>
          </p:nvPr>
        </p:nvGraphicFramePr>
        <p:xfrm>
          <a:off x="4029913" y="3943350"/>
          <a:ext cx="34131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5" name="Equation" r:id="rId11" imgW="126720" imgH="139680" progId="Equation.DSMT4">
                  <p:embed/>
                </p:oleObj>
              </mc:Choice>
              <mc:Fallback>
                <p:oleObj name="Equation" r:id="rId11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913" y="3943350"/>
                        <a:ext cx="341312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666841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6" name="Equation" r:id="rId13" imgW="545760" imgH="228600" progId="Equation.DSMT4">
                  <p:embed/>
                </p:oleObj>
              </mc:Choice>
              <mc:Fallback>
                <p:oleObj name="Equation" r:id="rId13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863" y="3833813"/>
                        <a:ext cx="1468437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139255"/>
              </p:ext>
            </p:extLst>
          </p:nvPr>
        </p:nvGraphicFramePr>
        <p:xfrm>
          <a:off x="139700" y="216020"/>
          <a:ext cx="702786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2" name="Equation" r:id="rId3" imgW="2958840" imgH="431640" progId="Equation.DSMT4">
                  <p:embed/>
                </p:oleObj>
              </mc:Choice>
              <mc:Fallback>
                <p:oleObj name="Equation" r:id="rId3" imgW="2958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" y="216020"/>
                        <a:ext cx="7027863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8613" y="4400550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13755" y="2514600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3" y="3464653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728663" y="1860712"/>
            <a:ext cx="1110776" cy="3333750"/>
            <a:chOff x="728663" y="1860712"/>
            <a:chExt cx="1110776" cy="3333750"/>
          </a:xfrm>
        </p:grpSpPr>
        <p:sp>
          <p:nvSpPr>
            <p:cNvPr id="41" name="Flowchart: Magnetic Disk 40"/>
            <p:cNvSpPr/>
            <p:nvPr/>
          </p:nvSpPr>
          <p:spPr>
            <a:xfrm>
              <a:off x="739302" y="1860712"/>
              <a:ext cx="1100137" cy="3333750"/>
            </a:xfrm>
            <a:prstGeom prst="flowChartMagneticDisk">
              <a:avLst/>
            </a:prstGeom>
            <a:gradFill flip="none" rotWithShape="1">
              <a:gsLst>
                <a:gs pos="0">
                  <a:schemeClr val="accent4">
                    <a:shade val="15000"/>
                    <a:satMod val="180000"/>
                  </a:schemeClr>
                </a:gs>
                <a:gs pos="68000">
                  <a:schemeClr val="accent4">
                    <a:shade val="45000"/>
                    <a:satMod val="170000"/>
                    <a:lumMod val="57000"/>
                  </a:schemeClr>
                </a:gs>
                <a:gs pos="93000">
                  <a:schemeClr val="accent4">
                    <a:tint val="99000"/>
                    <a:shade val="65000"/>
                    <a:satMod val="155000"/>
                  </a:schemeClr>
                </a:gs>
                <a:gs pos="100000">
                  <a:schemeClr val="accent4">
                    <a:tint val="95500"/>
                    <a:shade val="100000"/>
                    <a:satMod val="155000"/>
                  </a:scheme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  <a:effectLst>
              <a:outerShdw blurRad="50800" dist="381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19499998" lon="0" rev="0"/>
              </a:camera>
              <a:lightRig rig="threePt" dir="t"/>
            </a:scene3d>
            <a:sp3d z="63500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/>
            <p:cNvSpPr/>
            <p:nvPr/>
          </p:nvSpPr>
          <p:spPr>
            <a:xfrm>
              <a:off x="728663" y="3149695"/>
              <a:ext cx="1100138" cy="944874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227024"/>
              </p:ext>
            </p:extLst>
          </p:nvPr>
        </p:nvGraphicFramePr>
        <p:xfrm>
          <a:off x="2911475" y="1992313"/>
          <a:ext cx="54514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3" name="Equation" r:id="rId5" imgW="2336760" imgH="177480" progId="Equation.DSMT4">
                  <p:embed/>
                </p:oleObj>
              </mc:Choice>
              <mc:Fallback>
                <p:oleObj name="Equation" r:id="rId5" imgW="23367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5" y="1992313"/>
                        <a:ext cx="5451475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132258"/>
              </p:ext>
            </p:extLst>
          </p:nvPr>
        </p:nvGraphicFramePr>
        <p:xfrm>
          <a:off x="3165475" y="3349625"/>
          <a:ext cx="581025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4" name="Equation" r:id="rId7" imgW="215640" imgH="469800" progId="Equation.DSMT4">
                  <p:embed/>
                </p:oleObj>
              </mc:Choice>
              <mc:Fallback>
                <p:oleObj name="Equation" r:id="rId7" imgW="2156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475" y="3349625"/>
                        <a:ext cx="581025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82113" y="3790950"/>
            <a:ext cx="1989887" cy="1588532"/>
            <a:chOff x="76200" y="3709359"/>
            <a:chExt cx="1989887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1075487" y="3709359"/>
              <a:ext cx="990600" cy="685800"/>
            </a:xfrm>
            <a:prstGeom prst="borderCallout1">
              <a:avLst>
                <a:gd name="adj1" fmla="val 48925"/>
                <a:gd name="adj2" fmla="val 950"/>
                <a:gd name="adj3" fmla="val 179660"/>
                <a:gd name="adj4" fmla="val -62301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833459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5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713" y="3867150"/>
                        <a:ext cx="8540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191400"/>
              </p:ext>
            </p:extLst>
          </p:nvPr>
        </p:nvGraphicFramePr>
        <p:xfrm>
          <a:off x="3563644" y="3885259"/>
          <a:ext cx="10572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6" name="Equation" r:id="rId11" imgW="393480" imgH="177480" progId="Equation.DSMT4">
                  <p:embed/>
                </p:oleObj>
              </mc:Choice>
              <mc:Fallback>
                <p:oleObj name="Equation" r:id="rId11" imgW="3934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644" y="3885259"/>
                        <a:ext cx="1057275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591586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7" name="Equation" r:id="rId13" imgW="545760" imgH="228600" progId="Equation.DSMT4">
                  <p:embed/>
                </p:oleObj>
              </mc:Choice>
              <mc:Fallback>
                <p:oleObj name="Equation" r:id="rId13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863" y="3833813"/>
                        <a:ext cx="1468437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609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224939"/>
              </p:ext>
            </p:extLst>
          </p:nvPr>
        </p:nvGraphicFramePr>
        <p:xfrm>
          <a:off x="507206" y="76200"/>
          <a:ext cx="627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8" name="Equation" r:id="rId3" imgW="2641320" imgH="406080" progId="Equation.DSMT4">
                  <p:embed/>
                </p:oleObj>
              </mc:Choice>
              <mc:Fallback>
                <p:oleObj name="Equation" r:id="rId3" imgW="2641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" y="76200"/>
                        <a:ext cx="62738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8613" y="2519779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" y="4357691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846469"/>
              </p:ext>
            </p:extLst>
          </p:nvPr>
        </p:nvGraphicFramePr>
        <p:xfrm>
          <a:off x="3178175" y="1962150"/>
          <a:ext cx="49180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9" name="Equation" r:id="rId5" imgW="2108160" imgH="203040" progId="Equation.DSMT4">
                  <p:embed/>
                </p:oleObj>
              </mc:Choice>
              <mc:Fallback>
                <p:oleObj name="Equation" r:id="rId5" imgW="2108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175" y="1962150"/>
                        <a:ext cx="4918075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811480"/>
              </p:ext>
            </p:extLst>
          </p:nvPr>
        </p:nvGraphicFramePr>
        <p:xfrm>
          <a:off x="3079750" y="3294061"/>
          <a:ext cx="577850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0" name="Equation" r:id="rId7" imgW="215640" imgH="469800" progId="Equation.DSMT4">
                  <p:embed/>
                </p:oleObj>
              </mc:Choice>
              <mc:Fallback>
                <p:oleObj name="Equation" r:id="rId7" imgW="2156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3294061"/>
                        <a:ext cx="577850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82113" y="3790950"/>
            <a:ext cx="1952622" cy="1588532"/>
            <a:chOff x="76200" y="3709359"/>
            <a:chExt cx="1952622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1151687" y="3709359"/>
              <a:ext cx="877135" cy="685800"/>
            </a:xfrm>
            <a:prstGeom prst="borderCallout1">
              <a:avLst>
                <a:gd name="adj1" fmla="val 48925"/>
                <a:gd name="adj2" fmla="val 1995"/>
                <a:gd name="adj3" fmla="val 179659"/>
                <a:gd name="adj4" fmla="val -49511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9984"/>
              <a:gd name="adj4" fmla="val 74627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558854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1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713" y="3867150"/>
                        <a:ext cx="8540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028473"/>
              </p:ext>
            </p:extLst>
          </p:nvPr>
        </p:nvGraphicFramePr>
        <p:xfrm>
          <a:off x="3657600" y="3892550"/>
          <a:ext cx="9223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2" name="Equation" r:id="rId11" imgW="342720" imgH="177480" progId="Equation.DSMT4">
                  <p:embed/>
                </p:oleObj>
              </mc:Choice>
              <mc:Fallback>
                <p:oleObj name="Equation" r:id="rId11" imgW="342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892550"/>
                        <a:ext cx="922338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4594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3" name="Equation" r:id="rId13" imgW="545760" imgH="228600" progId="Equation.DSMT4">
                  <p:embed/>
                </p:oleObj>
              </mc:Choice>
              <mc:Fallback>
                <p:oleObj name="Equation" r:id="rId13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863" y="3833813"/>
                        <a:ext cx="1468437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80371"/>
              </p:ext>
            </p:extLst>
          </p:nvPr>
        </p:nvGraphicFramePr>
        <p:xfrm>
          <a:off x="0" y="685800"/>
          <a:ext cx="9109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4" name="Equation" r:id="rId15" imgW="3835080" imgH="203040" progId="Equation.DSMT4">
                  <p:embed/>
                </p:oleObj>
              </mc:Choice>
              <mc:Fallback>
                <p:oleObj name="Equation" r:id="rId15" imgW="383508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85800"/>
                        <a:ext cx="9109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28662" y="1779234"/>
            <a:ext cx="1355372" cy="3415228"/>
            <a:chOff x="728662" y="1779234"/>
            <a:chExt cx="1355372" cy="3415228"/>
          </a:xfrm>
        </p:grpSpPr>
        <p:grpSp>
          <p:nvGrpSpPr>
            <p:cNvPr id="4" name="Group 3"/>
            <p:cNvGrpSpPr/>
            <p:nvPr/>
          </p:nvGrpSpPr>
          <p:grpSpPr>
            <a:xfrm>
              <a:off x="739302" y="1860712"/>
              <a:ext cx="1100138" cy="3333750"/>
              <a:chOff x="739302" y="1860712"/>
              <a:chExt cx="1100138" cy="3333750"/>
            </a:xfrm>
          </p:grpSpPr>
          <p:sp>
            <p:nvSpPr>
              <p:cNvPr id="41" name="Flowchart: Magnetic Disk 40"/>
              <p:cNvSpPr/>
              <p:nvPr/>
            </p:nvSpPr>
            <p:spPr>
              <a:xfrm>
                <a:off x="739302" y="1860712"/>
                <a:ext cx="1100137" cy="3333750"/>
              </a:xfrm>
              <a:prstGeom prst="flowChartMagneticDisk">
                <a:avLst/>
              </a:prstGeom>
              <a:gradFill flip="none" rotWithShape="1">
                <a:gsLst>
                  <a:gs pos="6000">
                    <a:schemeClr val="accent4">
                      <a:shade val="15000"/>
                      <a:satMod val="180000"/>
                    </a:schemeClr>
                  </a:gs>
                  <a:gs pos="5500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bg1"/>
                  </a:gs>
                  <a:gs pos="45000">
                    <a:schemeClr val="accent4">
                      <a:tint val="99000"/>
                      <a:shade val="65000"/>
                      <a:satMod val="155000"/>
                    </a:scheme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  <a:effectLst>
                <a:outerShdw blurRad="50800" dist="381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19499998" lon="0" rev="0"/>
                </a:camera>
                <a:lightRig rig="threePt" dir="t"/>
              </a:scene3d>
              <a:sp3d z="63500"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739302" y="3832344"/>
                <a:ext cx="1100138" cy="412511"/>
              </a:xfrm>
              <a:prstGeom prst="arc">
                <a:avLst>
                  <a:gd name="adj1" fmla="val 89110"/>
                  <a:gd name="adj2" fmla="val 10983991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Half Frame 26"/>
            <p:cNvSpPr/>
            <p:nvPr/>
          </p:nvSpPr>
          <p:spPr>
            <a:xfrm>
              <a:off x="1779234" y="1779234"/>
              <a:ext cx="304800" cy="1084556"/>
            </a:xfrm>
            <a:prstGeom prst="halfFrame">
              <a:avLst>
                <a:gd name="adj1" fmla="val 20754"/>
                <a:gd name="adj2" fmla="val 23270"/>
              </a:avLst>
            </a:prstGeom>
            <a:solidFill>
              <a:schemeClr val="accent6">
                <a:lumMod val="75000"/>
              </a:schemeClr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c 28"/>
            <p:cNvSpPr/>
            <p:nvPr/>
          </p:nvSpPr>
          <p:spPr>
            <a:xfrm>
              <a:off x="728662" y="3285639"/>
              <a:ext cx="1100138" cy="371961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66712" y="3288268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28612" y="1764268"/>
            <a:ext cx="509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38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487788"/>
              </p:ext>
            </p:extLst>
          </p:nvPr>
        </p:nvGraphicFramePr>
        <p:xfrm>
          <a:off x="507206" y="76200"/>
          <a:ext cx="627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4" name="Equation" r:id="rId3" imgW="2641320" imgH="406080" progId="Equation.DSMT4">
                  <p:embed/>
                </p:oleObj>
              </mc:Choice>
              <mc:Fallback>
                <p:oleObj name="Equation" r:id="rId3" imgW="2641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" y="76200"/>
                        <a:ext cx="62738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8613" y="1479071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" y="4252050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17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955117"/>
              </p:ext>
            </p:extLst>
          </p:nvPr>
        </p:nvGraphicFramePr>
        <p:xfrm>
          <a:off x="3178175" y="1962150"/>
          <a:ext cx="49180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5" name="Equation" r:id="rId5" imgW="2108160" imgH="203040" progId="Equation.DSMT4">
                  <p:embed/>
                </p:oleObj>
              </mc:Choice>
              <mc:Fallback>
                <p:oleObj name="Equation" r:id="rId5" imgW="2108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175" y="1962150"/>
                        <a:ext cx="4918075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126337"/>
              </p:ext>
            </p:extLst>
          </p:nvPr>
        </p:nvGraphicFramePr>
        <p:xfrm>
          <a:off x="3079750" y="3409156"/>
          <a:ext cx="577850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6" name="Equation" r:id="rId7" imgW="215640" imgH="457200" progId="Equation.DSMT4">
                  <p:embed/>
                </p:oleObj>
              </mc:Choice>
              <mc:Fallback>
                <p:oleObj name="Equation" r:id="rId7" imgW="215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3409156"/>
                        <a:ext cx="577850" cy="1449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743200" y="3790950"/>
            <a:ext cx="1791535" cy="1588532"/>
            <a:chOff x="237287" y="3709359"/>
            <a:chExt cx="1791535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1151687" y="3709359"/>
              <a:ext cx="877135" cy="685800"/>
            </a:xfrm>
            <a:prstGeom prst="borderCallout1">
              <a:avLst>
                <a:gd name="adj1" fmla="val 48925"/>
                <a:gd name="adj2" fmla="val 1995"/>
                <a:gd name="adj3" fmla="val 180954"/>
                <a:gd name="adj4" fmla="val -38378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37287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9984"/>
              <a:gd name="adj4" fmla="val 74627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369707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7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713" y="3867150"/>
                        <a:ext cx="8540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315016"/>
              </p:ext>
            </p:extLst>
          </p:nvPr>
        </p:nvGraphicFramePr>
        <p:xfrm>
          <a:off x="3946525" y="3943350"/>
          <a:ext cx="3429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8" name="Equation" r:id="rId11" imgW="126720" imgH="139680" progId="Equation.DSMT4">
                  <p:embed/>
                </p:oleObj>
              </mc:Choice>
              <mc:Fallback>
                <p:oleObj name="Equation" r:id="rId11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3943350"/>
                        <a:ext cx="3429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057512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9" name="Equation" r:id="rId13" imgW="545760" imgH="228600" progId="Equation.DSMT4">
                  <p:embed/>
                </p:oleObj>
              </mc:Choice>
              <mc:Fallback>
                <p:oleObj name="Equation" r:id="rId13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863" y="3833813"/>
                        <a:ext cx="1468437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077647"/>
              </p:ext>
            </p:extLst>
          </p:nvPr>
        </p:nvGraphicFramePr>
        <p:xfrm>
          <a:off x="0" y="685800"/>
          <a:ext cx="9109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0" name="Equation" r:id="rId15" imgW="3835080" imgH="203040" progId="Equation.DSMT4">
                  <p:embed/>
                </p:oleObj>
              </mc:Choice>
              <mc:Fallback>
                <p:oleObj name="Equation" r:id="rId15" imgW="383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85800"/>
                        <a:ext cx="9109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28662" y="1779234"/>
            <a:ext cx="1355372" cy="3415228"/>
            <a:chOff x="728662" y="1779234"/>
            <a:chExt cx="1355372" cy="3415228"/>
          </a:xfrm>
        </p:grpSpPr>
        <p:grpSp>
          <p:nvGrpSpPr>
            <p:cNvPr id="4" name="Group 3"/>
            <p:cNvGrpSpPr/>
            <p:nvPr/>
          </p:nvGrpSpPr>
          <p:grpSpPr>
            <a:xfrm>
              <a:off x="739302" y="1860712"/>
              <a:ext cx="1100138" cy="3333750"/>
              <a:chOff x="739302" y="1860712"/>
              <a:chExt cx="1100138" cy="3333750"/>
            </a:xfrm>
          </p:grpSpPr>
          <p:sp>
            <p:nvSpPr>
              <p:cNvPr id="41" name="Flowchart: Magnetic Disk 40"/>
              <p:cNvSpPr/>
              <p:nvPr/>
            </p:nvSpPr>
            <p:spPr>
              <a:xfrm>
                <a:off x="739302" y="1860712"/>
                <a:ext cx="1100137" cy="3333750"/>
              </a:xfrm>
              <a:prstGeom prst="flowChartMagneticDisk">
                <a:avLst/>
              </a:prstGeom>
              <a:gradFill flip="none" rotWithShape="1">
                <a:gsLst>
                  <a:gs pos="6000">
                    <a:schemeClr val="accent4">
                      <a:shade val="15000"/>
                      <a:satMod val="180000"/>
                    </a:schemeClr>
                  </a:gs>
                  <a:gs pos="5500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bg1"/>
                  </a:gs>
                  <a:gs pos="45000">
                    <a:schemeClr val="accent4">
                      <a:tint val="99000"/>
                      <a:shade val="65000"/>
                      <a:satMod val="155000"/>
                    </a:scheme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  <a:effectLst>
                <a:outerShdw blurRad="50800" dist="381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19499998" lon="0" rev="0"/>
                </a:camera>
                <a:lightRig rig="threePt" dir="t"/>
              </a:scene3d>
              <a:sp3d z="63500"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739302" y="3832344"/>
                <a:ext cx="1100138" cy="412511"/>
              </a:xfrm>
              <a:prstGeom prst="arc">
                <a:avLst>
                  <a:gd name="adj1" fmla="val 89110"/>
                  <a:gd name="adj2" fmla="val 10983991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Half Frame 26"/>
            <p:cNvSpPr/>
            <p:nvPr/>
          </p:nvSpPr>
          <p:spPr>
            <a:xfrm>
              <a:off x="1779234" y="1779234"/>
              <a:ext cx="304800" cy="1084556"/>
            </a:xfrm>
            <a:prstGeom prst="halfFrame">
              <a:avLst>
                <a:gd name="adj1" fmla="val 20754"/>
                <a:gd name="adj2" fmla="val 23270"/>
              </a:avLst>
            </a:prstGeom>
            <a:solidFill>
              <a:schemeClr val="accent6">
                <a:lumMod val="75000"/>
              </a:schemeClr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c 28"/>
            <p:cNvSpPr/>
            <p:nvPr/>
          </p:nvSpPr>
          <p:spPr>
            <a:xfrm>
              <a:off x="728662" y="3285639"/>
              <a:ext cx="1100138" cy="371961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28600" y="3288268"/>
            <a:ext cx="485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04422" y="2362200"/>
            <a:ext cx="509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5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487788"/>
              </p:ext>
            </p:extLst>
          </p:nvPr>
        </p:nvGraphicFramePr>
        <p:xfrm>
          <a:off x="507206" y="76200"/>
          <a:ext cx="627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8" name="Equation" r:id="rId3" imgW="2641320" imgH="406080" progId="Equation.DSMT4">
                  <p:embed/>
                </p:oleObj>
              </mc:Choice>
              <mc:Fallback>
                <p:oleObj name="Equation" r:id="rId3" imgW="2641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" y="76200"/>
                        <a:ext cx="62738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52413" y="4390426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13754" y="2438400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28624"/>
              </p:ext>
            </p:extLst>
          </p:nvPr>
        </p:nvGraphicFramePr>
        <p:xfrm>
          <a:off x="2911475" y="1992313"/>
          <a:ext cx="54514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9" name="Equation" r:id="rId5" imgW="2336760" imgH="177480" progId="Equation.DSMT4">
                  <p:embed/>
                </p:oleObj>
              </mc:Choice>
              <mc:Fallback>
                <p:oleObj name="Equation" r:id="rId5" imgW="23367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5" y="1992313"/>
                        <a:ext cx="5451475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648238"/>
              </p:ext>
            </p:extLst>
          </p:nvPr>
        </p:nvGraphicFramePr>
        <p:xfrm>
          <a:off x="2996937" y="3294061"/>
          <a:ext cx="54451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0" name="Equation" r:id="rId7" imgW="203040" imgH="469800" progId="Equation.DSMT4">
                  <p:embed/>
                </p:oleObj>
              </mc:Choice>
              <mc:Fallback>
                <p:oleObj name="Equation" r:id="rId7" imgW="203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937" y="3294061"/>
                        <a:ext cx="544513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82113" y="3790950"/>
            <a:ext cx="1952622" cy="1588532"/>
            <a:chOff x="76200" y="3709359"/>
            <a:chExt cx="1952622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999287" y="3709359"/>
              <a:ext cx="1029535" cy="685800"/>
            </a:xfrm>
            <a:prstGeom prst="borderCallout1">
              <a:avLst>
                <a:gd name="adj1" fmla="val 48925"/>
                <a:gd name="adj2" fmla="val 1995"/>
                <a:gd name="adj3" fmla="val 179660"/>
                <a:gd name="adj4" fmla="val -43998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9984"/>
              <a:gd name="adj4" fmla="val 74627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369707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1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713" y="3867150"/>
                        <a:ext cx="8540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270752"/>
              </p:ext>
            </p:extLst>
          </p:nvPr>
        </p:nvGraphicFramePr>
        <p:xfrm>
          <a:off x="3505200" y="3875996"/>
          <a:ext cx="10588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2" name="Equation" r:id="rId11" imgW="393480" imgH="177480" progId="Equation.DSMT4">
                  <p:embed/>
                </p:oleObj>
              </mc:Choice>
              <mc:Fallback>
                <p:oleObj name="Equation" r:id="rId11" imgW="3934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875996"/>
                        <a:ext cx="105886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057512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3" name="Equation" r:id="rId13" imgW="545760" imgH="228600" progId="Equation.DSMT4">
                  <p:embed/>
                </p:oleObj>
              </mc:Choice>
              <mc:Fallback>
                <p:oleObj name="Equation" r:id="rId13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863" y="3833813"/>
                        <a:ext cx="1468437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077647"/>
              </p:ext>
            </p:extLst>
          </p:nvPr>
        </p:nvGraphicFramePr>
        <p:xfrm>
          <a:off x="0" y="685800"/>
          <a:ext cx="9109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4" name="Equation" r:id="rId15" imgW="3835080" imgH="203040" progId="Equation.DSMT4">
                  <p:embed/>
                </p:oleObj>
              </mc:Choice>
              <mc:Fallback>
                <p:oleObj name="Equation" r:id="rId15" imgW="383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85800"/>
                        <a:ext cx="9109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28662" y="1779234"/>
            <a:ext cx="1355372" cy="3415228"/>
            <a:chOff x="728662" y="1779234"/>
            <a:chExt cx="1355372" cy="3415228"/>
          </a:xfrm>
        </p:grpSpPr>
        <p:grpSp>
          <p:nvGrpSpPr>
            <p:cNvPr id="4" name="Group 3"/>
            <p:cNvGrpSpPr/>
            <p:nvPr/>
          </p:nvGrpSpPr>
          <p:grpSpPr>
            <a:xfrm>
              <a:off x="739302" y="1860712"/>
              <a:ext cx="1100138" cy="3333750"/>
              <a:chOff x="739302" y="1860712"/>
              <a:chExt cx="1100138" cy="3333750"/>
            </a:xfrm>
          </p:grpSpPr>
          <p:sp>
            <p:nvSpPr>
              <p:cNvPr id="41" name="Flowchart: Magnetic Disk 40"/>
              <p:cNvSpPr/>
              <p:nvPr/>
            </p:nvSpPr>
            <p:spPr>
              <a:xfrm>
                <a:off x="739302" y="1860712"/>
                <a:ext cx="1100137" cy="3333750"/>
              </a:xfrm>
              <a:prstGeom prst="flowChartMagneticDisk">
                <a:avLst/>
              </a:prstGeom>
              <a:gradFill flip="none" rotWithShape="1">
                <a:gsLst>
                  <a:gs pos="6000">
                    <a:schemeClr val="accent4">
                      <a:shade val="15000"/>
                      <a:satMod val="180000"/>
                    </a:schemeClr>
                  </a:gs>
                  <a:gs pos="5500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bg1"/>
                  </a:gs>
                  <a:gs pos="45000">
                    <a:schemeClr val="accent4">
                      <a:tint val="99000"/>
                      <a:shade val="65000"/>
                      <a:satMod val="155000"/>
                    </a:scheme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  <a:effectLst>
                <a:outerShdw blurRad="50800" dist="381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19499998" lon="0" rev="0"/>
                </a:camera>
                <a:lightRig rig="threePt" dir="t"/>
              </a:scene3d>
              <a:sp3d z="63500"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739302" y="3832344"/>
                <a:ext cx="1100138" cy="412511"/>
              </a:xfrm>
              <a:prstGeom prst="arc">
                <a:avLst>
                  <a:gd name="adj1" fmla="val 89110"/>
                  <a:gd name="adj2" fmla="val 10983991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Half Frame 26"/>
            <p:cNvSpPr/>
            <p:nvPr/>
          </p:nvSpPr>
          <p:spPr>
            <a:xfrm>
              <a:off x="1779234" y="1779234"/>
              <a:ext cx="304800" cy="1084556"/>
            </a:xfrm>
            <a:prstGeom prst="halfFrame">
              <a:avLst>
                <a:gd name="adj1" fmla="val 20754"/>
                <a:gd name="adj2" fmla="val 23270"/>
              </a:avLst>
            </a:prstGeom>
            <a:solidFill>
              <a:schemeClr val="accent6">
                <a:lumMod val="75000"/>
              </a:schemeClr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c 28"/>
            <p:cNvSpPr/>
            <p:nvPr/>
          </p:nvSpPr>
          <p:spPr>
            <a:xfrm>
              <a:off x="728662" y="3285639"/>
              <a:ext cx="1100138" cy="371961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66712" y="3288268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28612" y="1594568"/>
            <a:ext cx="509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5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30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467372"/>
              </p:ext>
            </p:extLst>
          </p:nvPr>
        </p:nvGraphicFramePr>
        <p:xfrm>
          <a:off x="507206" y="76200"/>
          <a:ext cx="627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5" name="Equation" r:id="rId3" imgW="2641320" imgH="406080" progId="Equation.DSMT4">
                  <p:embed/>
                </p:oleObj>
              </mc:Choice>
              <mc:Fallback>
                <p:oleObj name="Equation" r:id="rId3" imgW="2641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" y="76200"/>
                        <a:ext cx="62738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8614" y="3409309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13754" y="2438400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-5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370011"/>
              </p:ext>
            </p:extLst>
          </p:nvPr>
        </p:nvGraphicFramePr>
        <p:xfrm>
          <a:off x="2838450" y="1963738"/>
          <a:ext cx="559911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6" name="Equation" r:id="rId5" imgW="2400120" imgH="203040" progId="Equation.DSMT4">
                  <p:embed/>
                </p:oleObj>
              </mc:Choice>
              <mc:Fallback>
                <p:oleObj name="Equation" r:id="rId5" imgW="240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0" y="1963738"/>
                        <a:ext cx="5599113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731719"/>
              </p:ext>
            </p:extLst>
          </p:nvPr>
        </p:nvGraphicFramePr>
        <p:xfrm>
          <a:off x="2996937" y="3294061"/>
          <a:ext cx="54451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7" name="Equation" r:id="rId7" imgW="203040" imgH="469800" progId="Equation.DSMT4">
                  <p:embed/>
                </p:oleObj>
              </mc:Choice>
              <mc:Fallback>
                <p:oleObj name="Equation" r:id="rId7" imgW="203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937" y="3294061"/>
                        <a:ext cx="544513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82113" y="3790950"/>
            <a:ext cx="1952622" cy="1588532"/>
            <a:chOff x="76200" y="3709359"/>
            <a:chExt cx="1952622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999287" y="3709359"/>
              <a:ext cx="1029535" cy="685800"/>
            </a:xfrm>
            <a:prstGeom prst="borderCallout1">
              <a:avLst>
                <a:gd name="adj1" fmla="val 48925"/>
                <a:gd name="adj2" fmla="val 1995"/>
                <a:gd name="adj3" fmla="val 179660"/>
                <a:gd name="adj4" fmla="val -43998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9984"/>
              <a:gd name="adj4" fmla="val 74627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099499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8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713" y="3867150"/>
                        <a:ext cx="8540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194768"/>
              </p:ext>
            </p:extLst>
          </p:nvPr>
        </p:nvGraphicFramePr>
        <p:xfrm>
          <a:off x="3505200" y="3875996"/>
          <a:ext cx="10588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9" name="Equation" r:id="rId11" imgW="393480" imgH="177480" progId="Equation.DSMT4">
                  <p:embed/>
                </p:oleObj>
              </mc:Choice>
              <mc:Fallback>
                <p:oleObj name="Equation" r:id="rId11" imgW="3934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875996"/>
                        <a:ext cx="105886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550646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" name="Equation" r:id="rId13" imgW="545760" imgH="228600" progId="Equation.DSMT4">
                  <p:embed/>
                </p:oleObj>
              </mc:Choice>
              <mc:Fallback>
                <p:oleObj name="Equation" r:id="rId13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863" y="3833813"/>
                        <a:ext cx="1468437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99642"/>
              </p:ext>
            </p:extLst>
          </p:nvPr>
        </p:nvGraphicFramePr>
        <p:xfrm>
          <a:off x="0" y="685800"/>
          <a:ext cx="9109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1" name="Equation" r:id="rId15" imgW="3835080" imgH="203040" progId="Equation.DSMT4">
                  <p:embed/>
                </p:oleObj>
              </mc:Choice>
              <mc:Fallback>
                <p:oleObj name="Equation" r:id="rId15" imgW="383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85800"/>
                        <a:ext cx="9109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28662" y="1779234"/>
            <a:ext cx="1355372" cy="3415228"/>
            <a:chOff x="728662" y="1779234"/>
            <a:chExt cx="1355372" cy="3415228"/>
          </a:xfrm>
        </p:grpSpPr>
        <p:grpSp>
          <p:nvGrpSpPr>
            <p:cNvPr id="4" name="Group 3"/>
            <p:cNvGrpSpPr/>
            <p:nvPr/>
          </p:nvGrpSpPr>
          <p:grpSpPr>
            <a:xfrm>
              <a:off x="739302" y="1860712"/>
              <a:ext cx="1100138" cy="3333750"/>
              <a:chOff x="739302" y="1860712"/>
              <a:chExt cx="1100138" cy="3333750"/>
            </a:xfrm>
          </p:grpSpPr>
          <p:sp>
            <p:nvSpPr>
              <p:cNvPr id="41" name="Flowchart: Magnetic Disk 40"/>
              <p:cNvSpPr/>
              <p:nvPr/>
            </p:nvSpPr>
            <p:spPr>
              <a:xfrm>
                <a:off x="739302" y="1860712"/>
                <a:ext cx="1100137" cy="3333750"/>
              </a:xfrm>
              <a:prstGeom prst="flowChartMagneticDisk">
                <a:avLst/>
              </a:prstGeom>
              <a:gradFill flip="none" rotWithShape="1">
                <a:gsLst>
                  <a:gs pos="6000">
                    <a:schemeClr val="accent4">
                      <a:shade val="15000"/>
                      <a:satMod val="180000"/>
                    </a:schemeClr>
                  </a:gs>
                  <a:gs pos="5500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bg1"/>
                  </a:gs>
                  <a:gs pos="45000">
                    <a:schemeClr val="accent4">
                      <a:tint val="99000"/>
                      <a:shade val="65000"/>
                      <a:satMod val="155000"/>
                    </a:scheme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  <a:effectLst>
                <a:outerShdw blurRad="50800" dist="381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19499998" lon="0" rev="0"/>
                </a:camera>
                <a:lightRig rig="threePt" dir="t"/>
              </a:scene3d>
              <a:sp3d z="63500"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739302" y="3832344"/>
                <a:ext cx="1100138" cy="412511"/>
              </a:xfrm>
              <a:prstGeom prst="arc">
                <a:avLst>
                  <a:gd name="adj1" fmla="val 89110"/>
                  <a:gd name="adj2" fmla="val 10983991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Half Frame 26"/>
            <p:cNvSpPr/>
            <p:nvPr/>
          </p:nvSpPr>
          <p:spPr>
            <a:xfrm>
              <a:off x="1779234" y="1779234"/>
              <a:ext cx="304800" cy="1084556"/>
            </a:xfrm>
            <a:prstGeom prst="halfFrame">
              <a:avLst>
                <a:gd name="adj1" fmla="val 20754"/>
                <a:gd name="adj2" fmla="val 23270"/>
              </a:avLst>
            </a:prstGeom>
            <a:solidFill>
              <a:schemeClr val="accent6">
                <a:lumMod val="75000"/>
              </a:schemeClr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c 28"/>
            <p:cNvSpPr/>
            <p:nvPr/>
          </p:nvSpPr>
          <p:spPr>
            <a:xfrm>
              <a:off x="728662" y="3285639"/>
              <a:ext cx="1100138" cy="371961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28613" y="4495406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28600" y="1594568"/>
            <a:ext cx="661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52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3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381001" y="2344006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283476" y="4928393"/>
            <a:ext cx="3344113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66743"/>
              </p:ext>
            </p:extLst>
          </p:nvPr>
        </p:nvGraphicFramePr>
        <p:xfrm>
          <a:off x="2851150" y="2038350"/>
          <a:ext cx="548005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9" name="Equation" r:id="rId3" imgW="2349360" imgH="203040" progId="Equation.DSMT4">
                  <p:embed/>
                </p:oleObj>
              </mc:Choice>
              <mc:Fallback>
                <p:oleObj name="Equation" r:id="rId3" imgW="2349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2038350"/>
                        <a:ext cx="5480050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969084"/>
              </p:ext>
            </p:extLst>
          </p:nvPr>
        </p:nvGraphicFramePr>
        <p:xfrm>
          <a:off x="2997200" y="4430713"/>
          <a:ext cx="577850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0" name="Equation" r:id="rId5" imgW="215640" imgH="469800" progId="Equation.DSMT4">
                  <p:embed/>
                </p:oleObj>
              </mc:Choice>
              <mc:Fallback>
                <p:oleObj name="Equation" r:id="rId5" imgW="2156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4430713"/>
                        <a:ext cx="577850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98389" y="4928393"/>
            <a:ext cx="1532688" cy="1588532"/>
            <a:chOff x="76200" y="3709359"/>
            <a:chExt cx="1532688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999288" y="3709359"/>
              <a:ext cx="609600" cy="685800"/>
            </a:xfrm>
            <a:prstGeom prst="borderCallout1">
              <a:avLst>
                <a:gd name="adj1" fmla="val 48925"/>
                <a:gd name="adj2" fmla="val 1995"/>
                <a:gd name="adj3" fmla="val 179660"/>
                <a:gd name="adj4" fmla="val -43998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367832" y="5010912"/>
            <a:ext cx="838200" cy="523055"/>
          </a:xfrm>
          <a:prstGeom prst="borderCallout1">
            <a:avLst>
              <a:gd name="adj1" fmla="val -3891"/>
              <a:gd name="adj2" fmla="val 41981"/>
              <a:gd name="adj3" fmla="val -113955"/>
              <a:gd name="adj4" fmla="val 3341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503389" y="6147593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274076" y="5004593"/>
            <a:ext cx="2201113" cy="533400"/>
          </a:xfrm>
          <a:prstGeom prst="borderCallout1">
            <a:avLst>
              <a:gd name="adj1" fmla="val 2767"/>
              <a:gd name="adj2" fmla="val 56097"/>
              <a:gd name="adj3" fmla="val -104852"/>
              <a:gd name="adj4" fmla="val 3666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172200" y="6129837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426494"/>
              </p:ext>
            </p:extLst>
          </p:nvPr>
        </p:nvGraphicFramePr>
        <p:xfrm>
          <a:off x="4343054" y="5017034"/>
          <a:ext cx="8540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1" name="Equation" r:id="rId7" imgW="317160" imgH="177480" progId="Equation.DSMT4">
                  <p:embed/>
                </p:oleObj>
              </mc:Choice>
              <mc:Fallback>
                <p:oleObj name="Equation" r:id="rId7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054" y="5017034"/>
                        <a:ext cx="8540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068114"/>
              </p:ext>
            </p:extLst>
          </p:nvPr>
        </p:nvGraphicFramePr>
        <p:xfrm>
          <a:off x="3655620" y="5063178"/>
          <a:ext cx="34131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2" name="Equation" r:id="rId9" imgW="126720" imgH="139680" progId="Equation.DSMT4">
                  <p:embed/>
                </p:oleObj>
              </mc:Choice>
              <mc:Fallback>
                <p:oleObj name="Equation" r:id="rId9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5620" y="5063178"/>
                        <a:ext cx="341313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60989" y="6223793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579681"/>
              </p:ext>
            </p:extLst>
          </p:nvPr>
        </p:nvGraphicFramePr>
        <p:xfrm>
          <a:off x="5640413" y="4981485"/>
          <a:ext cx="146843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3" name="Equation" r:id="rId11" imgW="545760" imgH="228600" progId="Equation.DSMT4">
                  <p:embed/>
                </p:oleObj>
              </mc:Choice>
              <mc:Fallback>
                <p:oleObj name="Equation" r:id="rId11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413" y="4981485"/>
                        <a:ext cx="1468437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14311" y="4495406"/>
            <a:ext cx="509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87859"/>
              </p:ext>
            </p:extLst>
          </p:nvPr>
        </p:nvGraphicFramePr>
        <p:xfrm>
          <a:off x="139700" y="215900"/>
          <a:ext cx="702786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4" name="Equation" r:id="rId13" imgW="2958840" imgH="431640" progId="Equation.DSMT4">
                  <p:embed/>
                </p:oleObj>
              </mc:Choice>
              <mc:Fallback>
                <p:oleObj name="Equation" r:id="rId13" imgW="2958840" imgH="43164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" y="215900"/>
                        <a:ext cx="7027863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756794" y="2362198"/>
            <a:ext cx="1066800" cy="2368299"/>
            <a:chOff x="756794" y="2348251"/>
            <a:chExt cx="1066800" cy="2368299"/>
          </a:xfrm>
        </p:grpSpPr>
        <p:sp>
          <p:nvSpPr>
            <p:cNvPr id="6" name="Isosceles Triangle 5"/>
            <p:cNvSpPr/>
            <p:nvPr/>
          </p:nvSpPr>
          <p:spPr>
            <a:xfrm rot="10800000">
              <a:off x="756794" y="2534827"/>
              <a:ext cx="1066800" cy="2181723"/>
            </a:xfrm>
            <a:prstGeom prst="triangle">
              <a:avLst/>
            </a:prstGeom>
            <a:gradFill flip="none" rotWithShape="1">
              <a:gsLst>
                <a:gs pos="0">
                  <a:schemeClr val="accent4">
                    <a:shade val="15000"/>
                    <a:satMod val="180000"/>
                  </a:schemeClr>
                </a:gs>
                <a:gs pos="50000">
                  <a:schemeClr val="accent4">
                    <a:shade val="45000"/>
                    <a:satMod val="170000"/>
                  </a:schemeClr>
                </a:gs>
                <a:gs pos="70000">
                  <a:schemeClr val="accent4">
                    <a:tint val="99000"/>
                    <a:shade val="65000"/>
                    <a:satMod val="155000"/>
                  </a:schemeClr>
                </a:gs>
                <a:gs pos="91000">
                  <a:schemeClr val="accent4">
                    <a:tint val="95500"/>
                    <a:shade val="100000"/>
                    <a:satMod val="155000"/>
                  </a:schemeClr>
                </a:gs>
              </a:gsLst>
              <a:lin ang="5400000" scaled="1"/>
              <a:tileRect/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756794" y="2348251"/>
              <a:ext cx="1066800" cy="344482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Oval 24"/>
          <p:cNvSpPr/>
          <p:nvPr/>
        </p:nvSpPr>
        <p:spPr>
          <a:xfrm rot="10800000">
            <a:off x="1094232" y="3889493"/>
            <a:ext cx="381000" cy="225307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>
              <a:rot lat="16499989" lon="10799999" rev="10799999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accent5">
                <a:satMod val="300000"/>
              </a:schemeClr>
            </a:contourClr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9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30" grpId="0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381001" y="2344006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283476" y="4800600"/>
            <a:ext cx="3717524" cy="813593"/>
          </a:xfrm>
          <a:prstGeom prst="borderCallout1">
            <a:avLst>
              <a:gd name="adj1" fmla="val 58373"/>
              <a:gd name="adj2" fmla="val 100520"/>
              <a:gd name="adj3" fmla="val 173453"/>
              <a:gd name="adj4" fmla="val 11842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897827"/>
              </p:ext>
            </p:extLst>
          </p:nvPr>
        </p:nvGraphicFramePr>
        <p:xfrm>
          <a:off x="2997200" y="4430713"/>
          <a:ext cx="577850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6" name="Equation" r:id="rId4" imgW="215640" imgH="469800" progId="Equation.DSMT4">
                  <p:embed/>
                </p:oleObj>
              </mc:Choice>
              <mc:Fallback>
                <p:oleObj name="Equation" r:id="rId4" imgW="2156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4430713"/>
                        <a:ext cx="577850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98389" y="4800600"/>
            <a:ext cx="1532688" cy="1716325"/>
            <a:chOff x="76200" y="3581566"/>
            <a:chExt cx="1532688" cy="1716325"/>
          </a:xfrm>
        </p:grpSpPr>
        <p:sp>
          <p:nvSpPr>
            <p:cNvPr id="49" name="Line Callout 1 48"/>
            <p:cNvSpPr/>
            <p:nvPr/>
          </p:nvSpPr>
          <p:spPr>
            <a:xfrm>
              <a:off x="999288" y="3581566"/>
              <a:ext cx="609600" cy="813593"/>
            </a:xfrm>
            <a:prstGeom prst="borderCallout1">
              <a:avLst>
                <a:gd name="adj1" fmla="val 48925"/>
                <a:gd name="adj2" fmla="val 1995"/>
                <a:gd name="adj3" fmla="val 163925"/>
                <a:gd name="adj4" fmla="val -37998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367832" y="4876800"/>
            <a:ext cx="838200" cy="636809"/>
          </a:xfrm>
          <a:prstGeom prst="borderCallout1">
            <a:avLst>
              <a:gd name="adj1" fmla="val -3891"/>
              <a:gd name="adj2" fmla="val 41981"/>
              <a:gd name="adj3" fmla="val -97210"/>
              <a:gd name="adj4" fmla="val 27961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503389" y="6147593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274074" y="4876800"/>
            <a:ext cx="2574525" cy="636809"/>
          </a:xfrm>
          <a:prstGeom prst="borderCallout1">
            <a:avLst>
              <a:gd name="adj1" fmla="val 2767"/>
              <a:gd name="adj2" fmla="val 56097"/>
              <a:gd name="adj3" fmla="val -94800"/>
              <a:gd name="adj4" fmla="val 43055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172200" y="6129837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355579"/>
              </p:ext>
            </p:extLst>
          </p:nvPr>
        </p:nvGraphicFramePr>
        <p:xfrm>
          <a:off x="4343054" y="4953000"/>
          <a:ext cx="8540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7" name="Equation" r:id="rId6" imgW="317160" imgH="177480" progId="Equation.DSMT4">
                  <p:embed/>
                </p:oleObj>
              </mc:Choice>
              <mc:Fallback>
                <p:oleObj name="Equation" r:id="rId6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054" y="4953000"/>
                        <a:ext cx="8540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229273"/>
              </p:ext>
            </p:extLst>
          </p:nvPr>
        </p:nvGraphicFramePr>
        <p:xfrm>
          <a:off x="3655620" y="4981621"/>
          <a:ext cx="34131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8" name="Equation" r:id="rId8" imgW="126720" imgH="139680" progId="Equation.DSMT4">
                  <p:embed/>
                </p:oleObj>
              </mc:Choice>
              <mc:Fallback>
                <p:oleObj name="Equation" r:id="rId8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5620" y="4981621"/>
                        <a:ext cx="341313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60989" y="6223793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4311" y="4495406"/>
            <a:ext cx="509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951669"/>
              </p:ext>
            </p:extLst>
          </p:nvPr>
        </p:nvGraphicFramePr>
        <p:xfrm>
          <a:off x="50495" y="13424"/>
          <a:ext cx="26241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9" name="Equation" r:id="rId10" imgW="1104840" imgH="203040" progId="Equation.DSMT4">
                  <p:embed/>
                </p:oleObj>
              </mc:Choice>
              <mc:Fallback>
                <p:oleObj name="Equation" r:id="rId10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95" y="13424"/>
                        <a:ext cx="262413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sosceles Triangle 5"/>
          <p:cNvSpPr/>
          <p:nvPr/>
        </p:nvSpPr>
        <p:spPr>
          <a:xfrm rot="10800000">
            <a:off x="756794" y="2548774"/>
            <a:ext cx="1066800" cy="2181723"/>
          </a:xfrm>
          <a:prstGeom prst="triangle">
            <a:avLst/>
          </a:prstGeom>
          <a:gradFill flip="none" rotWithShape="1">
            <a:gsLst>
              <a:gs pos="0">
                <a:schemeClr val="accent4">
                  <a:shade val="15000"/>
                  <a:satMod val="180000"/>
                </a:schemeClr>
              </a:gs>
              <a:gs pos="50000">
                <a:schemeClr val="accent4">
                  <a:shade val="45000"/>
                  <a:satMod val="170000"/>
                </a:schemeClr>
              </a:gs>
              <a:gs pos="70000">
                <a:schemeClr val="accent4">
                  <a:tint val="99000"/>
                  <a:shade val="65000"/>
                  <a:satMod val="155000"/>
                </a:schemeClr>
              </a:gs>
              <a:gs pos="91000">
                <a:schemeClr val="accent4">
                  <a:tint val="95500"/>
                  <a:shade val="100000"/>
                  <a:satMod val="155000"/>
                </a:schemeClr>
              </a:gs>
            </a:gsLst>
            <a:lin ang="5400000" scaled="1"/>
            <a:tileRect/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Triangle 1"/>
          <p:cNvSpPr/>
          <p:nvPr/>
        </p:nvSpPr>
        <p:spPr>
          <a:xfrm rot="10800000">
            <a:off x="759752" y="2534441"/>
            <a:ext cx="530441" cy="2196056"/>
          </a:xfrm>
          <a:prstGeom prst="rtTriangle">
            <a:avLst/>
          </a:prstGeom>
          <a:gradFill flip="none" rotWithShape="1">
            <a:lin ang="5400000" scaled="1"/>
            <a:tileRect/>
          </a:gradFill>
          <a:ln w="19050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/>
          <p:cNvSpPr/>
          <p:nvPr/>
        </p:nvSpPr>
        <p:spPr>
          <a:xfrm>
            <a:off x="4221527" y="659166"/>
            <a:ext cx="356570" cy="2189050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1569025"/>
            <a:ext cx="50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10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1" name="Right Brace 30"/>
          <p:cNvSpPr/>
          <p:nvPr/>
        </p:nvSpPr>
        <p:spPr>
          <a:xfrm rot="16200000">
            <a:off x="3629836" y="230807"/>
            <a:ext cx="230048" cy="530434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756794" y="2362200"/>
            <a:ext cx="1066800" cy="344482"/>
          </a:xfrm>
          <a:prstGeom prst="ellips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566920" y="11668"/>
            <a:ext cx="35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3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4" name="Right Brace 33"/>
          <p:cNvSpPr/>
          <p:nvPr/>
        </p:nvSpPr>
        <p:spPr>
          <a:xfrm>
            <a:off x="2837646" y="2146602"/>
            <a:ext cx="210354" cy="797822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28121" y="2371681"/>
            <a:ext cx="79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10-x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Right Brace 35"/>
          <p:cNvSpPr/>
          <p:nvPr/>
        </p:nvSpPr>
        <p:spPr>
          <a:xfrm rot="16200000">
            <a:off x="2514571" y="1832714"/>
            <a:ext cx="196756" cy="251593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75594" y="1531334"/>
            <a:ext cx="35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791922"/>
              </p:ext>
            </p:extLst>
          </p:nvPr>
        </p:nvGraphicFramePr>
        <p:xfrm>
          <a:off x="7301358" y="214622"/>
          <a:ext cx="1719262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0" name="Equation" r:id="rId12" imgW="736560" imgH="393480" progId="Equation.DSMT4">
                  <p:embed/>
                </p:oleObj>
              </mc:Choice>
              <mc:Fallback>
                <p:oleObj name="Equation" r:id="rId12" imgW="73656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1358" y="214622"/>
                        <a:ext cx="1719262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678840"/>
              </p:ext>
            </p:extLst>
          </p:nvPr>
        </p:nvGraphicFramePr>
        <p:xfrm>
          <a:off x="5948363" y="457200"/>
          <a:ext cx="12144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1" name="Equation" r:id="rId14" imgW="520560" imgH="203040" progId="Equation.DSMT4">
                  <p:embed/>
                </p:oleObj>
              </mc:Choice>
              <mc:Fallback>
                <p:oleObj name="Equation" r:id="rId14" imgW="52056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363" y="457200"/>
                        <a:ext cx="12144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589172"/>
              </p:ext>
            </p:extLst>
          </p:nvPr>
        </p:nvGraphicFramePr>
        <p:xfrm>
          <a:off x="6686924" y="1876487"/>
          <a:ext cx="2141537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2" name="Equation" r:id="rId16" imgW="901440" imgH="393480" progId="Equation.DSMT4">
                  <p:embed/>
                </p:oleObj>
              </mc:Choice>
              <mc:Fallback>
                <p:oleObj name="Equation" r:id="rId16" imgW="90144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924" y="1876487"/>
                        <a:ext cx="2141537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589320"/>
              </p:ext>
            </p:extLst>
          </p:nvPr>
        </p:nvGraphicFramePr>
        <p:xfrm>
          <a:off x="7116763" y="1993900"/>
          <a:ext cx="17637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3" name="Equation" r:id="rId18" imgW="876240" imgH="469800" progId="Equation.DSMT4">
                  <p:embed/>
                </p:oleObj>
              </mc:Choice>
              <mc:Fallback>
                <p:oleObj name="Equation" r:id="rId18" imgW="876240" imgH="469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6763" y="1993900"/>
                        <a:ext cx="176371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418549"/>
              </p:ext>
            </p:extLst>
          </p:nvPr>
        </p:nvGraphicFramePr>
        <p:xfrm>
          <a:off x="5608320" y="5095049"/>
          <a:ext cx="3746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4" name="Equation" r:id="rId20" imgW="139680" imgH="139680" progId="Equation.DSMT4">
                  <p:embed/>
                </p:oleObj>
              </mc:Choice>
              <mc:Fallback>
                <p:oleObj name="Equation" r:id="rId20" imgW="139680" imgH="1396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8320" y="5095049"/>
                        <a:ext cx="3746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774746"/>
              </p:ext>
            </p:extLst>
          </p:nvPr>
        </p:nvGraphicFramePr>
        <p:xfrm>
          <a:off x="6858000" y="4969271"/>
          <a:ext cx="5127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5" name="Equation" r:id="rId22" imgW="190440" imgH="177480" progId="Equation.DSMT4">
                  <p:embed/>
                </p:oleObj>
              </mc:Choice>
              <mc:Fallback>
                <p:oleObj name="Equation" r:id="rId22" imgW="190440" imgH="1774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969271"/>
                        <a:ext cx="5127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149072"/>
              </p:ext>
            </p:extLst>
          </p:nvPr>
        </p:nvGraphicFramePr>
        <p:xfrm>
          <a:off x="6144768" y="4953000"/>
          <a:ext cx="392112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6" name="Equation" r:id="rId24" imgW="164880" imgH="190440" progId="Equation.DSMT4">
                  <p:embed/>
                </p:oleObj>
              </mc:Choice>
              <mc:Fallback>
                <p:oleObj name="Equation" r:id="rId24" imgW="164880" imgH="1904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4768" y="4953000"/>
                        <a:ext cx="392112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Oval 38"/>
          <p:cNvSpPr/>
          <p:nvPr/>
        </p:nvSpPr>
        <p:spPr>
          <a:xfrm rot="10800000">
            <a:off x="1094232" y="3889493"/>
            <a:ext cx="381000" cy="225307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>
              <a:rot lat="16499989" lon="10799999" rev="10799999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accent5">
                <a:satMod val="300000"/>
              </a:schemeClr>
            </a:contourClr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/>
          <p:cNvSpPr/>
          <p:nvPr/>
        </p:nvSpPr>
        <p:spPr>
          <a:xfrm rot="10800000">
            <a:off x="1098325" y="3912249"/>
            <a:ext cx="194828" cy="790815"/>
          </a:xfrm>
          <a:prstGeom prst="rt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 prst="softRound"/>
            <a:contourClr>
              <a:schemeClr val="accent4">
                <a:satMod val="300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2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08651E-6 L 0.29618 -0.2738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9" y="-1369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23 L 0.29705 -0.2638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61" y="-131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05 -0.26382 L 0.15694 -0.2571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14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07407E-6 L -0.03715 -0.00254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8" y="-13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0.00139 L 0.0474 0.0037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85185E-6 L -0.16371 0.41551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94" y="20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5" grpId="0"/>
      <p:bldP spid="31" grpId="0" animBg="1"/>
      <p:bldP spid="32" grpId="0"/>
      <p:bldP spid="34" grpId="0" animBg="1"/>
      <p:bldP spid="35" grpId="0"/>
      <p:bldP spid="36" grpId="0" animBg="1"/>
      <p:bldP spid="37" grpId="0"/>
      <p:bldP spid="28" grpId="0" animBg="1"/>
      <p:bldP spid="28" grpId="1" animBg="1"/>
      <p:bldP spid="28" grpId="2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2513</TotalTime>
  <Words>126</Words>
  <Application>Microsoft Office PowerPoint</Application>
  <PresentationFormat>On-screen Show (4:3)</PresentationFormat>
  <Paragraphs>89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Lucida Sans Unicode</vt:lpstr>
      <vt:lpstr>Verdana</vt:lpstr>
      <vt:lpstr>Wingdings 2</vt:lpstr>
      <vt:lpstr>Wingdings 3</vt:lpstr>
      <vt:lpstr>theme</vt:lpstr>
      <vt:lpstr>MathType 6.0 Equation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Higgins, Raegan</cp:lastModifiedBy>
  <cp:revision>477</cp:revision>
  <dcterms:created xsi:type="dcterms:W3CDTF">2006-08-16T00:00:00Z</dcterms:created>
  <dcterms:modified xsi:type="dcterms:W3CDTF">2014-07-21T14:42:44Z</dcterms:modified>
</cp:coreProperties>
</file>