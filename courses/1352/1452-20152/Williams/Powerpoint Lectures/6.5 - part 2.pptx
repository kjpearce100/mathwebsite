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2"/>
  </p:notesMasterIdLst>
  <p:sldIdLst>
    <p:sldId id="269" r:id="rId2"/>
    <p:sldId id="261" r:id="rId3"/>
    <p:sldId id="258" r:id="rId4"/>
    <p:sldId id="262" r:id="rId5"/>
    <p:sldId id="263" r:id="rId6"/>
    <p:sldId id="264" r:id="rId7"/>
    <p:sldId id="266" r:id="rId8"/>
    <p:sldId id="267" r:id="rId9"/>
    <p:sldId id="268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900"/>
    <a:srgbClr val="0033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82" autoAdjust="0"/>
  </p:normalViewPr>
  <p:slideViewPr>
    <p:cSldViewPr>
      <p:cViewPr varScale="1">
        <p:scale>
          <a:sx n="102" d="100"/>
          <a:sy n="102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3.wmf"/><Relationship Id="rId1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14.wmf"/><Relationship Id="rId4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20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23.wmf"/><Relationship Id="rId7" Type="http://schemas.openxmlformats.org/officeDocument/2006/relationships/image" Target="../media/image18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6.wmf"/><Relationship Id="rId5" Type="http://schemas.openxmlformats.org/officeDocument/2006/relationships/image" Target="../media/image17.wmf"/><Relationship Id="rId4" Type="http://schemas.openxmlformats.org/officeDocument/2006/relationships/image" Target="../media/image24.wmf"/><Relationship Id="rId9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0.wmf"/><Relationship Id="rId2" Type="http://schemas.openxmlformats.org/officeDocument/2006/relationships/image" Target="../media/image25.wmf"/><Relationship Id="rId1" Type="http://schemas.openxmlformats.org/officeDocument/2006/relationships/image" Target="../media/image15.wmf"/><Relationship Id="rId6" Type="http://schemas.openxmlformats.org/officeDocument/2006/relationships/image" Target="../media/image19.wmf"/><Relationship Id="rId5" Type="http://schemas.openxmlformats.org/officeDocument/2006/relationships/image" Target="../media/image27.wmf"/><Relationship Id="rId4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6.wmf"/><Relationship Id="rId7" Type="http://schemas.openxmlformats.org/officeDocument/2006/relationships/image" Target="../media/image28.wmf"/><Relationship Id="rId2" Type="http://schemas.openxmlformats.org/officeDocument/2006/relationships/image" Target="../media/image26.wmf"/><Relationship Id="rId1" Type="http://schemas.openxmlformats.org/officeDocument/2006/relationships/image" Target="../media/image21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27.wmf"/><Relationship Id="rId9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3.wmf"/><Relationship Id="rId7" Type="http://schemas.openxmlformats.org/officeDocument/2006/relationships/image" Target="../media/image36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6.wmf"/><Relationship Id="rId11" Type="http://schemas.openxmlformats.org/officeDocument/2006/relationships/image" Target="../media/image40.wmf"/><Relationship Id="rId5" Type="http://schemas.openxmlformats.org/officeDocument/2006/relationships/image" Target="../media/image35.wmf"/><Relationship Id="rId10" Type="http://schemas.openxmlformats.org/officeDocument/2006/relationships/image" Target="../media/image39.wmf"/><Relationship Id="rId4" Type="http://schemas.openxmlformats.org/officeDocument/2006/relationships/image" Target="../media/image34.wmf"/><Relationship Id="rId9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11ED7-AB13-4968-BF75-E91FD4D09DF7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FA14B-7695-4BA6-A68B-29C1E9C4ED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4407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Relationship Id="rId9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29.bin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28.bin"/><Relationship Id="rId9" Type="http://schemas.openxmlformats.org/officeDocument/2006/relationships/oleObject" Target="../embeddings/oleObject3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9.bin"/><Relationship Id="rId5" Type="http://schemas.openxmlformats.org/officeDocument/2006/relationships/oleObject" Target="../embeddings/oleObject38.bin"/><Relationship Id="rId4" Type="http://schemas.openxmlformats.org/officeDocument/2006/relationships/oleObject" Target="../embeddings/oleObject37.bin"/><Relationship Id="rId9" Type="http://schemas.openxmlformats.org/officeDocument/2006/relationships/oleObject" Target="../embeddings/oleObject4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5.bin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4.bin"/><Relationship Id="rId9" Type="http://schemas.openxmlformats.org/officeDocument/2006/relationships/oleObject" Target="../embeddings/oleObject4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6.bin"/><Relationship Id="rId12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5.bin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4.bin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3.bin"/><Relationship Id="rId9" Type="http://schemas.openxmlformats.org/officeDocument/2006/relationships/oleObject" Target="../embeddings/oleObject5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2743200"/>
            <a:ext cx="880067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6.5: 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Work, Hydrostatic Force, </a:t>
            </a:r>
            <a:b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</a:b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	Moments and Center of Mass</a:t>
            </a:r>
          </a:p>
          <a:p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859068078"/>
              </p:ext>
            </p:extLst>
          </p:nvPr>
        </p:nvGraphicFramePr>
        <p:xfrm>
          <a:off x="1905000" y="1524000"/>
          <a:ext cx="5233987" cy="533400"/>
        </p:xfrm>
        <a:graphic>
          <a:graphicData uri="http://schemas.openxmlformats.org/presentationml/2006/ole">
            <p:oleObj spid="_x0000_s24588" name="Equation" r:id="rId3" imgW="1993680" imgH="203040" progId="Equation.DSMT4">
              <p:embed/>
            </p:oleObj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67000" y="304800"/>
            <a:ext cx="3509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Hydrostatic Force</a:t>
            </a:r>
            <a:endParaRPr lang="en-US" sz="2800" b="1" dirty="0"/>
          </a:p>
        </p:txBody>
      </p:sp>
    </p:spTree>
    <p:extLst>
      <p:ext uri="{BB962C8B-B14F-4D97-AF65-F5344CB8AC3E}">
        <p14:creationId xmlns="" xmlns:p14="http://schemas.microsoft.com/office/powerpoint/2010/main" val="355513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037916508"/>
              </p:ext>
            </p:extLst>
          </p:nvPr>
        </p:nvGraphicFramePr>
        <p:xfrm>
          <a:off x="128587" y="51816"/>
          <a:ext cx="8086725" cy="971550"/>
        </p:xfrm>
        <a:graphic>
          <a:graphicData uri="http://schemas.openxmlformats.org/presentationml/2006/ole">
            <p:oleObj spid="_x0000_s2152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724400" y="1371600"/>
            <a:ext cx="4343400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10200" y="1934507"/>
            <a:ext cx="2971800" cy="103216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8575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407752486"/>
              </p:ext>
            </p:extLst>
          </p:nvPr>
        </p:nvGraphicFramePr>
        <p:xfrm>
          <a:off x="609600" y="1788596"/>
          <a:ext cx="2192337" cy="473075"/>
        </p:xfrm>
        <a:graphic>
          <a:graphicData uri="http://schemas.openxmlformats.org/presentationml/2006/ole">
            <p:oleObj spid="_x0000_s2153" name="Equation" r:id="rId4" imgW="93960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05400" y="130759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176479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5400" y="280684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05400" y="2265926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7" name="Straight Connector 6"/>
          <p:cNvCxnSpPr>
            <a:stCxn id="3" idx="1"/>
            <a:endCxn id="3" idx="3"/>
          </p:cNvCxnSpPr>
          <p:nvPr/>
        </p:nvCxnSpPr>
        <p:spPr>
          <a:xfrm>
            <a:off x="5410200" y="2450592"/>
            <a:ext cx="29718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897518724"/>
              </p:ext>
            </p:extLst>
          </p:nvPr>
        </p:nvGraphicFramePr>
        <p:xfrm>
          <a:off x="3200400" y="4286250"/>
          <a:ext cx="546100" cy="1449388"/>
        </p:xfrm>
        <a:graphic>
          <a:graphicData uri="http://schemas.openxmlformats.org/presentationml/2006/ole">
            <p:oleObj spid="_x0000_s2154" name="Equation" r:id="rId5" imgW="203040" imgH="457200" progId="Equation.DSMT4">
              <p:embed/>
            </p:oleObj>
          </a:graphicData>
        </a:graphic>
      </p:graphicFrame>
      <p:sp>
        <p:nvSpPr>
          <p:cNvPr id="40" name="Line Callout 1 39"/>
          <p:cNvSpPr/>
          <p:nvPr/>
        </p:nvSpPr>
        <p:spPr>
          <a:xfrm>
            <a:off x="4876800" y="4800599"/>
            <a:ext cx="457200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903433" y="6031992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42" name="Line Callout 1 41"/>
          <p:cNvSpPr/>
          <p:nvPr/>
        </p:nvSpPr>
        <p:spPr>
          <a:xfrm rot="10800000">
            <a:off x="3695702" y="4800600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048000" y="6031992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44" name="Line Callout 1 43"/>
          <p:cNvSpPr/>
          <p:nvPr/>
        </p:nvSpPr>
        <p:spPr>
          <a:xfrm rot="10800000">
            <a:off x="5562601" y="4805078"/>
            <a:ext cx="1219199" cy="533400"/>
          </a:xfrm>
          <a:prstGeom prst="borderCallout1">
            <a:avLst>
              <a:gd name="adj1" fmla="val -3891"/>
              <a:gd name="adj2" fmla="val 41981"/>
              <a:gd name="adj3" fmla="val -111659"/>
              <a:gd name="adj4" fmla="val 7338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467856" y="5959364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4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806405726"/>
              </p:ext>
            </p:extLst>
          </p:nvPr>
        </p:nvGraphicFramePr>
        <p:xfrm>
          <a:off x="3744912" y="4833654"/>
          <a:ext cx="854075" cy="476250"/>
        </p:xfrm>
        <a:graphic>
          <a:graphicData uri="http://schemas.openxmlformats.org/presentationml/2006/ole">
            <p:oleObj spid="_x0000_s2155" name="Equation" r:id="rId6" imgW="317087" imgH="177569" progId="Equation.DSMT4">
              <p:embed/>
            </p:oleObj>
          </a:graphicData>
        </a:graphic>
      </p:graphicFrame>
      <p:graphicFrame>
        <p:nvGraphicFramePr>
          <p:cNvPr id="4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823552563"/>
              </p:ext>
            </p:extLst>
          </p:nvPr>
        </p:nvGraphicFramePr>
        <p:xfrm>
          <a:off x="4934712" y="4890706"/>
          <a:ext cx="341312" cy="376238"/>
        </p:xfrm>
        <a:graphic>
          <a:graphicData uri="http://schemas.openxmlformats.org/presentationml/2006/ole">
            <p:oleObj spid="_x0000_s2156" name="Equation" r:id="rId7" imgW="126720" imgH="139680" progId="Equation.DSMT4">
              <p:embed/>
            </p:oleObj>
          </a:graphicData>
        </a:graphic>
      </p:graphicFrame>
      <p:graphicFrame>
        <p:nvGraphicFramePr>
          <p:cNvPr id="4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175190602"/>
              </p:ext>
            </p:extLst>
          </p:nvPr>
        </p:nvGraphicFramePr>
        <p:xfrm>
          <a:off x="5638800" y="4800600"/>
          <a:ext cx="1093788" cy="544513"/>
        </p:xfrm>
        <a:graphic>
          <a:graphicData uri="http://schemas.openxmlformats.org/presentationml/2006/ole">
            <p:oleObj spid="_x0000_s2157" name="Equation" r:id="rId8" imgW="406080" imgH="2030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34" grpId="0"/>
      <p:bldP spid="35" grpId="0"/>
      <p:bldP spid="36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587508573"/>
              </p:ext>
            </p:extLst>
          </p:nvPr>
        </p:nvGraphicFramePr>
        <p:xfrm>
          <a:off x="300037" y="76200"/>
          <a:ext cx="8086725" cy="971550"/>
        </p:xfrm>
        <a:graphic>
          <a:graphicData uri="http://schemas.openxmlformats.org/presentationml/2006/ole">
            <p:oleObj spid="_x0000_s25642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724400" y="1130808"/>
            <a:ext cx="4343400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10200" y="1693715"/>
            <a:ext cx="2971800" cy="103216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8575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529310512"/>
              </p:ext>
            </p:extLst>
          </p:nvPr>
        </p:nvGraphicFramePr>
        <p:xfrm>
          <a:off x="152400" y="1788596"/>
          <a:ext cx="4413250" cy="473075"/>
        </p:xfrm>
        <a:graphic>
          <a:graphicData uri="http://schemas.openxmlformats.org/presentationml/2006/ole">
            <p:oleObj spid="_x0000_s25643" name="Equation" r:id="rId4" imgW="189216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04816" y="1066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15240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5400" y="256605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5400" y="202513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7" name="Straight Connector 6"/>
          <p:cNvCxnSpPr>
            <a:stCxn id="3" idx="1"/>
            <a:endCxn id="3" idx="3"/>
          </p:cNvCxnSpPr>
          <p:nvPr/>
        </p:nvCxnSpPr>
        <p:spPr>
          <a:xfrm>
            <a:off x="5410200" y="2209800"/>
            <a:ext cx="29718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880104948"/>
              </p:ext>
            </p:extLst>
          </p:nvPr>
        </p:nvGraphicFramePr>
        <p:xfrm>
          <a:off x="3200400" y="4267200"/>
          <a:ext cx="546100" cy="1489075"/>
        </p:xfrm>
        <a:graphic>
          <a:graphicData uri="http://schemas.openxmlformats.org/presentationml/2006/ole">
            <p:oleObj spid="_x0000_s25644" name="Equation" r:id="rId5" imgW="203040" imgH="4698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4782312" y="4800599"/>
            <a:ext cx="914400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903433" y="6031992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3695702" y="4800600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048000" y="6031992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5867401" y="4777645"/>
            <a:ext cx="1219199" cy="533400"/>
          </a:xfrm>
          <a:prstGeom prst="borderCallout1">
            <a:avLst>
              <a:gd name="adj1" fmla="val -3891"/>
              <a:gd name="adj2" fmla="val 41981"/>
              <a:gd name="adj3" fmla="val -118516"/>
              <a:gd name="adj4" fmla="val 7338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67856" y="5959364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037028672"/>
              </p:ext>
            </p:extLst>
          </p:nvPr>
        </p:nvGraphicFramePr>
        <p:xfrm>
          <a:off x="3744912" y="4833654"/>
          <a:ext cx="854075" cy="476250"/>
        </p:xfrm>
        <a:graphic>
          <a:graphicData uri="http://schemas.openxmlformats.org/presentationml/2006/ole">
            <p:oleObj spid="_x0000_s25645" name="Equation" r:id="rId6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806692666"/>
              </p:ext>
            </p:extLst>
          </p:nvPr>
        </p:nvGraphicFramePr>
        <p:xfrm>
          <a:off x="4794250" y="4840288"/>
          <a:ext cx="920750" cy="479425"/>
        </p:xfrm>
        <a:graphic>
          <a:graphicData uri="http://schemas.openxmlformats.org/presentationml/2006/ole">
            <p:oleObj spid="_x0000_s25646" name="Equation" r:id="rId7" imgW="342720" imgH="1774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125957878"/>
              </p:ext>
            </p:extLst>
          </p:nvPr>
        </p:nvGraphicFramePr>
        <p:xfrm>
          <a:off x="5925312" y="4805078"/>
          <a:ext cx="1093788" cy="544513"/>
        </p:xfrm>
        <a:graphic>
          <a:graphicData uri="http://schemas.openxmlformats.org/presentationml/2006/ole">
            <p:oleObj spid="_x0000_s25647" name="Equation" r:id="rId8" imgW="406080" imgH="20304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1638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34" grpId="0"/>
      <p:bldP spid="35" grpId="0"/>
      <p:bldP spid="36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30915408"/>
              </p:ext>
            </p:extLst>
          </p:nvPr>
        </p:nvGraphicFramePr>
        <p:xfrm>
          <a:off x="300037" y="76200"/>
          <a:ext cx="8086725" cy="971550"/>
        </p:xfrm>
        <a:graphic>
          <a:graphicData uri="http://schemas.openxmlformats.org/presentationml/2006/ole">
            <p:oleObj spid="_x0000_s26662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724400" y="1130808"/>
            <a:ext cx="4343400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10200" y="1693715"/>
            <a:ext cx="2971800" cy="103216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8575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440604293"/>
              </p:ext>
            </p:extLst>
          </p:nvPr>
        </p:nvGraphicFramePr>
        <p:xfrm>
          <a:off x="0" y="1810616"/>
          <a:ext cx="4524375" cy="430068"/>
        </p:xfrm>
        <a:graphic>
          <a:graphicData uri="http://schemas.openxmlformats.org/presentationml/2006/ole">
            <p:oleObj spid="_x0000_s26663" name="Equation" r:id="rId4" imgW="213336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05400" y="1066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15240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5400" y="256605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5400" y="202513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7" name="Straight Connector 6"/>
          <p:cNvCxnSpPr>
            <a:stCxn id="3" idx="1"/>
            <a:endCxn id="3" idx="3"/>
          </p:cNvCxnSpPr>
          <p:nvPr/>
        </p:nvCxnSpPr>
        <p:spPr>
          <a:xfrm>
            <a:off x="5410200" y="2209800"/>
            <a:ext cx="29718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164888541"/>
              </p:ext>
            </p:extLst>
          </p:nvPr>
        </p:nvGraphicFramePr>
        <p:xfrm>
          <a:off x="3200400" y="4267200"/>
          <a:ext cx="546100" cy="1489075"/>
        </p:xfrm>
        <a:graphic>
          <a:graphicData uri="http://schemas.openxmlformats.org/presentationml/2006/ole">
            <p:oleObj spid="_x0000_s26664" name="Equation" r:id="rId5" imgW="203040" imgH="4698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4782312" y="4800599"/>
            <a:ext cx="914400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903433" y="6031992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3695702" y="4800600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048000" y="6031992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5867401" y="4777645"/>
            <a:ext cx="1219199" cy="533400"/>
          </a:xfrm>
          <a:prstGeom prst="borderCallout1">
            <a:avLst>
              <a:gd name="adj1" fmla="val -3891"/>
              <a:gd name="adj2" fmla="val 41981"/>
              <a:gd name="adj3" fmla="val -118516"/>
              <a:gd name="adj4" fmla="val 7338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67856" y="5959364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007017267"/>
              </p:ext>
            </p:extLst>
          </p:nvPr>
        </p:nvGraphicFramePr>
        <p:xfrm>
          <a:off x="3744912" y="4833654"/>
          <a:ext cx="854075" cy="476250"/>
        </p:xfrm>
        <a:graphic>
          <a:graphicData uri="http://schemas.openxmlformats.org/presentationml/2006/ole">
            <p:oleObj spid="_x0000_s26665" name="Equation" r:id="rId6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653746"/>
              </p:ext>
            </p:extLst>
          </p:nvPr>
        </p:nvGraphicFramePr>
        <p:xfrm>
          <a:off x="4810125" y="4840288"/>
          <a:ext cx="887413" cy="479425"/>
        </p:xfrm>
        <a:graphic>
          <a:graphicData uri="http://schemas.openxmlformats.org/presentationml/2006/ole">
            <p:oleObj spid="_x0000_s26666" name="Equation" r:id="rId7" imgW="330120" imgH="1774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662685165"/>
              </p:ext>
            </p:extLst>
          </p:nvPr>
        </p:nvGraphicFramePr>
        <p:xfrm>
          <a:off x="5925312" y="4805078"/>
          <a:ext cx="1093788" cy="544513"/>
        </p:xfrm>
        <a:graphic>
          <a:graphicData uri="http://schemas.openxmlformats.org/presentationml/2006/ole">
            <p:oleObj spid="_x0000_s26667" name="Equation" r:id="rId8" imgW="406080" imgH="20304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31394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34" grpId="0"/>
      <p:bldP spid="35" grpId="0"/>
      <p:bldP spid="36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277689438"/>
              </p:ext>
            </p:extLst>
          </p:nvPr>
        </p:nvGraphicFramePr>
        <p:xfrm>
          <a:off x="328612" y="95250"/>
          <a:ext cx="8086725" cy="971550"/>
        </p:xfrm>
        <a:graphic>
          <a:graphicData uri="http://schemas.openxmlformats.org/presentationml/2006/ole">
            <p:oleObj spid="_x0000_s27743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14470" y="1143000"/>
            <a:ext cx="2885851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670389772"/>
              </p:ext>
            </p:extLst>
          </p:nvPr>
        </p:nvGraphicFramePr>
        <p:xfrm>
          <a:off x="166687" y="3543300"/>
          <a:ext cx="4024313" cy="419100"/>
        </p:xfrm>
        <a:graphic>
          <a:graphicData uri="http://schemas.openxmlformats.org/presentationml/2006/ole">
            <p:oleObj spid="_x0000_s27744" name="Equation" r:id="rId4" imgW="190476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4524" y="113600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443" y="1575850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643" y="2907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2145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560384755"/>
              </p:ext>
            </p:extLst>
          </p:nvPr>
        </p:nvGraphicFramePr>
        <p:xfrm>
          <a:off x="4330700" y="4641850"/>
          <a:ext cx="546100" cy="1487488"/>
        </p:xfrm>
        <a:graphic>
          <a:graphicData uri="http://schemas.openxmlformats.org/presentationml/2006/ole">
            <p:oleObj spid="_x0000_s27745" name="Equation" r:id="rId5" imgW="203040" imgH="4698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5791201" y="5181075"/>
            <a:ext cx="914922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75556" y="6412468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4695826" y="5181076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20123" y="6412468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6781800" y="5158121"/>
            <a:ext cx="2209800" cy="533400"/>
          </a:xfrm>
          <a:prstGeom prst="borderCallout1">
            <a:avLst>
              <a:gd name="adj1" fmla="val -3891"/>
              <a:gd name="adj2" fmla="val 41981"/>
              <a:gd name="adj3" fmla="val -118516"/>
              <a:gd name="adj4" fmla="val 29683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839979" y="6339840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133694123"/>
              </p:ext>
            </p:extLst>
          </p:nvPr>
        </p:nvGraphicFramePr>
        <p:xfrm>
          <a:off x="4724400" y="5214130"/>
          <a:ext cx="854075" cy="476250"/>
        </p:xfrm>
        <a:graphic>
          <a:graphicData uri="http://schemas.openxmlformats.org/presentationml/2006/ole">
            <p:oleObj spid="_x0000_s27746" name="Equation" r:id="rId6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126731867"/>
              </p:ext>
            </p:extLst>
          </p:nvPr>
        </p:nvGraphicFramePr>
        <p:xfrm>
          <a:off x="5791200" y="5207000"/>
          <a:ext cx="892175" cy="469900"/>
        </p:xfrm>
        <a:graphic>
          <a:graphicData uri="http://schemas.openxmlformats.org/presentationml/2006/ole">
            <p:oleObj spid="_x0000_s27747" name="Equation" r:id="rId7" imgW="342720" imgH="1774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575767057"/>
              </p:ext>
            </p:extLst>
          </p:nvPr>
        </p:nvGraphicFramePr>
        <p:xfrm>
          <a:off x="7492825" y="5227320"/>
          <a:ext cx="411162" cy="374650"/>
        </p:xfrm>
        <a:graphic>
          <a:graphicData uri="http://schemas.openxmlformats.org/presentationml/2006/ole">
            <p:oleObj spid="_x0000_s27748" name="Equation" r:id="rId8" imgW="152280" imgH="139680" progId="Equation.DSMT4">
              <p:embed/>
            </p:oleObj>
          </a:graphicData>
        </a:graphic>
      </p:graphicFrame>
      <p:sp>
        <p:nvSpPr>
          <p:cNvPr id="33" name="Isosceles Triangle 32"/>
          <p:cNvSpPr/>
          <p:nvPr/>
        </p:nvSpPr>
        <p:spPr>
          <a:xfrm rot="10800000">
            <a:off x="868015" y="1699468"/>
            <a:ext cx="2289657" cy="1392466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53312" y="2316480"/>
            <a:ext cx="126742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Left Brace 38"/>
          <p:cNvSpPr/>
          <p:nvPr/>
        </p:nvSpPr>
        <p:spPr>
          <a:xfrm rot="5400000">
            <a:off x="1881561" y="1434047"/>
            <a:ext cx="231578" cy="1319927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814624" y="1657290"/>
            <a:ext cx="212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53771243"/>
              </p:ext>
            </p:extLst>
          </p:nvPr>
        </p:nvGraphicFramePr>
        <p:xfrm>
          <a:off x="8464120" y="5181600"/>
          <a:ext cx="512763" cy="476250"/>
        </p:xfrm>
        <a:graphic>
          <a:graphicData uri="http://schemas.openxmlformats.org/presentationml/2006/ole">
            <p:oleObj spid="_x0000_s27749" name="Equation" r:id="rId9" imgW="19044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209387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34" grpId="0"/>
      <p:bldP spid="35" grpId="0"/>
      <p:bldP spid="36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3" grpId="0" animBg="1"/>
      <p:bldP spid="39" grpId="0" animBg="1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Line Callout 1 46"/>
          <p:cNvSpPr/>
          <p:nvPr/>
        </p:nvSpPr>
        <p:spPr>
          <a:xfrm rot="10800000">
            <a:off x="6781800" y="5057193"/>
            <a:ext cx="2209800" cy="685798"/>
          </a:xfrm>
          <a:prstGeom prst="borderCallout1">
            <a:avLst>
              <a:gd name="adj1" fmla="val -3891"/>
              <a:gd name="adj2" fmla="val 41981"/>
              <a:gd name="adj3" fmla="val -108964"/>
              <a:gd name="adj4" fmla="val 30527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271636397"/>
              </p:ext>
            </p:extLst>
          </p:nvPr>
        </p:nvGraphicFramePr>
        <p:xfrm>
          <a:off x="76200" y="152400"/>
          <a:ext cx="5394325" cy="454025"/>
        </p:xfrm>
        <a:graphic>
          <a:graphicData uri="http://schemas.openxmlformats.org/presentationml/2006/ole">
            <p:oleObj spid="_x0000_s29711" name="Equation" r:id="rId3" imgW="2400120" imgH="2030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14470" y="1143000"/>
            <a:ext cx="2885851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94524" y="113600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443" y="1575850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643" y="2907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2145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3" name="Isosceles Triangle 32"/>
          <p:cNvSpPr/>
          <p:nvPr/>
        </p:nvSpPr>
        <p:spPr>
          <a:xfrm rot="10800000">
            <a:off x="868015" y="1699468"/>
            <a:ext cx="2289657" cy="1392466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/>
          <p:cNvSpPr/>
          <p:nvPr/>
        </p:nvSpPr>
        <p:spPr>
          <a:xfrm rot="10800000">
            <a:off x="904352" y="1713243"/>
            <a:ext cx="1108490" cy="1378689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 w="19050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62643" y="2316480"/>
            <a:ext cx="126742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Triangle 23"/>
          <p:cNvSpPr/>
          <p:nvPr/>
        </p:nvSpPr>
        <p:spPr>
          <a:xfrm rot="10800000">
            <a:off x="1438455" y="2352869"/>
            <a:ext cx="559296" cy="776102"/>
          </a:xfrm>
          <a:prstGeom prst="rt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 prst="softRound"/>
            <a:contourClr>
              <a:schemeClr val="accent4">
                <a:satMod val="300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4476" y="1828800"/>
            <a:ext cx="50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5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6" name="Right Brace 25"/>
          <p:cNvSpPr/>
          <p:nvPr/>
        </p:nvSpPr>
        <p:spPr>
          <a:xfrm rot="16200000">
            <a:off x="5638076" y="580883"/>
            <a:ext cx="230048" cy="1143000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62600" y="697468"/>
            <a:ext cx="35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3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8" name="Right Brace 27"/>
          <p:cNvSpPr/>
          <p:nvPr/>
        </p:nvSpPr>
        <p:spPr>
          <a:xfrm>
            <a:off x="4861249" y="2010695"/>
            <a:ext cx="214603" cy="797819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96069" y="2228462"/>
            <a:ext cx="79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5-x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Right Brace 29"/>
          <p:cNvSpPr/>
          <p:nvPr/>
        </p:nvSpPr>
        <p:spPr>
          <a:xfrm rot="16200000">
            <a:off x="4242081" y="1481771"/>
            <a:ext cx="272956" cy="573501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0" y="1236310"/>
            <a:ext cx="76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½</a:t>
            </a:r>
            <a:r>
              <a:rPr lang="en-US" dirty="0" smtClean="0">
                <a:solidFill>
                  <a:srgbClr val="FF0000"/>
                </a:solidFill>
              </a:rPr>
              <a:t> 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Right Brace 31"/>
          <p:cNvSpPr/>
          <p:nvPr/>
        </p:nvSpPr>
        <p:spPr>
          <a:xfrm>
            <a:off x="6425230" y="1371600"/>
            <a:ext cx="356570" cy="1350850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graphicFrame>
        <p:nvGraphicFramePr>
          <p:cNvPr id="29717" name="Object 21"/>
          <p:cNvGraphicFramePr>
            <a:graphicFrameLocks noChangeAspect="1"/>
          </p:cNvGraphicFramePr>
          <p:nvPr/>
        </p:nvGraphicFramePr>
        <p:xfrm>
          <a:off x="395288" y="3505200"/>
          <a:ext cx="1390650" cy="1333500"/>
        </p:xfrm>
        <a:graphic>
          <a:graphicData uri="http://schemas.openxmlformats.org/presentationml/2006/ole">
            <p:oleObj spid="_x0000_s29717" name="Equation" r:id="rId4" imgW="596880" imgH="571320" progId="Equation.DSMT4">
              <p:embed/>
            </p:oleObj>
          </a:graphicData>
        </a:graphic>
      </p:graphicFrame>
      <p:graphicFrame>
        <p:nvGraphicFramePr>
          <p:cNvPr id="29719" name="Object 23"/>
          <p:cNvGraphicFramePr>
            <a:graphicFrameLocks noChangeAspect="1"/>
          </p:cNvGraphicFramePr>
          <p:nvPr/>
        </p:nvGraphicFramePr>
        <p:xfrm>
          <a:off x="304800" y="5105400"/>
          <a:ext cx="1865313" cy="919163"/>
        </p:xfrm>
        <a:graphic>
          <a:graphicData uri="http://schemas.openxmlformats.org/presentationml/2006/ole">
            <p:oleObj spid="_x0000_s29719" name="Equation" r:id="rId5" imgW="799920" imgH="393480" progId="Equation.DSMT4">
              <p:embed/>
            </p:oleObj>
          </a:graphicData>
        </a:graphic>
      </p:graphicFrame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838200" y="5181600"/>
          <a:ext cx="1136239" cy="766763"/>
        </p:xfrm>
        <a:graphic>
          <a:graphicData uri="http://schemas.openxmlformats.org/presentationml/2006/ole">
            <p:oleObj spid="_x0000_s29720" name="Equation" r:id="rId6" imgW="583920" imgH="393480" progId="Equation.DSMT4">
              <p:embed/>
            </p:oleObj>
          </a:graphicData>
        </a:graphic>
      </p:graphicFrame>
      <p:sp>
        <p:nvSpPr>
          <p:cNvPr id="39" name="Left Brace 38"/>
          <p:cNvSpPr/>
          <p:nvPr/>
        </p:nvSpPr>
        <p:spPr>
          <a:xfrm rot="5400000">
            <a:off x="1881561" y="1434047"/>
            <a:ext cx="231578" cy="1319927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828800" y="1657290"/>
            <a:ext cx="212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  <p:graphicFrame>
        <p:nvGraphicFramePr>
          <p:cNvPr id="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560384755"/>
              </p:ext>
            </p:extLst>
          </p:nvPr>
        </p:nvGraphicFramePr>
        <p:xfrm>
          <a:off x="4330700" y="4641850"/>
          <a:ext cx="546100" cy="1487488"/>
        </p:xfrm>
        <a:graphic>
          <a:graphicData uri="http://schemas.openxmlformats.org/presentationml/2006/ole">
            <p:oleObj spid="_x0000_s29721" name="Equation" r:id="rId7" imgW="203040" imgH="469800" progId="Equation.DSMT4">
              <p:embed/>
            </p:oleObj>
          </a:graphicData>
        </a:graphic>
      </p:graphicFrame>
      <p:sp>
        <p:nvSpPr>
          <p:cNvPr id="42" name="Line Callout 1 41"/>
          <p:cNvSpPr/>
          <p:nvPr/>
        </p:nvSpPr>
        <p:spPr>
          <a:xfrm>
            <a:off x="5791201" y="5105401"/>
            <a:ext cx="914922" cy="618034"/>
          </a:xfrm>
          <a:prstGeom prst="borderCallout1">
            <a:avLst>
              <a:gd name="adj1" fmla="val 96915"/>
              <a:gd name="adj2" fmla="val 58403"/>
              <a:gd name="adj3" fmla="val 212273"/>
              <a:gd name="adj4" fmla="val 6763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6275556" y="6412468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45" name="Line Callout 1 44"/>
          <p:cNvSpPr/>
          <p:nvPr/>
        </p:nvSpPr>
        <p:spPr>
          <a:xfrm rot="10800000">
            <a:off x="4695825" y="5105399"/>
            <a:ext cx="952497" cy="618033"/>
          </a:xfrm>
          <a:prstGeom prst="borderCallout1">
            <a:avLst>
              <a:gd name="adj1" fmla="val -3891"/>
              <a:gd name="adj2" fmla="val 41981"/>
              <a:gd name="adj3" fmla="val -109571"/>
              <a:gd name="adj4" fmla="val 70788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4420123" y="6412468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839979" y="6339840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133694123"/>
              </p:ext>
            </p:extLst>
          </p:nvPr>
        </p:nvGraphicFramePr>
        <p:xfrm>
          <a:off x="4724400" y="5181600"/>
          <a:ext cx="854075" cy="476250"/>
        </p:xfrm>
        <a:graphic>
          <a:graphicData uri="http://schemas.openxmlformats.org/presentationml/2006/ole">
            <p:oleObj spid="_x0000_s29722" name="Equation" r:id="rId8" imgW="317087" imgH="177569" progId="Equation.DSMT4">
              <p:embed/>
            </p:oleObj>
          </a:graphicData>
        </a:graphic>
      </p:graphicFrame>
      <p:graphicFrame>
        <p:nvGraphicFramePr>
          <p:cNvPr id="5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126731867"/>
              </p:ext>
            </p:extLst>
          </p:nvPr>
        </p:nvGraphicFramePr>
        <p:xfrm>
          <a:off x="5791200" y="5181600"/>
          <a:ext cx="892175" cy="469900"/>
        </p:xfrm>
        <a:graphic>
          <a:graphicData uri="http://schemas.openxmlformats.org/presentationml/2006/ole">
            <p:oleObj spid="_x0000_s29723" name="Equation" r:id="rId9" imgW="342720" imgH="177480" progId="Equation.DSMT4">
              <p:embed/>
            </p:oleObj>
          </a:graphicData>
        </a:graphic>
      </p:graphicFrame>
      <p:graphicFrame>
        <p:nvGraphicFramePr>
          <p:cNvPr id="5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575767057"/>
              </p:ext>
            </p:extLst>
          </p:nvPr>
        </p:nvGraphicFramePr>
        <p:xfrm>
          <a:off x="7492825" y="5227320"/>
          <a:ext cx="411162" cy="374650"/>
        </p:xfrm>
        <a:graphic>
          <a:graphicData uri="http://schemas.openxmlformats.org/presentationml/2006/ole">
            <p:oleObj spid="_x0000_s29724" name="Equation" r:id="rId10" imgW="152280" imgH="139680" progId="Equation.DSMT4">
              <p:embed/>
            </p:oleObj>
          </a:graphicData>
        </a:graphic>
      </p:graphicFrame>
      <p:graphicFrame>
        <p:nvGraphicFramePr>
          <p:cNvPr id="52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53771243"/>
              </p:ext>
            </p:extLst>
          </p:nvPr>
        </p:nvGraphicFramePr>
        <p:xfrm>
          <a:off x="8464120" y="5181600"/>
          <a:ext cx="512763" cy="476250"/>
        </p:xfrm>
        <a:graphic>
          <a:graphicData uri="http://schemas.openxmlformats.org/presentationml/2006/ole">
            <p:oleObj spid="_x0000_s29725" name="Equation" r:id="rId11" imgW="19044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14205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48148E-6 L 0.47378 -0.0502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81" y="-252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7116E-6 L 0.47552 -0.0476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" y="-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934 -0.04722 L 0.29479 -0.0474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9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68785 -0.02245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4" y="-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1" animBg="1"/>
      <p:bldP spid="25" grpId="2" animBg="1"/>
      <p:bldP spid="24" grpId="1" animBg="1"/>
      <p:bldP spid="24" grpId="2" animBg="1"/>
      <p:bldP spid="24" grpId="3" animBg="1"/>
      <p:bldP spid="23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277689438"/>
              </p:ext>
            </p:extLst>
          </p:nvPr>
        </p:nvGraphicFramePr>
        <p:xfrm>
          <a:off x="328612" y="95250"/>
          <a:ext cx="8086725" cy="971550"/>
        </p:xfrm>
        <a:graphic>
          <a:graphicData uri="http://schemas.openxmlformats.org/presentationml/2006/ole">
            <p:oleObj spid="_x0000_s46082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14470" y="1143000"/>
            <a:ext cx="2885851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670389772"/>
              </p:ext>
            </p:extLst>
          </p:nvPr>
        </p:nvGraphicFramePr>
        <p:xfrm>
          <a:off x="228600" y="3429000"/>
          <a:ext cx="1911350" cy="428625"/>
        </p:xfrm>
        <a:graphic>
          <a:graphicData uri="http://schemas.openxmlformats.org/presentationml/2006/ole">
            <p:oleObj spid="_x0000_s46083" name="Equation" r:id="rId4" imgW="90144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4524" y="113600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443" y="1575850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643" y="2907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2145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560384755"/>
              </p:ext>
            </p:extLst>
          </p:nvPr>
        </p:nvGraphicFramePr>
        <p:xfrm>
          <a:off x="4572000" y="4667250"/>
          <a:ext cx="546100" cy="1449388"/>
        </p:xfrm>
        <a:graphic>
          <a:graphicData uri="http://schemas.openxmlformats.org/presentationml/2006/ole">
            <p:oleObj spid="_x0000_s46084" name="Equation" r:id="rId5" imgW="203040" imgH="4572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6154435" y="5181075"/>
            <a:ext cx="551687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75556" y="6412468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5067825" y="5181076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20123" y="6412468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6781800" y="5158121"/>
            <a:ext cx="2209800" cy="533400"/>
          </a:xfrm>
          <a:prstGeom prst="borderCallout1">
            <a:avLst>
              <a:gd name="adj1" fmla="val -3891"/>
              <a:gd name="adj2" fmla="val 41981"/>
              <a:gd name="adj3" fmla="val -118516"/>
              <a:gd name="adj4" fmla="val 29683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839979" y="6339840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133694123"/>
              </p:ext>
            </p:extLst>
          </p:nvPr>
        </p:nvGraphicFramePr>
        <p:xfrm>
          <a:off x="5117035" y="5214130"/>
          <a:ext cx="854075" cy="476250"/>
        </p:xfrm>
        <a:graphic>
          <a:graphicData uri="http://schemas.openxmlformats.org/presentationml/2006/ole">
            <p:oleObj spid="_x0000_s46085" name="Equation" r:id="rId6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126731867"/>
              </p:ext>
            </p:extLst>
          </p:nvPr>
        </p:nvGraphicFramePr>
        <p:xfrm>
          <a:off x="6275556" y="5263342"/>
          <a:ext cx="341313" cy="377825"/>
        </p:xfrm>
        <a:graphic>
          <a:graphicData uri="http://schemas.openxmlformats.org/presentationml/2006/ole">
            <p:oleObj spid="_x0000_s46086" name="Equation" r:id="rId7" imgW="126720" imgH="1396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575767057"/>
              </p:ext>
            </p:extLst>
          </p:nvPr>
        </p:nvGraphicFramePr>
        <p:xfrm>
          <a:off x="7492825" y="5227320"/>
          <a:ext cx="411162" cy="374650"/>
        </p:xfrm>
        <a:graphic>
          <a:graphicData uri="http://schemas.openxmlformats.org/presentationml/2006/ole">
            <p:oleObj spid="_x0000_s46087" name="Equation" r:id="rId8" imgW="152280" imgH="139680" progId="Equation.DSMT4">
              <p:embed/>
            </p:oleObj>
          </a:graphicData>
        </a:graphic>
      </p:graphicFrame>
      <p:sp>
        <p:nvSpPr>
          <p:cNvPr id="33" name="Isosceles Triangle 32"/>
          <p:cNvSpPr/>
          <p:nvPr/>
        </p:nvSpPr>
        <p:spPr>
          <a:xfrm rot="10800000">
            <a:off x="868015" y="1699468"/>
            <a:ext cx="2289657" cy="1392466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53312" y="2316480"/>
            <a:ext cx="126742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Left Brace 38"/>
          <p:cNvSpPr/>
          <p:nvPr/>
        </p:nvSpPr>
        <p:spPr>
          <a:xfrm rot="5400000">
            <a:off x="1881561" y="1434047"/>
            <a:ext cx="231578" cy="1319927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814624" y="1657290"/>
            <a:ext cx="212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53771243"/>
              </p:ext>
            </p:extLst>
          </p:nvPr>
        </p:nvGraphicFramePr>
        <p:xfrm>
          <a:off x="8464120" y="5181600"/>
          <a:ext cx="512763" cy="476250"/>
        </p:xfrm>
        <a:graphic>
          <a:graphicData uri="http://schemas.openxmlformats.org/presentationml/2006/ole">
            <p:oleObj spid="_x0000_s46088" name="Equation" r:id="rId9" imgW="19044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209387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34" grpId="0"/>
      <p:bldP spid="35" grpId="0"/>
      <p:bldP spid="36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3" grpId="0" animBg="1"/>
      <p:bldP spid="39" grpId="0" animBg="1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271636397"/>
              </p:ext>
            </p:extLst>
          </p:nvPr>
        </p:nvGraphicFramePr>
        <p:xfrm>
          <a:off x="76200" y="152400"/>
          <a:ext cx="5394325" cy="454025"/>
        </p:xfrm>
        <a:graphic>
          <a:graphicData uri="http://schemas.openxmlformats.org/presentationml/2006/ole">
            <p:oleObj spid="_x0000_s47106" name="Equation" r:id="rId3" imgW="2400120" imgH="2030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14470" y="1143000"/>
            <a:ext cx="2885851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94524" y="113600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443" y="1575850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643" y="2907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2145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571998535"/>
              </p:ext>
            </p:extLst>
          </p:nvPr>
        </p:nvGraphicFramePr>
        <p:xfrm>
          <a:off x="4572000" y="4667250"/>
          <a:ext cx="546100" cy="1449388"/>
        </p:xfrm>
        <a:graphic>
          <a:graphicData uri="http://schemas.openxmlformats.org/presentationml/2006/ole">
            <p:oleObj spid="_x0000_s47107" name="Equation" r:id="rId4" imgW="203040" imgH="4572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6154435" y="5076826"/>
            <a:ext cx="551687" cy="694234"/>
          </a:xfrm>
          <a:prstGeom prst="borderCallout1">
            <a:avLst>
              <a:gd name="adj1" fmla="val 96915"/>
              <a:gd name="adj2" fmla="val 58403"/>
              <a:gd name="adj3" fmla="val 190602"/>
              <a:gd name="adj4" fmla="val 91100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75556" y="6412468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5067824" y="5076824"/>
            <a:ext cx="952497" cy="694233"/>
          </a:xfrm>
          <a:prstGeom prst="borderCallout1">
            <a:avLst>
              <a:gd name="adj1" fmla="val -3891"/>
              <a:gd name="adj2" fmla="val 41981"/>
              <a:gd name="adj3" fmla="val -89685"/>
              <a:gd name="adj4" fmla="val 88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20123" y="6412468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6800850" y="5076825"/>
            <a:ext cx="1828800" cy="700419"/>
          </a:xfrm>
          <a:prstGeom prst="borderCallout1">
            <a:avLst>
              <a:gd name="adj1" fmla="val -3891"/>
              <a:gd name="adj2" fmla="val 41981"/>
              <a:gd name="adj3" fmla="val -79079"/>
              <a:gd name="adj4" fmla="val 2916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839979" y="6339840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113514180"/>
              </p:ext>
            </p:extLst>
          </p:nvPr>
        </p:nvGraphicFramePr>
        <p:xfrm>
          <a:off x="5117035" y="5214130"/>
          <a:ext cx="854075" cy="476250"/>
        </p:xfrm>
        <a:graphic>
          <a:graphicData uri="http://schemas.openxmlformats.org/presentationml/2006/ole">
            <p:oleObj spid="_x0000_s47108" name="Equation" r:id="rId5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503337051"/>
              </p:ext>
            </p:extLst>
          </p:nvPr>
        </p:nvGraphicFramePr>
        <p:xfrm>
          <a:off x="6275556" y="5263342"/>
          <a:ext cx="341313" cy="377825"/>
        </p:xfrm>
        <a:graphic>
          <a:graphicData uri="http://schemas.openxmlformats.org/presentationml/2006/ole">
            <p:oleObj spid="_x0000_s47109" name="Equation" r:id="rId6" imgW="126720" imgH="1396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309928689"/>
              </p:ext>
            </p:extLst>
          </p:nvPr>
        </p:nvGraphicFramePr>
        <p:xfrm>
          <a:off x="7315200" y="5257800"/>
          <a:ext cx="411162" cy="374650"/>
        </p:xfrm>
        <a:graphic>
          <a:graphicData uri="http://schemas.openxmlformats.org/presentationml/2006/ole">
            <p:oleObj spid="_x0000_s47110" name="Equation" r:id="rId7" imgW="152280" imgH="139680" progId="Equation.DSMT4">
              <p:embed/>
            </p:oleObj>
          </a:graphicData>
        </a:graphic>
      </p:graphicFrame>
      <p:sp>
        <p:nvSpPr>
          <p:cNvPr id="33" name="Isosceles Triangle 32"/>
          <p:cNvSpPr/>
          <p:nvPr/>
        </p:nvSpPr>
        <p:spPr>
          <a:xfrm rot="10800000">
            <a:off x="868015" y="1699468"/>
            <a:ext cx="2289657" cy="1392466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606208954"/>
              </p:ext>
            </p:extLst>
          </p:nvPr>
        </p:nvGraphicFramePr>
        <p:xfrm>
          <a:off x="8077200" y="5181600"/>
          <a:ext cx="512763" cy="476250"/>
        </p:xfrm>
        <a:graphic>
          <a:graphicData uri="http://schemas.openxmlformats.org/presentationml/2006/ole">
            <p:oleObj spid="_x0000_s47111" name="Equation" r:id="rId8" imgW="190440" imgH="177480" progId="Equation.DSMT4">
              <p:embed/>
            </p:oleObj>
          </a:graphicData>
        </a:graphic>
      </p:graphicFrame>
      <p:sp>
        <p:nvSpPr>
          <p:cNvPr id="25" name="Right Triangle 24"/>
          <p:cNvSpPr/>
          <p:nvPr/>
        </p:nvSpPr>
        <p:spPr>
          <a:xfrm rot="10800000">
            <a:off x="904352" y="1713243"/>
            <a:ext cx="1108490" cy="1378689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 w="19050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62643" y="2316480"/>
            <a:ext cx="126742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Triangle 23"/>
          <p:cNvSpPr/>
          <p:nvPr/>
        </p:nvSpPr>
        <p:spPr>
          <a:xfrm rot="10800000">
            <a:off x="1438455" y="2352869"/>
            <a:ext cx="559296" cy="776102"/>
          </a:xfrm>
          <a:prstGeom prst="rt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 prst="softRound"/>
            <a:contourClr>
              <a:schemeClr val="accent4">
                <a:satMod val="300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4476" y="1828800"/>
            <a:ext cx="50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5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6" name="Right Brace 25"/>
          <p:cNvSpPr/>
          <p:nvPr/>
        </p:nvSpPr>
        <p:spPr>
          <a:xfrm rot="16200000">
            <a:off x="5638076" y="580883"/>
            <a:ext cx="230048" cy="1143000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62600" y="697468"/>
            <a:ext cx="35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3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8" name="Right Brace 27"/>
          <p:cNvSpPr/>
          <p:nvPr/>
        </p:nvSpPr>
        <p:spPr>
          <a:xfrm>
            <a:off x="4861249" y="2010695"/>
            <a:ext cx="214603" cy="797819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96069" y="2228462"/>
            <a:ext cx="79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7-x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Right Brace 29"/>
          <p:cNvSpPr/>
          <p:nvPr/>
        </p:nvSpPr>
        <p:spPr>
          <a:xfrm rot="16200000">
            <a:off x="4242081" y="1481771"/>
            <a:ext cx="272956" cy="573501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0" y="1236310"/>
            <a:ext cx="76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½</a:t>
            </a:r>
            <a:r>
              <a:rPr lang="en-US" dirty="0" smtClean="0">
                <a:solidFill>
                  <a:srgbClr val="FF0000"/>
                </a:solidFill>
              </a:rPr>
              <a:t> 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Right Brace 31"/>
          <p:cNvSpPr/>
          <p:nvPr/>
        </p:nvSpPr>
        <p:spPr>
          <a:xfrm>
            <a:off x="6425230" y="1371600"/>
            <a:ext cx="356570" cy="1350850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graphicFrame>
        <p:nvGraphicFramePr>
          <p:cNvPr id="29717" name="Object 21"/>
          <p:cNvGraphicFramePr>
            <a:graphicFrameLocks noChangeAspect="1"/>
          </p:cNvGraphicFramePr>
          <p:nvPr/>
        </p:nvGraphicFramePr>
        <p:xfrm>
          <a:off x="381000" y="3505200"/>
          <a:ext cx="1420813" cy="1333500"/>
        </p:xfrm>
        <a:graphic>
          <a:graphicData uri="http://schemas.openxmlformats.org/presentationml/2006/ole">
            <p:oleObj spid="_x0000_s47112" name="Equation" r:id="rId9" imgW="609480" imgH="571320" progId="Equation.DSMT4">
              <p:embed/>
            </p:oleObj>
          </a:graphicData>
        </a:graphic>
      </p:graphicFrame>
      <p:graphicFrame>
        <p:nvGraphicFramePr>
          <p:cNvPr id="29719" name="Object 23"/>
          <p:cNvGraphicFramePr>
            <a:graphicFrameLocks noChangeAspect="1"/>
          </p:cNvGraphicFramePr>
          <p:nvPr/>
        </p:nvGraphicFramePr>
        <p:xfrm>
          <a:off x="304800" y="5105400"/>
          <a:ext cx="1865313" cy="919163"/>
        </p:xfrm>
        <a:graphic>
          <a:graphicData uri="http://schemas.openxmlformats.org/presentationml/2006/ole">
            <p:oleObj spid="_x0000_s47113" name="Equation" r:id="rId10" imgW="799920" imgH="393480" progId="Equation.DSMT4">
              <p:embed/>
            </p:oleObj>
          </a:graphicData>
        </a:graphic>
      </p:graphicFrame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838200" y="5181600"/>
          <a:ext cx="1136239" cy="766763"/>
        </p:xfrm>
        <a:graphic>
          <a:graphicData uri="http://schemas.openxmlformats.org/presentationml/2006/ole">
            <p:oleObj spid="_x0000_s47114" name="Equation" r:id="rId11" imgW="583920" imgH="393480" progId="Equation.DSMT4">
              <p:embed/>
            </p:oleObj>
          </a:graphicData>
        </a:graphic>
      </p:graphicFrame>
      <p:sp>
        <p:nvSpPr>
          <p:cNvPr id="39" name="Left Brace 38"/>
          <p:cNvSpPr/>
          <p:nvPr/>
        </p:nvSpPr>
        <p:spPr>
          <a:xfrm rot="5400000">
            <a:off x="1881561" y="1434047"/>
            <a:ext cx="231578" cy="1319927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828800" y="1657290"/>
            <a:ext cx="212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</p:spTree>
    <p:extLst>
      <p:ext uri="{BB962C8B-B14F-4D97-AF65-F5344CB8AC3E}">
        <p14:creationId xmlns="" xmlns:p14="http://schemas.microsoft.com/office/powerpoint/2010/main" val="114205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48148E-6 L 0.47378 -0.0502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81" y="-252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7116E-6 L 0.47552 -0.0476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" y="-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934 -0.04722 L 0.29479 -0.0474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9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66285 -0.02245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" y="-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4" grpId="0" animBg="1"/>
      <p:bldP spid="24" grpId="1" animBg="1"/>
      <p:bldP spid="24" grpId="2" animBg="1"/>
      <p:bldP spid="23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848728254"/>
              </p:ext>
            </p:extLst>
          </p:nvPr>
        </p:nvGraphicFramePr>
        <p:xfrm>
          <a:off x="15431" y="158750"/>
          <a:ext cx="9115425" cy="457200"/>
        </p:xfrm>
        <a:graphic>
          <a:graphicData uri="http://schemas.openxmlformats.org/presentationml/2006/ole">
            <p:oleObj spid="_x0000_s23698" name="Equation" r:id="rId3" imgW="4051080" imgH="203040" progId="Equation.DSMT4">
              <p:embed/>
            </p:oleObj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207847911"/>
              </p:ext>
            </p:extLst>
          </p:nvPr>
        </p:nvGraphicFramePr>
        <p:xfrm>
          <a:off x="746125" y="5143500"/>
          <a:ext cx="2162175" cy="652463"/>
        </p:xfrm>
        <a:graphic>
          <a:graphicData uri="http://schemas.openxmlformats.org/presentationml/2006/ole">
            <p:oleObj spid="_x0000_s23699" name="Equation" r:id="rId4" imgW="927000" imgH="279360" progId="Equation.DSMT4">
              <p:embed/>
            </p:oleObj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697077908"/>
              </p:ext>
            </p:extLst>
          </p:nvPr>
        </p:nvGraphicFramePr>
        <p:xfrm>
          <a:off x="381000" y="940612"/>
          <a:ext cx="4400550" cy="1028700"/>
        </p:xfrm>
        <a:graphic>
          <a:graphicData uri="http://schemas.openxmlformats.org/presentationml/2006/ole">
            <p:oleObj spid="_x0000_s23700" name="Equation" r:id="rId5" imgW="1955520" imgH="457200" progId="Equation.DSMT4">
              <p:embed/>
            </p:oleObj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-431800" y="1377950"/>
            <a:ext cx="3067640" cy="2660650"/>
            <a:chOff x="-431800" y="1377950"/>
            <a:chExt cx="3067640" cy="2660650"/>
          </a:xfrm>
        </p:grpSpPr>
        <p:cxnSp>
          <p:nvCxnSpPr>
            <p:cNvPr id="43" name="Straight Connector 42"/>
            <p:cNvCxnSpPr/>
            <p:nvPr/>
          </p:nvCxnSpPr>
          <p:spPr>
            <a:xfrm rot="5400000">
              <a:off x="-260554" y="3123406"/>
              <a:ext cx="1829594" cy="7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97440" y="2437606"/>
              <a:ext cx="2438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Arc 45"/>
            <p:cNvSpPr/>
            <p:nvPr/>
          </p:nvSpPr>
          <p:spPr>
            <a:xfrm>
              <a:off x="-431800" y="1377950"/>
              <a:ext cx="2189201" cy="2134394"/>
            </a:xfrm>
            <a:prstGeom prst="arc">
              <a:avLst>
                <a:gd name="adj1" fmla="val 11450"/>
                <a:gd name="adj2" fmla="val 5415422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/>
            <p:cNvCxnSpPr/>
            <p:nvPr/>
          </p:nvCxnSpPr>
          <p:spPr>
            <a:xfrm flipV="1">
              <a:off x="658167" y="3159500"/>
              <a:ext cx="810232" cy="10755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737573" y="2830274"/>
            <a:ext cx="73082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½</a:t>
            </a:r>
            <a:r>
              <a:rPr lang="en-US" b="1" dirty="0" smtClean="0">
                <a:solidFill>
                  <a:schemeClr val="accent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w</a:t>
            </a:r>
            <a:endParaRPr lang="en-US" dirty="0">
              <a:solidFill>
                <a:srgbClr val="FF0000"/>
              </a:solidFill>
              <a:latin typeface="Cambria Math" pitchFamily="18" charset="0"/>
              <a:ea typeface="Cambria Math" pitchFamily="18" charset="0"/>
            </a:endParaRPr>
          </a:p>
        </p:txBody>
      </p:sp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052302067"/>
              </p:ext>
            </p:extLst>
          </p:nvPr>
        </p:nvGraphicFramePr>
        <p:xfrm>
          <a:off x="1707152" y="2667396"/>
          <a:ext cx="1857375" cy="628650"/>
        </p:xfrm>
        <a:graphic>
          <a:graphicData uri="http://schemas.openxmlformats.org/presentationml/2006/ole">
            <p:oleObj spid="_x0000_s23701" name="Equation" r:id="rId6" imgW="825500" imgH="279400" progId="Equation.DSMT4">
              <p:embed/>
            </p:oleObj>
          </a:graphicData>
        </a:graphic>
      </p:graphicFrame>
      <p:graphicFrame>
        <p:nvGraphicFramePr>
          <p:cNvPr id="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993950576"/>
              </p:ext>
            </p:extLst>
          </p:nvPr>
        </p:nvGraphicFramePr>
        <p:xfrm>
          <a:off x="4191523" y="4633433"/>
          <a:ext cx="546100" cy="1489075"/>
        </p:xfrm>
        <a:graphic>
          <a:graphicData uri="http://schemas.openxmlformats.org/presentationml/2006/ole">
            <p:oleObj spid="_x0000_s23702" name="Equation" r:id="rId7" imgW="203040" imgH="469800" progId="Equation.DSMT4">
              <p:embed/>
            </p:oleObj>
          </a:graphicData>
        </a:graphic>
      </p:graphicFrame>
      <p:sp>
        <p:nvSpPr>
          <p:cNvPr id="31" name="Line Callout 1 30"/>
          <p:cNvSpPr/>
          <p:nvPr/>
        </p:nvSpPr>
        <p:spPr>
          <a:xfrm>
            <a:off x="5773435" y="5166832"/>
            <a:ext cx="685800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894556" y="6398225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33" name="Line Callout 1 32"/>
          <p:cNvSpPr/>
          <p:nvPr/>
        </p:nvSpPr>
        <p:spPr>
          <a:xfrm rot="10800000">
            <a:off x="4686825" y="5166833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28845"/>
              <a:gd name="adj4" fmla="val 9200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039123" y="6398225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38" name="Line Callout 1 37"/>
          <p:cNvSpPr/>
          <p:nvPr/>
        </p:nvSpPr>
        <p:spPr>
          <a:xfrm rot="10800000">
            <a:off x="6573533" y="5143878"/>
            <a:ext cx="2265666" cy="533400"/>
          </a:xfrm>
          <a:prstGeom prst="borderCallout1">
            <a:avLst>
              <a:gd name="adj1" fmla="val -3891"/>
              <a:gd name="adj2" fmla="val 41981"/>
              <a:gd name="adj3" fmla="val -123658"/>
              <a:gd name="adj4" fmla="val 35700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7458979" y="6325597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144950179"/>
              </p:ext>
            </p:extLst>
          </p:nvPr>
        </p:nvGraphicFramePr>
        <p:xfrm>
          <a:off x="4736035" y="5199887"/>
          <a:ext cx="854075" cy="476250"/>
        </p:xfrm>
        <a:graphic>
          <a:graphicData uri="http://schemas.openxmlformats.org/presentationml/2006/ole">
            <p:oleObj spid="_x0000_s23703" name="Equation" r:id="rId8" imgW="317087" imgH="177569" progId="Equation.DSMT4">
              <p:embed/>
            </p:oleObj>
          </a:graphicData>
        </a:graphic>
      </p:graphicFrame>
      <p:graphicFrame>
        <p:nvGraphicFramePr>
          <p:cNvPr id="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828545527"/>
              </p:ext>
            </p:extLst>
          </p:nvPr>
        </p:nvGraphicFramePr>
        <p:xfrm>
          <a:off x="5943600" y="5224463"/>
          <a:ext cx="374650" cy="444500"/>
        </p:xfrm>
        <a:graphic>
          <a:graphicData uri="http://schemas.openxmlformats.org/presentationml/2006/ole">
            <p:oleObj spid="_x0000_s23704" name="Equation" r:id="rId9" imgW="139680" imgH="164880" progId="Equation.DSMT4">
              <p:embed/>
            </p:oleObj>
          </a:graphicData>
        </a:graphic>
      </p:graphicFrame>
      <p:graphicFrame>
        <p:nvGraphicFramePr>
          <p:cNvPr id="5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426589232"/>
              </p:ext>
            </p:extLst>
          </p:nvPr>
        </p:nvGraphicFramePr>
        <p:xfrm>
          <a:off x="7251700" y="5224463"/>
          <a:ext cx="412750" cy="373062"/>
        </p:xfrm>
        <a:graphic>
          <a:graphicData uri="http://schemas.openxmlformats.org/presentationml/2006/ole">
            <p:oleObj spid="_x0000_s23705" name="Equation" r:id="rId10" imgW="152280" imgH="139680" progId="Equation.DSMT4">
              <p:embed/>
            </p:oleObj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6272318" y="956093"/>
            <a:ext cx="2947882" cy="171130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hord 1"/>
          <p:cNvSpPr/>
          <p:nvPr/>
        </p:nvSpPr>
        <p:spPr>
          <a:xfrm rot="16200000">
            <a:off x="6766276" y="-208789"/>
            <a:ext cx="2121377" cy="2329270"/>
          </a:xfrm>
          <a:prstGeom prst="chord">
            <a:avLst>
              <a:gd name="adj1" fmla="val 5401374"/>
              <a:gd name="adj2" fmla="val 16200000"/>
            </a:avLst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>
              <a:rot lat="0" lon="0" rev="0"/>
            </a:camera>
            <a:lightRig rig="glow" dir="t">
              <a:rot lat="0" lon="0" rev="16200000"/>
            </a:lightRig>
          </a:scene3d>
          <a:sp3d contourW="1000" prstMaterial="dkEdge">
            <a:bevelT/>
            <a:contourClr>
              <a:schemeClr val="accent4">
                <a:satMod val="300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379947" y="9144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9235" y="1831869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4247" y="148763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989064" y="1672303"/>
            <a:ext cx="1676400" cy="1049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eft Brace 7"/>
          <p:cNvSpPr/>
          <p:nvPr/>
        </p:nvSpPr>
        <p:spPr>
          <a:xfrm rot="5400000">
            <a:off x="7711473" y="646210"/>
            <a:ext cx="231579" cy="1676400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7620000" y="100226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269739049"/>
              </p:ext>
            </p:extLst>
          </p:nvPr>
        </p:nvGraphicFramePr>
        <p:xfrm>
          <a:off x="420688" y="4057650"/>
          <a:ext cx="2816225" cy="919163"/>
        </p:xfrm>
        <a:graphic>
          <a:graphicData uri="http://schemas.openxmlformats.org/presentationml/2006/ole">
            <p:oleObj spid="_x0000_s23706" name="Equation" r:id="rId11" imgW="1206360" imgH="393480" progId="Equation.DSMT4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943749634"/>
              </p:ext>
            </p:extLst>
          </p:nvPr>
        </p:nvGraphicFramePr>
        <p:xfrm>
          <a:off x="8213725" y="5110163"/>
          <a:ext cx="546100" cy="544512"/>
        </p:xfrm>
        <a:graphic>
          <a:graphicData uri="http://schemas.openxmlformats.org/presentationml/2006/ole">
            <p:oleObj spid="_x0000_s23707" name="Equation" r:id="rId12" imgW="203040" imgH="203040" progId="Equation.DSMT4">
              <p:embed/>
            </p:oleObj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168609947"/>
              </p:ext>
            </p:extLst>
          </p:nvPr>
        </p:nvGraphicFramePr>
        <p:xfrm>
          <a:off x="1399089" y="5174358"/>
          <a:ext cx="1547255" cy="634564"/>
        </p:xfrm>
        <a:graphic>
          <a:graphicData uri="http://schemas.openxmlformats.org/presentationml/2006/ole">
            <p:oleObj spid="_x0000_s23708" name="Equation" r:id="rId13" imgW="672840" imgH="2793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5875 -0.0118 " pathEditMode="relative" rAng="0" ptsTypes="AA">
                                      <p:cBhvr>
                                        <p:cTn id="17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75" y="-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31" grpId="0" animBg="1"/>
      <p:bldP spid="32" grpId="0" animBg="1"/>
      <p:bldP spid="33" grpId="0" animBg="1"/>
      <p:bldP spid="34" grpId="0" animBg="1"/>
      <p:bldP spid="38" grpId="0" animBg="1"/>
      <p:bldP spid="42" grpId="0" animBg="1"/>
      <p:bldP spid="53" grpId="0" animBg="1"/>
      <p:bldP spid="2" grpId="0" animBg="1"/>
      <p:bldP spid="63" grpId="0"/>
      <p:bldP spid="64" grpId="0"/>
      <p:bldP spid="65" grpId="0"/>
      <p:bldP spid="8" grpId="0" animBg="1"/>
      <p:bldP spid="6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2093</TotalTime>
  <Words>85</Words>
  <Application>Microsoft Office PowerPoint</Application>
  <PresentationFormat>On-screen Show (4:3)</PresentationFormat>
  <Paragraphs>71</Paragraphs>
  <Slides>10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Concourse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481</cp:revision>
  <dcterms:created xsi:type="dcterms:W3CDTF">2006-08-16T00:00:00Z</dcterms:created>
  <dcterms:modified xsi:type="dcterms:W3CDTF">2011-01-31T16:01:07Z</dcterms:modified>
</cp:coreProperties>
</file>