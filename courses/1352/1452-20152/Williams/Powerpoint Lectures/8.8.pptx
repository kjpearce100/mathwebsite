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6" r:id="rId2"/>
    <p:sldId id="264" r:id="rId3"/>
    <p:sldId id="266" r:id="rId4"/>
    <p:sldId id="265" r:id="rId5"/>
    <p:sldId id="258" r:id="rId6"/>
    <p:sldId id="268" r:id="rId7"/>
    <p:sldId id="270" r:id="rId8"/>
    <p:sldId id="271" r:id="rId9"/>
    <p:sldId id="272" r:id="rId10"/>
    <p:sldId id="273" r:id="rId11"/>
    <p:sldId id="259" r:id="rId12"/>
    <p:sldId id="274" r:id="rId13"/>
    <p:sldId id="275" r:id="rId14"/>
    <p:sldId id="290" r:id="rId15"/>
    <p:sldId id="280" r:id="rId16"/>
    <p:sldId id="260" r:id="rId17"/>
    <p:sldId id="262" r:id="rId18"/>
    <p:sldId id="277" r:id="rId19"/>
    <p:sldId id="276" r:id="rId20"/>
    <p:sldId id="278" r:id="rId21"/>
    <p:sldId id="263" r:id="rId22"/>
    <p:sldId id="261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 varScale="1">
        <p:scale>
          <a:sx n="109" d="100"/>
          <a:sy n="109" d="100"/>
        </p:scale>
        <p:origin x="-10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1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3" Type="http://schemas.openxmlformats.org/officeDocument/2006/relationships/image" Target="../media/image33.w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2" Type="http://schemas.openxmlformats.org/officeDocument/2006/relationships/image" Target="../media/image32.wmf"/><Relationship Id="rId1" Type="http://schemas.openxmlformats.org/officeDocument/2006/relationships/image" Target="../media/image21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27.wmf"/><Relationship Id="rId15" Type="http://schemas.openxmlformats.org/officeDocument/2006/relationships/image" Target="../media/image44.wmf"/><Relationship Id="rId10" Type="http://schemas.openxmlformats.org/officeDocument/2006/relationships/image" Target="../media/image39.wmf"/><Relationship Id="rId4" Type="http://schemas.openxmlformats.org/officeDocument/2006/relationships/image" Target="../media/image34.wmf"/><Relationship Id="rId9" Type="http://schemas.openxmlformats.org/officeDocument/2006/relationships/image" Target="../media/image38.wmf"/><Relationship Id="rId14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image" Target="../media/image42.wmf"/><Relationship Id="rId18" Type="http://schemas.openxmlformats.org/officeDocument/2006/relationships/image" Target="../media/image54.wmf"/><Relationship Id="rId3" Type="http://schemas.openxmlformats.org/officeDocument/2006/relationships/image" Target="../media/image46.wmf"/><Relationship Id="rId7" Type="http://schemas.openxmlformats.org/officeDocument/2006/relationships/image" Target="../media/image49.wmf"/><Relationship Id="rId12" Type="http://schemas.openxmlformats.org/officeDocument/2006/relationships/image" Target="../media/image41.wmf"/><Relationship Id="rId17" Type="http://schemas.openxmlformats.org/officeDocument/2006/relationships/image" Target="../media/image53.wmf"/><Relationship Id="rId2" Type="http://schemas.openxmlformats.org/officeDocument/2006/relationships/image" Target="../media/image45.wmf"/><Relationship Id="rId16" Type="http://schemas.openxmlformats.org/officeDocument/2006/relationships/image" Target="../media/image52.wmf"/><Relationship Id="rId20" Type="http://schemas.openxmlformats.org/officeDocument/2006/relationships/image" Target="../media/image56.wmf"/><Relationship Id="rId1" Type="http://schemas.openxmlformats.org/officeDocument/2006/relationships/image" Target="../media/image21.wmf"/><Relationship Id="rId6" Type="http://schemas.openxmlformats.org/officeDocument/2006/relationships/image" Target="../media/image48.wmf"/><Relationship Id="rId11" Type="http://schemas.openxmlformats.org/officeDocument/2006/relationships/image" Target="../media/image40.wmf"/><Relationship Id="rId5" Type="http://schemas.openxmlformats.org/officeDocument/2006/relationships/image" Target="../media/image27.wmf"/><Relationship Id="rId15" Type="http://schemas.openxmlformats.org/officeDocument/2006/relationships/image" Target="../media/image44.wmf"/><Relationship Id="rId10" Type="http://schemas.openxmlformats.org/officeDocument/2006/relationships/image" Target="../media/image39.wmf"/><Relationship Id="rId19" Type="http://schemas.openxmlformats.org/officeDocument/2006/relationships/image" Target="../media/image55.wmf"/><Relationship Id="rId4" Type="http://schemas.openxmlformats.org/officeDocument/2006/relationships/image" Target="../media/image47.wmf"/><Relationship Id="rId9" Type="http://schemas.openxmlformats.org/officeDocument/2006/relationships/image" Target="../media/image51.wmf"/><Relationship Id="rId14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73.wmf"/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12" Type="http://schemas.openxmlformats.org/officeDocument/2006/relationships/image" Target="../media/image62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11" Type="http://schemas.openxmlformats.org/officeDocument/2006/relationships/image" Target="../media/image53.wmf"/><Relationship Id="rId5" Type="http://schemas.openxmlformats.org/officeDocument/2006/relationships/image" Target="../media/image67.wmf"/><Relationship Id="rId10" Type="http://schemas.openxmlformats.org/officeDocument/2006/relationships/image" Target="../media/image72.wmf"/><Relationship Id="rId4" Type="http://schemas.openxmlformats.org/officeDocument/2006/relationships/image" Target="../media/image66.wmf"/><Relationship Id="rId9" Type="http://schemas.openxmlformats.org/officeDocument/2006/relationships/image" Target="../media/image71.wmf"/><Relationship Id="rId14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image" Target="../media/image6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12" Type="http://schemas.openxmlformats.org/officeDocument/2006/relationships/image" Target="../media/image53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5" Type="http://schemas.openxmlformats.org/officeDocument/2006/relationships/image" Target="../media/image79.w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Relationship Id="rId14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11" Type="http://schemas.openxmlformats.org/officeDocument/2006/relationships/image" Target="../media/image135.wmf"/><Relationship Id="rId5" Type="http://schemas.openxmlformats.org/officeDocument/2006/relationships/image" Target="../media/image129.wmf"/><Relationship Id="rId10" Type="http://schemas.openxmlformats.org/officeDocument/2006/relationships/image" Target="../media/image134.wmf"/><Relationship Id="rId4" Type="http://schemas.openxmlformats.org/officeDocument/2006/relationships/image" Target="../media/image128.wmf"/><Relationship Id="rId9" Type="http://schemas.openxmlformats.org/officeDocument/2006/relationships/image" Target="../media/image1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3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11/11/2011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7.wmf"/><Relationship Id="rId26" Type="http://schemas.openxmlformats.org/officeDocument/2006/relationships/image" Target="../media/image41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29" Type="http://schemas.openxmlformats.org/officeDocument/2006/relationships/oleObject" Target="../embeddings/oleObject45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42.wmf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46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5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4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0.wmf"/><Relationship Id="rId26" Type="http://schemas.openxmlformats.org/officeDocument/2006/relationships/image" Target="../media/image41.wmf"/><Relationship Id="rId39" Type="http://schemas.openxmlformats.org/officeDocument/2006/relationships/image" Target="../media/image54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34" Type="http://schemas.openxmlformats.org/officeDocument/2006/relationships/image" Target="../media/image52.wmf"/><Relationship Id="rId42" Type="http://schemas.openxmlformats.org/officeDocument/2006/relationships/oleObject" Target="../embeddings/oleObject6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33" Type="http://schemas.openxmlformats.org/officeDocument/2006/relationships/oleObject" Target="../embeddings/oleObject62.bin"/><Relationship Id="rId38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9.wmf"/><Relationship Id="rId20" Type="http://schemas.openxmlformats.org/officeDocument/2006/relationships/image" Target="../media/image51.wmf"/><Relationship Id="rId29" Type="http://schemas.openxmlformats.org/officeDocument/2006/relationships/oleObject" Target="../embeddings/oleObject60.bin"/><Relationship Id="rId41" Type="http://schemas.openxmlformats.org/officeDocument/2006/relationships/image" Target="../media/image5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37" Type="http://schemas.openxmlformats.org/officeDocument/2006/relationships/image" Target="../media/image53.wmf"/><Relationship Id="rId40" Type="http://schemas.openxmlformats.org/officeDocument/2006/relationships/oleObject" Target="../embeddings/oleObject66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28" Type="http://schemas.openxmlformats.org/officeDocument/2006/relationships/image" Target="../media/image42.wmf"/><Relationship Id="rId36" Type="http://schemas.openxmlformats.org/officeDocument/2006/relationships/oleObject" Target="../embeddings/oleObject64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5.bin"/><Relationship Id="rId31" Type="http://schemas.openxmlformats.org/officeDocument/2006/relationships/oleObject" Target="../embeddings/oleObject61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8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59.bin"/><Relationship Id="rId30" Type="http://schemas.openxmlformats.org/officeDocument/2006/relationships/image" Target="../media/image43.wmf"/><Relationship Id="rId35" Type="http://schemas.openxmlformats.org/officeDocument/2006/relationships/oleObject" Target="../embeddings/oleObject63.bin"/><Relationship Id="rId43" Type="http://schemas.openxmlformats.org/officeDocument/2006/relationships/image" Target="../media/image5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73.bin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72.bin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6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0.wmf"/><Relationship Id="rId26" Type="http://schemas.openxmlformats.org/officeDocument/2006/relationships/oleObject" Target="../embeddings/oleObject86.bin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29" Type="http://schemas.openxmlformats.org/officeDocument/2006/relationships/oleObject" Target="../embeddings/oleObject88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53.wmf"/><Relationship Id="rId32" Type="http://schemas.openxmlformats.org/officeDocument/2006/relationships/image" Target="../media/image74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62.wmf"/><Relationship Id="rId10" Type="http://schemas.openxmlformats.org/officeDocument/2006/relationships/image" Target="../media/image66.wmf"/><Relationship Id="rId19" Type="http://schemas.openxmlformats.org/officeDocument/2006/relationships/oleObject" Target="../embeddings/oleObject82.bin"/><Relationship Id="rId31" Type="http://schemas.openxmlformats.org/officeDocument/2006/relationships/oleObject" Target="../embeddings/oleObject89.bin"/><Relationship Id="rId4" Type="http://schemas.openxmlformats.org/officeDocument/2006/relationships/image" Target="../media/image63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Relationship Id="rId27" Type="http://schemas.openxmlformats.org/officeDocument/2006/relationships/oleObject" Target="../embeddings/oleObject87.bin"/><Relationship Id="rId30" Type="http://schemas.openxmlformats.org/officeDocument/2006/relationships/image" Target="../media/image7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82.wmf"/><Relationship Id="rId26" Type="http://schemas.openxmlformats.org/officeDocument/2006/relationships/image" Target="../media/image53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9.bin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97.bin"/><Relationship Id="rId25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29" Type="http://schemas.openxmlformats.org/officeDocument/2006/relationships/image" Target="../media/image62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94.bin"/><Relationship Id="rId24" Type="http://schemas.openxmlformats.org/officeDocument/2006/relationships/image" Target="../media/image85.wmf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23" Type="http://schemas.openxmlformats.org/officeDocument/2006/relationships/oleObject" Target="../embeddings/oleObject100.bin"/><Relationship Id="rId28" Type="http://schemas.openxmlformats.org/officeDocument/2006/relationships/oleObject" Target="../embeddings/oleObject103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98.bin"/><Relationship Id="rId31" Type="http://schemas.openxmlformats.org/officeDocument/2006/relationships/image" Target="../media/image86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102.bin"/><Relationship Id="rId30" Type="http://schemas.openxmlformats.org/officeDocument/2006/relationships/oleObject" Target="../embeddings/oleObject10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9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113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115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1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2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12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3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4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10" Type="http://schemas.openxmlformats.org/officeDocument/2006/relationships/image" Target="../media/image121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2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32.wmf"/><Relationship Id="rId3" Type="http://schemas.openxmlformats.org/officeDocument/2006/relationships/oleObject" Target="../embeddings/oleObject143.bin"/><Relationship Id="rId21" Type="http://schemas.openxmlformats.org/officeDocument/2006/relationships/oleObject" Target="../embeddings/oleObject152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1.wmf"/><Relationship Id="rId20" Type="http://schemas.openxmlformats.org/officeDocument/2006/relationships/image" Target="../media/image133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47.bin"/><Relationship Id="rId24" Type="http://schemas.openxmlformats.org/officeDocument/2006/relationships/image" Target="../media/image135.wmf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23" Type="http://schemas.openxmlformats.org/officeDocument/2006/relationships/oleObject" Target="../embeddings/oleObject153.bin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151.bin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30.wmf"/><Relationship Id="rId22" Type="http://schemas.openxmlformats.org/officeDocument/2006/relationships/image" Target="../media/image134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15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39.wmf"/><Relationship Id="rId4" Type="http://schemas.openxmlformats.org/officeDocument/2006/relationships/oleObject" Target="../embeddings/oleObject15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15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44.wmf"/><Relationship Id="rId4" Type="http://schemas.openxmlformats.org/officeDocument/2006/relationships/oleObject" Target="../embeddings/oleObject15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46.wmf"/><Relationship Id="rId4" Type="http://schemas.openxmlformats.org/officeDocument/2006/relationships/oleObject" Target="../embeddings/oleObject15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5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1800" y="3275846"/>
            <a:ext cx="6109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8.8:  Taylor Series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42365" y="4467255"/>
            <a:ext cx="5638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(So cool it needs its own theme music)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52400" y="3048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Recall 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323832"/>
              </p:ext>
            </p:extLst>
          </p:nvPr>
        </p:nvGraphicFramePr>
        <p:xfrm>
          <a:off x="1665288" y="1371600"/>
          <a:ext cx="26162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6" name="Equation" r:id="rId3" imgW="1143000" imgH="431640" progId="Equation.DSMT4">
                  <p:embed/>
                </p:oleObj>
              </mc:Choice>
              <mc:Fallback>
                <p:oleObj name="Equation" r:id="rId3" imgW="1143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1371600"/>
                        <a:ext cx="26162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200" y="5257800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Calibri" pitchFamily="34" charset="0"/>
                <a:cs typeface="Calibri" pitchFamily="34" charset="0"/>
              </a:rPr>
              <a:t>This is valid on the interval of convergence of the original series.</a:t>
            </a:r>
          </a:p>
        </p:txBody>
      </p:sp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224816"/>
              </p:ext>
            </p:extLst>
          </p:nvPr>
        </p:nvGraphicFramePr>
        <p:xfrm>
          <a:off x="4518025" y="1371600"/>
          <a:ext cx="28511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7" name="Equation" r:id="rId5" imgW="1244520" imgH="431640" progId="Equation.DSMT4">
                  <p:embed/>
                </p:oleObj>
              </mc:Choice>
              <mc:Fallback>
                <p:oleObj name="Equation" r:id="rId5" imgW="1244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1371600"/>
                        <a:ext cx="28511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312112"/>
              </p:ext>
            </p:extLst>
          </p:nvPr>
        </p:nvGraphicFramePr>
        <p:xfrm>
          <a:off x="1260475" y="3276600"/>
          <a:ext cx="29956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8" name="Equation" r:id="rId7" imgW="1307880" imgH="431640" progId="Equation.DSMT4">
                  <p:embed/>
                </p:oleObj>
              </mc:Choice>
              <mc:Fallback>
                <p:oleObj name="Equation" r:id="rId7" imgW="1307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276600"/>
                        <a:ext cx="29956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101025"/>
              </p:ext>
            </p:extLst>
          </p:nvPr>
        </p:nvGraphicFramePr>
        <p:xfrm>
          <a:off x="4433888" y="3276600"/>
          <a:ext cx="37480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729" name="Equation" r:id="rId9" imgW="1638000" imgH="431640" progId="Equation.DSMT4">
                  <p:embed/>
                </p:oleObj>
              </mc:Choice>
              <mc:Fallback>
                <p:oleObj name="Equation" r:id="rId9" imgW="1638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3276600"/>
                        <a:ext cx="374808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848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736732"/>
              </p:ext>
            </p:extLst>
          </p:nvPr>
        </p:nvGraphicFramePr>
        <p:xfrm>
          <a:off x="304800" y="228600"/>
          <a:ext cx="31416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0" name="Equation" r:id="rId3" imgW="1371600" imgH="444240" progId="Equation.DSMT4">
                  <p:embed/>
                </p:oleObj>
              </mc:Choice>
              <mc:Fallback>
                <p:oleObj name="Equation" r:id="rId3" imgW="1371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314166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173603"/>
              </p:ext>
            </p:extLst>
          </p:nvPr>
        </p:nvGraphicFramePr>
        <p:xfrm>
          <a:off x="3838575" y="304800"/>
          <a:ext cx="36941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1" name="Equation" r:id="rId5" imgW="1612800" imgH="444240" progId="Equation.DSMT4">
                  <p:embed/>
                </p:oleObj>
              </mc:Choice>
              <mc:Fallback>
                <p:oleObj name="Equation" r:id="rId5" imgW="1612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304800"/>
                        <a:ext cx="36941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092489"/>
              </p:ext>
            </p:extLst>
          </p:nvPr>
        </p:nvGraphicFramePr>
        <p:xfrm>
          <a:off x="76200" y="2438400"/>
          <a:ext cx="37528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2" name="Equation" r:id="rId7" imgW="1638000" imgH="444240" progId="Equation.DSMT4">
                  <p:embed/>
                </p:oleObj>
              </mc:Choice>
              <mc:Fallback>
                <p:oleObj name="Equation" r:id="rId7" imgW="1638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2438400"/>
                        <a:ext cx="37528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258382"/>
              </p:ext>
            </p:extLst>
          </p:nvPr>
        </p:nvGraphicFramePr>
        <p:xfrm>
          <a:off x="3810000" y="2438400"/>
          <a:ext cx="526573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53" name="Equation" r:id="rId9" imgW="2298600" imgH="444240" progId="Equation.DSMT4">
                  <p:embed/>
                </p:oleObj>
              </mc:Choice>
              <mc:Fallback>
                <p:oleObj name="Equation" r:id="rId9" imgW="2298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438400"/>
                        <a:ext cx="5265738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266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668449"/>
              </p:ext>
            </p:extLst>
          </p:nvPr>
        </p:nvGraphicFramePr>
        <p:xfrm>
          <a:off x="152400" y="228600"/>
          <a:ext cx="22098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8" name="Equation" r:id="rId3" imgW="965160" imgH="431640" progId="Equation.DSMT4">
                  <p:embed/>
                </p:oleObj>
              </mc:Choice>
              <mc:Fallback>
                <p:oleObj name="Equation" r:id="rId3" imgW="965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28600"/>
                        <a:ext cx="220980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364638"/>
              </p:ext>
            </p:extLst>
          </p:nvPr>
        </p:nvGraphicFramePr>
        <p:xfrm>
          <a:off x="2438400" y="228600"/>
          <a:ext cx="247491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9" name="Equation" r:id="rId5" imgW="1079280" imgH="431640" progId="Equation.DSMT4">
                  <p:embed/>
                </p:oleObj>
              </mc:Choice>
              <mc:Fallback>
                <p:oleObj name="Equation" r:id="rId5" imgW="1079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"/>
                        <a:ext cx="2474913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182714"/>
              </p:ext>
            </p:extLst>
          </p:nvPr>
        </p:nvGraphicFramePr>
        <p:xfrm>
          <a:off x="1247775" y="1752600"/>
          <a:ext cx="63849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0" name="Equation" r:id="rId7" imgW="2577960" imgH="431640" progId="Equation.DSMT4">
                  <p:embed/>
                </p:oleObj>
              </mc:Choice>
              <mc:Fallback>
                <p:oleObj name="Equation" r:id="rId7" imgW="2577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7775" y="1752600"/>
                        <a:ext cx="6384925" cy="1066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570862"/>
              </p:ext>
            </p:extLst>
          </p:nvPr>
        </p:nvGraphicFramePr>
        <p:xfrm>
          <a:off x="3124200" y="3733800"/>
          <a:ext cx="7000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1" name="Equation" r:id="rId9" imgW="266400" imgH="177480" progId="Equation.DSMT4">
                  <p:embed/>
                </p:oleObj>
              </mc:Choice>
              <mc:Fallback>
                <p:oleObj name="Equation" r:id="rId9" imgW="2664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733800"/>
                        <a:ext cx="7000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863627"/>
              </p:ext>
            </p:extLst>
          </p:nvPr>
        </p:nvGraphicFramePr>
        <p:xfrm>
          <a:off x="2438400" y="5181600"/>
          <a:ext cx="12509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2" name="Equation" r:id="rId11" imgW="545760" imgH="431640" progId="Equation.DSMT4">
                  <p:embed/>
                </p:oleObj>
              </mc:Choice>
              <mc:Fallback>
                <p:oleObj name="Equation" r:id="rId11" imgW="545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81600"/>
                        <a:ext cx="1250950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5429071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33CC"/>
                </a:solidFill>
                <a:latin typeface="Calibri" pitchFamily="34" charset="0"/>
                <a:cs typeface="Calibri" pitchFamily="34" charset="0"/>
              </a:rPr>
              <a:t>So what is                    ??     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55627"/>
              </p:ext>
            </p:extLst>
          </p:nvPr>
        </p:nvGraphicFramePr>
        <p:xfrm>
          <a:off x="3910806" y="3402480"/>
          <a:ext cx="11699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3" name="Equation" r:id="rId13" imgW="444240" imgH="393480" progId="Equation.DSMT4">
                  <p:embed/>
                </p:oleObj>
              </mc:Choice>
              <mc:Fallback>
                <p:oleObj name="Equation" r:id="rId13" imgW="444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806" y="3402480"/>
                        <a:ext cx="1169988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594756"/>
              </p:ext>
            </p:extLst>
          </p:nvPr>
        </p:nvGraphicFramePr>
        <p:xfrm>
          <a:off x="1905000" y="3657600"/>
          <a:ext cx="4000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4" name="Equation" r:id="rId15" imgW="152280" imgH="203040" progId="Equation.DSMT4">
                  <p:embed/>
                </p:oleObj>
              </mc:Choice>
              <mc:Fallback>
                <p:oleObj name="Equation" r:id="rId15" imgW="152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657600"/>
                        <a:ext cx="4000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87976"/>
              </p:ext>
            </p:extLst>
          </p:nvPr>
        </p:nvGraphicFramePr>
        <p:xfrm>
          <a:off x="5105400" y="3419475"/>
          <a:ext cx="20367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5" name="Equation" r:id="rId17" imgW="774360" imgH="393480" progId="Equation.DSMT4">
                  <p:embed/>
                </p:oleObj>
              </mc:Choice>
              <mc:Fallback>
                <p:oleObj name="Equation" r:id="rId17" imgW="774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419475"/>
                        <a:ext cx="203676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1" y="5952290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It must be 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e</a:t>
            </a:r>
            <a:r>
              <a:rPr lang="en-US" sz="4800" b="1" baseline="30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x</a:t>
            </a:r>
            <a:r>
              <a:rPr lang="en-US" sz="48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!!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11050"/>
              </p:ext>
            </p:extLst>
          </p:nvPr>
        </p:nvGraphicFramePr>
        <p:xfrm>
          <a:off x="2171700" y="3657600"/>
          <a:ext cx="800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6" name="Equation" r:id="rId19" imgW="304560" imgH="203040" progId="Equation.DSMT4">
                  <p:embed/>
                </p:oleObj>
              </mc:Choice>
              <mc:Fallback>
                <p:oleObj name="Equation" r:id="rId19" imgW="304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3657600"/>
                        <a:ext cx="800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301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3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/>
          <p:cNvSpPr txBox="1"/>
          <p:nvPr/>
        </p:nvSpPr>
        <p:spPr>
          <a:xfrm>
            <a:off x="3638550" y="152400"/>
            <a:ext cx="2171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Calibri" pitchFamily="34" charset="0"/>
                <a:cs typeface="Calibri" pitchFamily="34" charset="0"/>
              </a:rPr>
              <a:t>Theorem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8200" y="1162975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If  f(x) can be written as a power series it must 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257800"/>
            <a:ext cx="830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This is the </a:t>
            </a:r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Taylor series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for f.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When c = 0,it is called the </a:t>
            </a:r>
            <a:r>
              <a:rPr lang="en-US" sz="2800" dirty="0" err="1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Maclaurin</a:t>
            </a:r>
            <a:r>
              <a:rPr lang="en-US" sz="28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series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for f. </a:t>
            </a:r>
          </a:p>
        </p:txBody>
      </p:sp>
      <p:graphicFrame>
        <p:nvGraphicFramePr>
          <p:cNvPr id="4407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488933"/>
              </p:ext>
            </p:extLst>
          </p:nvPr>
        </p:nvGraphicFramePr>
        <p:xfrm>
          <a:off x="2370138" y="2057400"/>
          <a:ext cx="43608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8" name="Equation" r:id="rId3" imgW="1904760" imgH="444240" progId="Equation.DSMT4">
                  <p:embed/>
                </p:oleObj>
              </mc:Choice>
              <mc:Fallback>
                <p:oleObj name="Equation" r:id="rId3" imgW="1904760" imgH="44424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2057400"/>
                        <a:ext cx="4360862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7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3246916"/>
              </p:ext>
            </p:extLst>
          </p:nvPr>
        </p:nvGraphicFramePr>
        <p:xfrm>
          <a:off x="588962" y="3657600"/>
          <a:ext cx="8021638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9" name="Equation" r:id="rId5" imgW="3504960" imgH="393480" progId="Equation.DSMT4">
                  <p:embed/>
                </p:oleObj>
              </mc:Choice>
              <mc:Fallback>
                <p:oleObj name="Equation" r:id="rId5" imgW="3504960" imgH="39348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" y="3657600"/>
                        <a:ext cx="8021638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/>
          <p:cNvSpPr txBox="1"/>
          <p:nvPr/>
        </p:nvSpPr>
        <p:spPr>
          <a:xfrm>
            <a:off x="76200" y="4572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Historical Note:</a:t>
            </a:r>
          </a:p>
          <a:p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Issac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Newton used Taylor series all over the place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when Brook Taylor was a pre-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schooler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.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James Gregory did almost the same thing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before both of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" y="3664059"/>
            <a:ext cx="876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It may seem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o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dd to give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Maclaurin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credit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for just putting c=0 in Taylor’s series,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but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Maclaurin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discovered Crammer’s Rule first and Crammer got credit for it, so maybe it balances out.</a:t>
            </a:r>
          </a:p>
        </p:txBody>
      </p:sp>
    </p:spTree>
    <p:extLst>
      <p:ext uri="{BB962C8B-B14F-4D97-AF65-F5344CB8AC3E}">
        <p14:creationId xmlns:p14="http://schemas.microsoft.com/office/powerpoint/2010/main" val="148239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  <p:bldP spid="2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19300" y="49109"/>
            <a:ext cx="5410200" cy="715962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Why?</a:t>
            </a:r>
            <a:endParaRPr lang="en-US" sz="4000" dirty="0"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466422"/>
              </p:ext>
            </p:extLst>
          </p:nvPr>
        </p:nvGraphicFramePr>
        <p:xfrm>
          <a:off x="0" y="19812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3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812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67100" y="12954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Suppose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30480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865677"/>
              </p:ext>
            </p:extLst>
          </p:nvPr>
        </p:nvGraphicFramePr>
        <p:xfrm>
          <a:off x="3853656" y="3962400"/>
          <a:ext cx="17414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4" name="Equation" r:id="rId5" imgW="787320" imgH="228600" progId="Equation.DSMT4">
                  <p:embed/>
                </p:oleObj>
              </mc:Choice>
              <mc:Fallback>
                <p:oleObj name="Equation" r:id="rId5" imgW="78732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3656" y="3962400"/>
                        <a:ext cx="17414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158996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65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088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130778"/>
              </p:ext>
            </p:extLst>
          </p:nvPr>
        </p:nvGraphicFramePr>
        <p:xfrm>
          <a:off x="0" y="1524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4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0" y="107698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</a:t>
            </a:r>
            <a:r>
              <a:rPr lang="en-US" sz="28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’</a:t>
            </a:r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2944046"/>
              </p:ext>
            </p:extLst>
          </p:nvPr>
        </p:nvGraphicFramePr>
        <p:xfrm>
          <a:off x="3824288" y="3276600"/>
          <a:ext cx="179863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5"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288" y="3276600"/>
                        <a:ext cx="179863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227224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6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245892"/>
              </p:ext>
            </p:extLst>
          </p:nvPr>
        </p:nvGraphicFramePr>
        <p:xfrm>
          <a:off x="0" y="2209800"/>
          <a:ext cx="13763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7" name="Equation" r:id="rId9" imgW="622080" imgH="203040" progId="Equation.DSMT4">
                  <p:embed/>
                </p:oleObj>
              </mc:Choice>
              <mc:Fallback>
                <p:oleObj name="Equation" r:id="rId9" imgW="622080" imgH="2030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209800"/>
                        <a:ext cx="13763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770454"/>
              </p:ext>
            </p:extLst>
          </p:nvPr>
        </p:nvGraphicFramePr>
        <p:xfrm>
          <a:off x="1219200" y="2209800"/>
          <a:ext cx="280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8" name="Equation" r:id="rId11" imgW="126720" imgH="177480" progId="Equation.DSMT4">
                  <p:embed/>
                </p:oleObj>
              </mc:Choice>
              <mc:Fallback>
                <p:oleObj name="Equation" r:id="rId11" imgW="126720" imgH="177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09800"/>
                        <a:ext cx="280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484484"/>
              </p:ext>
            </p:extLst>
          </p:nvPr>
        </p:nvGraphicFramePr>
        <p:xfrm>
          <a:off x="1524000" y="2162175"/>
          <a:ext cx="927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59" name="Equation" r:id="rId13" imgW="419040" imgH="228600" progId="Equation.DSMT4">
                  <p:embed/>
                </p:oleObj>
              </mc:Choice>
              <mc:Fallback>
                <p:oleObj name="Equation" r:id="rId13" imgW="41904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62175"/>
                        <a:ext cx="9271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573543"/>
              </p:ext>
            </p:extLst>
          </p:nvPr>
        </p:nvGraphicFramePr>
        <p:xfrm>
          <a:off x="2514600" y="2133600"/>
          <a:ext cx="19653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0" name="Equation" r:id="rId15" imgW="888840" imgH="228600" progId="Equation.DSMT4">
                  <p:embed/>
                </p:oleObj>
              </mc:Choice>
              <mc:Fallback>
                <p:oleObj name="Equation" r:id="rId15" imgW="88884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19653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79900"/>
              </p:ext>
            </p:extLst>
          </p:nvPr>
        </p:nvGraphicFramePr>
        <p:xfrm>
          <a:off x="4495800" y="2133600"/>
          <a:ext cx="2162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1" name="Equation" r:id="rId17" imgW="977760" imgH="241200" progId="Equation.DSMT4">
                  <p:embed/>
                </p:oleObj>
              </mc:Choice>
              <mc:Fallback>
                <p:oleObj name="Equation" r:id="rId17" imgW="97776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133600"/>
                        <a:ext cx="2162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591399"/>
              </p:ext>
            </p:extLst>
          </p:nvPr>
        </p:nvGraphicFramePr>
        <p:xfrm>
          <a:off x="6553200" y="2133600"/>
          <a:ext cx="2332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62" name="Equation" r:id="rId19" imgW="1054080" imgH="241200" progId="Equation.DSMT4">
                  <p:embed/>
                </p:oleObj>
              </mc:Choice>
              <mc:Fallback>
                <p:oleObj name="Equation" r:id="rId19" imgW="105408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33600"/>
                        <a:ext cx="23320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64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089769"/>
              </p:ext>
            </p:extLst>
          </p:nvPr>
        </p:nvGraphicFramePr>
        <p:xfrm>
          <a:off x="0" y="1524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37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24384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</a:t>
            </a:r>
            <a:r>
              <a:rPr lang="en-US" sz="28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’’</a:t>
            </a:r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786253"/>
              </p:ext>
            </p:extLst>
          </p:nvPr>
        </p:nvGraphicFramePr>
        <p:xfrm>
          <a:off x="3656013" y="4419600"/>
          <a:ext cx="2135187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38" name="Equation" r:id="rId5" imgW="965160" imgH="228600" progId="Equation.DSMT4">
                  <p:embed/>
                </p:oleObj>
              </mc:Choice>
              <mc:Fallback>
                <p:oleObj name="Equation" r:id="rId5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013" y="4419600"/>
                        <a:ext cx="2135187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7275798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39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93032"/>
              </p:ext>
            </p:extLst>
          </p:nvPr>
        </p:nvGraphicFramePr>
        <p:xfrm>
          <a:off x="-26988" y="3505200"/>
          <a:ext cx="143192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0" name="Equation" r:id="rId9" imgW="647640" imgH="203040" progId="Equation.DSMT4">
                  <p:embed/>
                </p:oleObj>
              </mc:Choice>
              <mc:Fallback>
                <p:oleObj name="Equation" r:id="rId9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6988" y="3505200"/>
                        <a:ext cx="1431926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552672"/>
              </p:ext>
            </p:extLst>
          </p:nvPr>
        </p:nvGraphicFramePr>
        <p:xfrm>
          <a:off x="1219200" y="3505200"/>
          <a:ext cx="280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1" name="Equation" r:id="rId11" imgW="126720" imgH="177480" progId="Equation.DSMT4">
                  <p:embed/>
                </p:oleObj>
              </mc:Choice>
              <mc:Fallback>
                <p:oleObj name="Equation" r:id="rId11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280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47241"/>
              </p:ext>
            </p:extLst>
          </p:nvPr>
        </p:nvGraphicFramePr>
        <p:xfrm>
          <a:off x="1524000" y="3511197"/>
          <a:ext cx="8143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2" name="Equation" r:id="rId13" imgW="368280" imgH="203040" progId="Equation.DSMT4">
                  <p:embed/>
                </p:oleObj>
              </mc:Choice>
              <mc:Fallback>
                <p:oleObj name="Equation" r:id="rId13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11197"/>
                        <a:ext cx="8143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407733"/>
              </p:ext>
            </p:extLst>
          </p:nvPr>
        </p:nvGraphicFramePr>
        <p:xfrm>
          <a:off x="2362200" y="3463925"/>
          <a:ext cx="1066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3" name="Equation" r:id="rId15" imgW="482400" imgH="228600" progId="Equation.DSMT4">
                  <p:embed/>
                </p:oleObj>
              </mc:Choice>
              <mc:Fallback>
                <p:oleObj name="Equation" r:id="rId15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463925"/>
                        <a:ext cx="10668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943856"/>
              </p:ext>
            </p:extLst>
          </p:nvPr>
        </p:nvGraphicFramePr>
        <p:xfrm>
          <a:off x="3594100" y="3441700"/>
          <a:ext cx="24431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4" name="Equation" r:id="rId17" imgW="1104840" imgH="228600" progId="Equation.DSMT4">
                  <p:embed/>
                </p:oleObj>
              </mc:Choice>
              <mc:Fallback>
                <p:oleObj name="Equation" r:id="rId17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3441700"/>
                        <a:ext cx="24431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758965"/>
              </p:ext>
            </p:extLst>
          </p:nvPr>
        </p:nvGraphicFramePr>
        <p:xfrm>
          <a:off x="5943600" y="3429000"/>
          <a:ext cx="27257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5" name="Equation" r:id="rId19" imgW="1231560" imgH="241200" progId="Equation.DSMT4">
                  <p:embed/>
                </p:oleObj>
              </mc:Choice>
              <mc:Fallback>
                <p:oleObj name="Equation" r:id="rId19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429000"/>
                        <a:ext cx="27257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705338"/>
              </p:ext>
            </p:extLst>
          </p:nvPr>
        </p:nvGraphicFramePr>
        <p:xfrm>
          <a:off x="30162" y="914400"/>
          <a:ext cx="13763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6" name="Equation" r:id="rId21" imgW="622080" imgH="203040" progId="Equation.DSMT4">
                  <p:embed/>
                </p:oleObj>
              </mc:Choice>
              <mc:Fallback>
                <p:oleObj name="Equation" r:id="rId21" imgW="62208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" y="914400"/>
                        <a:ext cx="13763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361812"/>
              </p:ext>
            </p:extLst>
          </p:nvPr>
        </p:nvGraphicFramePr>
        <p:xfrm>
          <a:off x="1249362" y="914400"/>
          <a:ext cx="2809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7" name="Equation" r:id="rId23" imgW="126720" imgH="177480" progId="Equation.DSMT4">
                  <p:embed/>
                </p:oleObj>
              </mc:Choice>
              <mc:Fallback>
                <p:oleObj name="Equation" r:id="rId23" imgW="12672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2" y="914400"/>
                        <a:ext cx="2809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220225"/>
              </p:ext>
            </p:extLst>
          </p:nvPr>
        </p:nvGraphicFramePr>
        <p:xfrm>
          <a:off x="1554162" y="866775"/>
          <a:ext cx="927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8" name="Equation" r:id="rId25" imgW="419040" imgH="228600" progId="Equation.DSMT4">
                  <p:embed/>
                </p:oleObj>
              </mc:Choice>
              <mc:Fallback>
                <p:oleObj name="Equation" r:id="rId25" imgW="41904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2" y="866775"/>
                        <a:ext cx="9271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442290"/>
              </p:ext>
            </p:extLst>
          </p:nvPr>
        </p:nvGraphicFramePr>
        <p:xfrm>
          <a:off x="2544762" y="865187"/>
          <a:ext cx="19653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49" name="Equation" r:id="rId27" imgW="888840" imgH="228600" progId="Equation.DSMT4">
                  <p:embed/>
                </p:oleObj>
              </mc:Choice>
              <mc:Fallback>
                <p:oleObj name="Equation" r:id="rId27" imgW="88884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2" y="865187"/>
                        <a:ext cx="19653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161879"/>
              </p:ext>
            </p:extLst>
          </p:nvPr>
        </p:nvGraphicFramePr>
        <p:xfrm>
          <a:off x="4525962" y="838200"/>
          <a:ext cx="2162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50" name="Equation" r:id="rId29" imgW="977760" imgH="241200" progId="Equation.DSMT4">
                  <p:embed/>
                </p:oleObj>
              </mc:Choice>
              <mc:Fallback>
                <p:oleObj name="Equation" r:id="rId29" imgW="97776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2" y="838200"/>
                        <a:ext cx="2162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754345"/>
              </p:ext>
            </p:extLst>
          </p:nvPr>
        </p:nvGraphicFramePr>
        <p:xfrm>
          <a:off x="6583362" y="838200"/>
          <a:ext cx="2332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51" name="Equation" r:id="rId31" imgW="1054080" imgH="241200" progId="Equation.DSMT4">
                  <p:embed/>
                </p:oleObj>
              </mc:Choice>
              <mc:Fallback>
                <p:oleObj name="Equation" r:id="rId31" imgW="105408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2" y="838200"/>
                        <a:ext cx="23320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168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417393"/>
              </p:ext>
            </p:extLst>
          </p:nvPr>
        </p:nvGraphicFramePr>
        <p:xfrm>
          <a:off x="0" y="152400"/>
          <a:ext cx="9126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8" name="Equation" r:id="rId3" imgW="4127400" imgH="241200" progId="Equation.DSMT4">
                  <p:embed/>
                </p:oleObj>
              </mc:Choice>
              <mc:Fallback>
                <p:oleObj name="Equation" r:id="rId3" imgW="41274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2400"/>
                        <a:ext cx="9126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4600" y="24384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What is f</a:t>
            </a:r>
            <a:r>
              <a:rPr lang="en-US" sz="28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’’’</a:t>
            </a:r>
            <a:r>
              <a:rPr lang="en-US" sz="28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(c) ??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779332"/>
              </p:ext>
            </p:extLst>
          </p:nvPr>
        </p:nvGraphicFramePr>
        <p:xfrm>
          <a:off x="3446463" y="4419600"/>
          <a:ext cx="25558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9" name="Equation" r:id="rId5" imgW="1155600" imgH="228600" progId="Equation.DSMT4">
                  <p:embed/>
                </p:oleObj>
              </mc:Choice>
              <mc:Fallback>
                <p:oleObj name="Equation" r:id="rId5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4419600"/>
                        <a:ext cx="25558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116467"/>
              </p:ext>
            </p:extLst>
          </p:nvPr>
        </p:nvGraphicFramePr>
        <p:xfrm>
          <a:off x="457200" y="5257800"/>
          <a:ext cx="802163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0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57800"/>
                        <a:ext cx="802163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682559"/>
              </p:ext>
            </p:extLst>
          </p:nvPr>
        </p:nvGraphicFramePr>
        <p:xfrm>
          <a:off x="-26988" y="1592262"/>
          <a:ext cx="1431926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1" name="Equation" r:id="rId9" imgW="647640" imgH="203040" progId="Equation.DSMT4">
                  <p:embed/>
                </p:oleObj>
              </mc:Choice>
              <mc:Fallback>
                <p:oleObj name="Equation" r:id="rId9" imgW="647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6988" y="1592262"/>
                        <a:ext cx="1431926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043049"/>
              </p:ext>
            </p:extLst>
          </p:nvPr>
        </p:nvGraphicFramePr>
        <p:xfrm>
          <a:off x="1219200" y="1592262"/>
          <a:ext cx="2809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2" name="Equation" r:id="rId11" imgW="126720" imgH="177480" progId="Equation.DSMT4">
                  <p:embed/>
                </p:oleObj>
              </mc:Choice>
              <mc:Fallback>
                <p:oleObj name="Equation" r:id="rId11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92262"/>
                        <a:ext cx="2809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993994"/>
              </p:ext>
            </p:extLst>
          </p:nvPr>
        </p:nvGraphicFramePr>
        <p:xfrm>
          <a:off x="1524000" y="1598259"/>
          <a:ext cx="8143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3" name="Equation" r:id="rId13" imgW="368280" imgH="203040" progId="Equation.DSMT4">
                  <p:embed/>
                </p:oleObj>
              </mc:Choice>
              <mc:Fallback>
                <p:oleObj name="Equation" r:id="rId13" imgW="368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598259"/>
                        <a:ext cx="8143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922936"/>
              </p:ext>
            </p:extLst>
          </p:nvPr>
        </p:nvGraphicFramePr>
        <p:xfrm>
          <a:off x="2362200" y="1550987"/>
          <a:ext cx="10668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4" name="Equation" r:id="rId15" imgW="482400" imgH="228600" progId="Equation.DSMT4">
                  <p:embed/>
                </p:oleObj>
              </mc:Choice>
              <mc:Fallback>
                <p:oleObj name="Equation" r:id="rId15" imgW="482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50987"/>
                        <a:ext cx="10668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7551535"/>
              </p:ext>
            </p:extLst>
          </p:nvPr>
        </p:nvGraphicFramePr>
        <p:xfrm>
          <a:off x="3594100" y="1528762"/>
          <a:ext cx="24431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5" name="Equation" r:id="rId17" imgW="1104840" imgH="228600" progId="Equation.DSMT4">
                  <p:embed/>
                </p:oleObj>
              </mc:Choice>
              <mc:Fallback>
                <p:oleObj name="Equation" r:id="rId17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4100" y="1528762"/>
                        <a:ext cx="24431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910633"/>
              </p:ext>
            </p:extLst>
          </p:nvPr>
        </p:nvGraphicFramePr>
        <p:xfrm>
          <a:off x="5943600" y="1516062"/>
          <a:ext cx="27257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6" name="Equation" r:id="rId19" imgW="1231560" imgH="241200" progId="Equation.DSMT4">
                  <p:embed/>
                </p:oleObj>
              </mc:Choice>
              <mc:Fallback>
                <p:oleObj name="Equation" r:id="rId19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516062"/>
                        <a:ext cx="27257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455605"/>
              </p:ext>
            </p:extLst>
          </p:nvPr>
        </p:nvGraphicFramePr>
        <p:xfrm>
          <a:off x="30162" y="914400"/>
          <a:ext cx="13763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7" name="Equation" r:id="rId21" imgW="622080" imgH="203040" progId="Equation.DSMT4">
                  <p:embed/>
                </p:oleObj>
              </mc:Choice>
              <mc:Fallback>
                <p:oleObj name="Equation" r:id="rId21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" y="914400"/>
                        <a:ext cx="137636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821623"/>
              </p:ext>
            </p:extLst>
          </p:nvPr>
        </p:nvGraphicFramePr>
        <p:xfrm>
          <a:off x="1249362" y="914400"/>
          <a:ext cx="2809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8" name="Equation" r:id="rId23" imgW="126720" imgH="177480" progId="Equation.DSMT4">
                  <p:embed/>
                </p:oleObj>
              </mc:Choice>
              <mc:Fallback>
                <p:oleObj name="Equation" r:id="rId23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2" y="914400"/>
                        <a:ext cx="2809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741040"/>
              </p:ext>
            </p:extLst>
          </p:nvPr>
        </p:nvGraphicFramePr>
        <p:xfrm>
          <a:off x="1554162" y="866775"/>
          <a:ext cx="9271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29" name="Equation" r:id="rId25" imgW="419040" imgH="228600" progId="Equation.DSMT4">
                  <p:embed/>
                </p:oleObj>
              </mc:Choice>
              <mc:Fallback>
                <p:oleObj name="Equation" r:id="rId25" imgW="41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2" y="866775"/>
                        <a:ext cx="9271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101630"/>
              </p:ext>
            </p:extLst>
          </p:nvPr>
        </p:nvGraphicFramePr>
        <p:xfrm>
          <a:off x="2544762" y="865187"/>
          <a:ext cx="19653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0" name="Equation" r:id="rId27" imgW="888840" imgH="228600" progId="Equation.DSMT4">
                  <p:embed/>
                </p:oleObj>
              </mc:Choice>
              <mc:Fallback>
                <p:oleObj name="Equation" r:id="rId27" imgW="888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2" y="865187"/>
                        <a:ext cx="19653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845858"/>
              </p:ext>
            </p:extLst>
          </p:nvPr>
        </p:nvGraphicFramePr>
        <p:xfrm>
          <a:off x="4525962" y="838200"/>
          <a:ext cx="2162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1" name="Equation" r:id="rId29" imgW="977760" imgH="241200" progId="Equation.DSMT4">
                  <p:embed/>
                </p:oleObj>
              </mc:Choice>
              <mc:Fallback>
                <p:oleObj name="Equation" r:id="rId29" imgW="977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2" y="838200"/>
                        <a:ext cx="2162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887591"/>
              </p:ext>
            </p:extLst>
          </p:nvPr>
        </p:nvGraphicFramePr>
        <p:xfrm>
          <a:off x="6583362" y="838200"/>
          <a:ext cx="23320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2" name="Equation" r:id="rId31" imgW="1054080" imgH="241200" progId="Equation.DSMT4">
                  <p:embed/>
                </p:oleObj>
              </mc:Choice>
              <mc:Fallback>
                <p:oleObj name="Equation" r:id="rId31" imgW="1054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2" y="838200"/>
                        <a:ext cx="23320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03865"/>
              </p:ext>
            </p:extLst>
          </p:nvPr>
        </p:nvGraphicFramePr>
        <p:xfrm>
          <a:off x="-26988" y="3497263"/>
          <a:ext cx="148748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3" name="Equation" r:id="rId33" imgW="672840" imgH="203040" progId="Equation.DSMT4">
                  <p:embed/>
                </p:oleObj>
              </mc:Choice>
              <mc:Fallback>
                <p:oleObj name="Equation" r:id="rId33" imgW="67284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6988" y="3497263"/>
                        <a:ext cx="148748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975814"/>
              </p:ext>
            </p:extLst>
          </p:nvPr>
        </p:nvGraphicFramePr>
        <p:xfrm>
          <a:off x="1246188" y="3497263"/>
          <a:ext cx="2809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4" name="Equation" r:id="rId35" imgW="126720" imgH="177480" progId="Equation.DSMT4">
                  <p:embed/>
                </p:oleObj>
              </mc:Choice>
              <mc:Fallback>
                <p:oleObj name="Equation" r:id="rId35" imgW="126720" imgH="177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3497263"/>
                        <a:ext cx="2809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9301242"/>
              </p:ext>
            </p:extLst>
          </p:nvPr>
        </p:nvGraphicFramePr>
        <p:xfrm>
          <a:off x="1550988" y="3503613"/>
          <a:ext cx="814388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5" name="Equation" r:id="rId36" imgW="368280" imgH="203040" progId="Equation.DSMT4">
                  <p:embed/>
                </p:oleObj>
              </mc:Choice>
              <mc:Fallback>
                <p:oleObj name="Equation" r:id="rId36" imgW="368280" imgH="203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3503613"/>
                        <a:ext cx="814388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138438"/>
              </p:ext>
            </p:extLst>
          </p:nvPr>
        </p:nvGraphicFramePr>
        <p:xfrm>
          <a:off x="2557463" y="3482975"/>
          <a:ext cx="730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6" name="Equation" r:id="rId38" imgW="330120" imgH="203040" progId="Equation.DSMT4">
                  <p:embed/>
                </p:oleObj>
              </mc:Choice>
              <mc:Fallback>
                <p:oleObj name="Equation" r:id="rId38" imgW="330120" imgH="203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3482975"/>
                        <a:ext cx="7302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862863"/>
              </p:ext>
            </p:extLst>
          </p:nvPr>
        </p:nvGraphicFramePr>
        <p:xfrm>
          <a:off x="3505200" y="3429000"/>
          <a:ext cx="14605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7" name="Equation" r:id="rId40" imgW="660240" imgH="228600" progId="Equation.DSMT4">
                  <p:embed/>
                </p:oleObj>
              </mc:Choice>
              <mc:Fallback>
                <p:oleObj name="Equation" r:id="rId40" imgW="66024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429000"/>
                        <a:ext cx="14605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890626"/>
              </p:ext>
            </p:extLst>
          </p:nvPr>
        </p:nvGraphicFramePr>
        <p:xfrm>
          <a:off x="4953000" y="3429000"/>
          <a:ext cx="3149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8" name="Equation" r:id="rId42" imgW="1422360" imgH="241200" progId="Equation.DSMT4">
                  <p:embed/>
                </p:oleObj>
              </mc:Choice>
              <mc:Fallback>
                <p:oleObj name="Equation" r:id="rId42" imgW="1422360" imgH="241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429000"/>
                        <a:ext cx="3149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534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697815"/>
              </p:ext>
            </p:extLst>
          </p:nvPr>
        </p:nvGraphicFramePr>
        <p:xfrm>
          <a:off x="299598" y="381000"/>
          <a:ext cx="13954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6" name="Equation" r:id="rId3" imgW="609480" imgH="228600" progId="Equation.DSMT4">
                  <p:embed/>
                </p:oleObj>
              </mc:Choice>
              <mc:Fallback>
                <p:oleObj name="Equation" r:id="rId3" imgW="609480" imgH="22860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98" y="381000"/>
                        <a:ext cx="1395413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046165"/>
              </p:ext>
            </p:extLst>
          </p:nvPr>
        </p:nvGraphicFramePr>
        <p:xfrm>
          <a:off x="2859088" y="1981200"/>
          <a:ext cx="11922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7" name="Equation" r:id="rId5" imgW="520560" imgH="228600" progId="Equation.DSMT4">
                  <p:embed/>
                </p:oleObj>
              </mc:Choice>
              <mc:Fallback>
                <p:oleObj name="Equation" r:id="rId5" imgW="520560" imgH="22860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1981200"/>
                        <a:ext cx="1192212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424774"/>
              </p:ext>
            </p:extLst>
          </p:nvPr>
        </p:nvGraphicFramePr>
        <p:xfrm>
          <a:off x="5638800" y="3632200"/>
          <a:ext cx="20923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8" name="Equation" r:id="rId7" imgW="914400" imgH="431640" progId="Equation.DSMT4">
                  <p:embed/>
                </p:oleObj>
              </mc:Choice>
              <mc:Fallback>
                <p:oleObj name="Equation" r:id="rId7" imgW="914400" imgH="431640" progId="Equation.DSMT4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632200"/>
                        <a:ext cx="2092325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495440"/>
              </p:ext>
            </p:extLst>
          </p:nvPr>
        </p:nvGraphicFramePr>
        <p:xfrm>
          <a:off x="4114800" y="1998956"/>
          <a:ext cx="3778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49" name="Equation" r:id="rId9" imgW="164880" imgH="203040" progId="Equation.DSMT4">
                  <p:embed/>
                </p:oleObj>
              </mc:Choice>
              <mc:Fallback>
                <p:oleObj name="Equation" r:id="rId9" imgW="164880" imgH="20304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998956"/>
                        <a:ext cx="3778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418233"/>
              </p:ext>
            </p:extLst>
          </p:nvPr>
        </p:nvGraphicFramePr>
        <p:xfrm>
          <a:off x="4648200" y="2057400"/>
          <a:ext cx="4953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50" name="Equation" r:id="rId11" imgW="215640" imgH="164880" progId="Equation.DSMT4">
                  <p:embed/>
                </p:oleObj>
              </mc:Choice>
              <mc:Fallback>
                <p:oleObj name="Equation" r:id="rId11" imgW="215640" imgH="1648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057400"/>
                        <a:ext cx="4953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896071"/>
              </p:ext>
            </p:extLst>
          </p:nvPr>
        </p:nvGraphicFramePr>
        <p:xfrm>
          <a:off x="1219200" y="3708400"/>
          <a:ext cx="43608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51" name="Equation" r:id="rId13" imgW="1904760" imgH="444240" progId="Equation.DSMT4">
                  <p:embed/>
                </p:oleObj>
              </mc:Choice>
              <mc:Fallback>
                <p:oleObj name="Equation" r:id="rId13" imgW="1904760" imgH="44424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708400"/>
                        <a:ext cx="4360862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24200" y="45720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Find its </a:t>
            </a:r>
            <a:r>
              <a:rPr lang="en-US" sz="2800" dirty="0" err="1" smtClean="0"/>
              <a:t>Maclaurin</a:t>
            </a:r>
            <a:r>
              <a:rPr lang="en-US" sz="2800" dirty="0" smtClean="0"/>
              <a:t> Series.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9484993"/>
              </p:ext>
            </p:extLst>
          </p:nvPr>
        </p:nvGraphicFramePr>
        <p:xfrm>
          <a:off x="304800" y="381000"/>
          <a:ext cx="18018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2" name="Equation" r:id="rId3" imgW="787320" imgH="203040" progId="Equation.DSMT4">
                  <p:embed/>
                </p:oleObj>
              </mc:Choice>
              <mc:Fallback>
                <p:oleObj name="Equation" r:id="rId3" imgW="787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"/>
                        <a:ext cx="1801812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643792"/>
              </p:ext>
            </p:extLst>
          </p:nvPr>
        </p:nvGraphicFramePr>
        <p:xfrm>
          <a:off x="152400" y="1371600"/>
          <a:ext cx="24399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3" name="Equation" r:id="rId5" imgW="1066680" imgH="203040" progId="Equation.DSMT4">
                  <p:embed/>
                </p:oleObj>
              </mc:Choice>
              <mc:Fallback>
                <p:oleObj name="Equation" r:id="rId5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371600"/>
                        <a:ext cx="2439988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405280"/>
              </p:ext>
            </p:extLst>
          </p:nvPr>
        </p:nvGraphicFramePr>
        <p:xfrm>
          <a:off x="152400" y="2057400"/>
          <a:ext cx="27590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4" name="Equation" r:id="rId7" imgW="1206360" imgH="203040" progId="Equation.DSMT4">
                  <p:embed/>
                </p:oleObj>
              </mc:Choice>
              <mc:Fallback>
                <p:oleObj name="Equation" r:id="rId7" imgW="1206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57400"/>
                        <a:ext cx="275907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970093"/>
              </p:ext>
            </p:extLst>
          </p:nvPr>
        </p:nvGraphicFramePr>
        <p:xfrm>
          <a:off x="119063" y="4995863"/>
          <a:ext cx="12509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5" name="Equation" r:id="rId9" imgW="545760" imgH="164880" progId="Equation.DSMT4">
                  <p:embed/>
                </p:oleObj>
              </mc:Choice>
              <mc:Fallback>
                <p:oleObj name="Equation" r:id="rId9" imgW="5457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3" y="4995863"/>
                        <a:ext cx="125095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323353"/>
              </p:ext>
            </p:extLst>
          </p:nvPr>
        </p:nvGraphicFramePr>
        <p:xfrm>
          <a:off x="6553200" y="5715000"/>
          <a:ext cx="247173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6" name="Equation" r:id="rId11" imgW="1079280" imgH="444240" progId="Equation.DSMT4">
                  <p:embed/>
                </p:oleObj>
              </mc:Choice>
              <mc:Fallback>
                <p:oleObj name="Equation" r:id="rId11" imgW="10792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715000"/>
                        <a:ext cx="2471737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124200" y="30480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Find its </a:t>
            </a:r>
            <a:r>
              <a:rPr lang="en-US" sz="2800" dirty="0" err="1" smtClean="0"/>
              <a:t>Maclaurin</a:t>
            </a:r>
            <a:r>
              <a:rPr lang="en-US" sz="2800" dirty="0" smtClean="0"/>
              <a:t> Series.</a:t>
            </a:r>
            <a:endParaRPr lang="en-US" sz="28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655449"/>
              </p:ext>
            </p:extLst>
          </p:nvPr>
        </p:nvGraphicFramePr>
        <p:xfrm>
          <a:off x="-6350" y="2657475"/>
          <a:ext cx="30781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7" name="Equation" r:id="rId13" imgW="1346040" imgH="203040" progId="Equation.DSMT4">
                  <p:embed/>
                </p:oleObj>
              </mc:Choice>
              <mc:Fallback>
                <p:oleObj name="Equation" r:id="rId13" imgW="1346040" imgH="2030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350" y="2657475"/>
                        <a:ext cx="30781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666962"/>
              </p:ext>
            </p:extLst>
          </p:nvPr>
        </p:nvGraphicFramePr>
        <p:xfrm>
          <a:off x="0" y="3343275"/>
          <a:ext cx="27019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8" name="Equation" r:id="rId15" imgW="1180800" imgH="203040" progId="Equation.DSMT4">
                  <p:embed/>
                </p:oleObj>
              </mc:Choice>
              <mc:Fallback>
                <p:oleObj name="Equation" r:id="rId15" imgW="1180800" imgH="2030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343275"/>
                        <a:ext cx="27019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297215"/>
              </p:ext>
            </p:extLst>
          </p:nvPr>
        </p:nvGraphicFramePr>
        <p:xfrm>
          <a:off x="2108200" y="4724400"/>
          <a:ext cx="10461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09" name="Equation" r:id="rId17" imgW="457200" imgH="393480" progId="Equation.DSMT4">
                  <p:embed/>
                </p:oleObj>
              </mc:Choice>
              <mc:Fallback>
                <p:oleObj name="Equation" r:id="rId17" imgW="457200" imgH="393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4724400"/>
                        <a:ext cx="10461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227800"/>
              </p:ext>
            </p:extLst>
          </p:nvPr>
        </p:nvGraphicFramePr>
        <p:xfrm>
          <a:off x="3810000" y="4724400"/>
          <a:ext cx="10477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0" name="Equation" r:id="rId19" imgW="457200" imgH="393480" progId="Equation.DSMT4">
                  <p:embed/>
                </p:oleObj>
              </mc:Choice>
              <mc:Fallback>
                <p:oleObj name="Equation" r:id="rId19" imgW="4572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724400"/>
                        <a:ext cx="10477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853601"/>
              </p:ext>
            </p:extLst>
          </p:nvPr>
        </p:nvGraphicFramePr>
        <p:xfrm>
          <a:off x="5508625" y="4724400"/>
          <a:ext cx="13096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1" name="Equation" r:id="rId21" imgW="571320" imgH="393480" progId="Equation.DSMT4">
                  <p:embed/>
                </p:oleObj>
              </mc:Choice>
              <mc:Fallback>
                <p:oleObj name="Equation" r:id="rId21" imgW="57132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724400"/>
                        <a:ext cx="130968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037488"/>
              </p:ext>
            </p:extLst>
          </p:nvPr>
        </p:nvGraphicFramePr>
        <p:xfrm>
          <a:off x="1371600" y="4953000"/>
          <a:ext cx="814387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2" name="Equation" r:id="rId23" imgW="368140" imgH="203112" progId="Equation.DSMT4">
                  <p:embed/>
                </p:oleObj>
              </mc:Choice>
              <mc:Fallback>
                <p:oleObj name="Equation" r:id="rId23" imgW="368140" imgH="20311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953000"/>
                        <a:ext cx="814387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88009"/>
              </p:ext>
            </p:extLst>
          </p:nvPr>
        </p:nvGraphicFramePr>
        <p:xfrm>
          <a:off x="2971800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3" name="Equation" r:id="rId25" imgW="368140" imgH="203112" progId="Equation.DSMT4">
                  <p:embed/>
                </p:oleObj>
              </mc:Choice>
              <mc:Fallback>
                <p:oleObj name="Equation" r:id="rId25" imgW="368140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038873"/>
              </p:ext>
            </p:extLst>
          </p:nvPr>
        </p:nvGraphicFramePr>
        <p:xfrm>
          <a:off x="4824412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4" name="Equation" r:id="rId26" imgW="368140" imgH="203112" progId="Equation.DSMT4">
                  <p:embed/>
                </p:oleObj>
              </mc:Choice>
              <mc:Fallback>
                <p:oleObj name="Equation" r:id="rId26" imgW="368140" imgH="20311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2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217241"/>
              </p:ext>
            </p:extLst>
          </p:nvPr>
        </p:nvGraphicFramePr>
        <p:xfrm>
          <a:off x="5508887" y="1143000"/>
          <a:ext cx="3598863" cy="83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5" name="Equation" r:id="rId27" imgW="1905000" imgH="444500" progId="Equation.DSMT4">
                  <p:embed/>
                </p:oleObj>
              </mc:Choice>
              <mc:Fallback>
                <p:oleObj name="Equation" r:id="rId27" imgW="1905000" imgH="444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887" y="1143000"/>
                        <a:ext cx="3598863" cy="838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416456"/>
              </p:ext>
            </p:extLst>
          </p:nvPr>
        </p:nvGraphicFramePr>
        <p:xfrm>
          <a:off x="3692525" y="2066925"/>
          <a:ext cx="5375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6" name="Equation" r:id="rId29" imgW="3517560" imgH="393480" progId="Equation.DSMT4">
                  <p:embed/>
                </p:oleObj>
              </mc:Choice>
              <mc:Fallback>
                <p:oleObj name="Equation" r:id="rId29" imgW="3517560" imgH="3934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2066925"/>
                        <a:ext cx="53752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155515"/>
              </p:ext>
            </p:extLst>
          </p:nvPr>
        </p:nvGraphicFramePr>
        <p:xfrm>
          <a:off x="1021975" y="4930590"/>
          <a:ext cx="406401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7" name="Equation" r:id="rId31" imgW="177480" imgH="203040" progId="Equation.DSMT4">
                  <p:embed/>
                </p:oleObj>
              </mc:Choice>
              <mc:Fallback>
                <p:oleObj name="Equation" r:id="rId31" imgW="177480" imgH="2030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975" y="4930590"/>
                        <a:ext cx="406401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061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99305"/>
              </p:ext>
            </p:extLst>
          </p:nvPr>
        </p:nvGraphicFramePr>
        <p:xfrm>
          <a:off x="319088" y="381000"/>
          <a:ext cx="17732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3" name="Equation" r:id="rId3" imgW="774360" imgH="203040" progId="Equation.DSMT4">
                  <p:embed/>
                </p:oleObj>
              </mc:Choice>
              <mc:Fallback>
                <p:oleObj name="Equation" r:id="rId3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381000"/>
                        <a:ext cx="1773237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6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260711"/>
              </p:ext>
            </p:extLst>
          </p:nvPr>
        </p:nvGraphicFramePr>
        <p:xfrm>
          <a:off x="152400" y="1371600"/>
          <a:ext cx="24399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4" name="Equation" r:id="rId5" imgW="1066680" imgH="203040" progId="Equation.DSMT4">
                  <p:embed/>
                </p:oleObj>
              </mc:Choice>
              <mc:Fallback>
                <p:oleObj name="Equation" r:id="rId5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371600"/>
                        <a:ext cx="2439988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243151"/>
              </p:ext>
            </p:extLst>
          </p:nvPr>
        </p:nvGraphicFramePr>
        <p:xfrm>
          <a:off x="76200" y="1981200"/>
          <a:ext cx="25273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5" name="Equation" r:id="rId7" imgW="1104840" imgH="203040" progId="Equation.DSMT4">
                  <p:embed/>
                </p:oleObj>
              </mc:Choice>
              <mc:Fallback>
                <p:oleObj name="Equation" r:id="rId7" imgW="1104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981200"/>
                        <a:ext cx="25273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982374"/>
              </p:ext>
            </p:extLst>
          </p:nvPr>
        </p:nvGraphicFramePr>
        <p:xfrm>
          <a:off x="61913" y="4953000"/>
          <a:ext cx="136683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6" name="Equation" r:id="rId9" imgW="596880" imgH="203040" progId="Equation.DSMT4">
                  <p:embed/>
                </p:oleObj>
              </mc:Choice>
              <mc:Fallback>
                <p:oleObj name="Equation" r:id="rId9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3" y="4953000"/>
                        <a:ext cx="1366837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472617"/>
              </p:ext>
            </p:extLst>
          </p:nvPr>
        </p:nvGraphicFramePr>
        <p:xfrm>
          <a:off x="5943600" y="5838825"/>
          <a:ext cx="305435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7" name="Equation" r:id="rId11" imgW="1333440" imgH="444240" progId="Equation.DSMT4">
                  <p:embed/>
                </p:oleObj>
              </mc:Choice>
              <mc:Fallback>
                <p:oleObj name="Equation" r:id="rId11" imgW="13334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838825"/>
                        <a:ext cx="3054350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124200" y="30480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Find its </a:t>
            </a:r>
            <a:r>
              <a:rPr lang="en-US" sz="2800" dirty="0" err="1" smtClean="0"/>
              <a:t>Maclaurin</a:t>
            </a:r>
            <a:r>
              <a:rPr lang="en-US" sz="2800" dirty="0" smtClean="0"/>
              <a:t> Series.</a:t>
            </a:r>
            <a:endParaRPr lang="en-US" sz="28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376453"/>
              </p:ext>
            </p:extLst>
          </p:nvPr>
        </p:nvGraphicFramePr>
        <p:xfrm>
          <a:off x="95250" y="2657475"/>
          <a:ext cx="28749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8" name="Equation" r:id="rId13" imgW="1257120" imgH="203040" progId="Equation.DSMT4">
                  <p:embed/>
                </p:oleObj>
              </mc:Choice>
              <mc:Fallback>
                <p:oleObj name="Equation" r:id="rId13" imgW="1257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" y="2657475"/>
                        <a:ext cx="28749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911665"/>
              </p:ext>
            </p:extLst>
          </p:nvPr>
        </p:nvGraphicFramePr>
        <p:xfrm>
          <a:off x="26634" y="3352800"/>
          <a:ext cx="31956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9" name="Equation" r:id="rId15" imgW="1396800" imgH="203040" progId="Equation.DSMT4">
                  <p:embed/>
                </p:oleObj>
              </mc:Choice>
              <mc:Fallback>
                <p:oleObj name="Equation" r:id="rId15" imgW="1396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4" y="3352800"/>
                        <a:ext cx="31956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370912"/>
              </p:ext>
            </p:extLst>
          </p:nvPr>
        </p:nvGraphicFramePr>
        <p:xfrm>
          <a:off x="2819400" y="4724400"/>
          <a:ext cx="10175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0" name="Equation" r:id="rId17" imgW="444240" imgH="393480" progId="Equation.DSMT4">
                  <p:embed/>
                </p:oleObj>
              </mc:Choice>
              <mc:Fallback>
                <p:oleObj name="Equation" r:id="rId17" imgW="444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724400"/>
                        <a:ext cx="10175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631995"/>
              </p:ext>
            </p:extLst>
          </p:nvPr>
        </p:nvGraphicFramePr>
        <p:xfrm>
          <a:off x="4738688" y="4724400"/>
          <a:ext cx="10191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1" name="Equation" r:id="rId19" imgW="444240" imgH="393480" progId="Equation.DSMT4">
                  <p:embed/>
                </p:oleObj>
              </mc:Choice>
              <mc:Fallback>
                <p:oleObj name="Equation" r:id="rId19" imgW="444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4724400"/>
                        <a:ext cx="10191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592176"/>
              </p:ext>
            </p:extLst>
          </p:nvPr>
        </p:nvGraphicFramePr>
        <p:xfrm>
          <a:off x="5775325" y="4724400"/>
          <a:ext cx="19208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2" name="Equation" r:id="rId21" imgW="838080" imgH="393480" progId="Equation.DSMT4">
                  <p:embed/>
                </p:oleObj>
              </mc:Choice>
              <mc:Fallback>
                <p:oleObj name="Equation" r:id="rId21" imgW="838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325" y="4724400"/>
                        <a:ext cx="19208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692282"/>
              </p:ext>
            </p:extLst>
          </p:nvPr>
        </p:nvGraphicFramePr>
        <p:xfrm>
          <a:off x="1358900" y="4979988"/>
          <a:ext cx="8413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3" name="Equation" r:id="rId23" imgW="380880" imgH="177480" progId="Equation.DSMT4">
                  <p:embed/>
                </p:oleObj>
              </mc:Choice>
              <mc:Fallback>
                <p:oleObj name="Equation" r:id="rId23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4979988"/>
                        <a:ext cx="8413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998082"/>
              </p:ext>
            </p:extLst>
          </p:nvPr>
        </p:nvGraphicFramePr>
        <p:xfrm>
          <a:off x="2057400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4" name="Equation" r:id="rId25" imgW="368140" imgH="203112" progId="Equation.DSMT4">
                  <p:embed/>
                </p:oleObj>
              </mc:Choice>
              <mc:Fallback>
                <p:oleObj name="Equation" r:id="rId25" imgW="36814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11587"/>
              </p:ext>
            </p:extLst>
          </p:nvPr>
        </p:nvGraphicFramePr>
        <p:xfrm>
          <a:off x="3886200" y="4953000"/>
          <a:ext cx="81438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5" name="Equation" r:id="rId27" imgW="368140" imgH="203112" progId="Equation.DSMT4">
                  <p:embed/>
                </p:oleObj>
              </mc:Choice>
              <mc:Fallback>
                <p:oleObj name="Equation" r:id="rId27" imgW="36814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953000"/>
                        <a:ext cx="81438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048340"/>
              </p:ext>
            </p:extLst>
          </p:nvPr>
        </p:nvGraphicFramePr>
        <p:xfrm>
          <a:off x="5508887" y="1143000"/>
          <a:ext cx="3598863" cy="83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6" name="Equation" r:id="rId28" imgW="1905000" imgH="444500" progId="Equation.DSMT4">
                  <p:embed/>
                </p:oleObj>
              </mc:Choice>
              <mc:Fallback>
                <p:oleObj name="Equation" r:id="rId28" imgW="19050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887" y="1143000"/>
                        <a:ext cx="3598863" cy="838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416456"/>
              </p:ext>
            </p:extLst>
          </p:nvPr>
        </p:nvGraphicFramePr>
        <p:xfrm>
          <a:off x="3692525" y="2066925"/>
          <a:ext cx="53752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7" name="Equation" r:id="rId30" imgW="3517560" imgH="393480" progId="Equation.DSMT4">
                  <p:embed/>
                </p:oleObj>
              </mc:Choice>
              <mc:Fallback>
                <p:oleObj name="Equation" r:id="rId30" imgW="351756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2066925"/>
                        <a:ext cx="53752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80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0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effectLst/>
              </a:rPr>
              <a:t>Summary So Far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559991"/>
              </p:ext>
            </p:extLst>
          </p:nvPr>
        </p:nvGraphicFramePr>
        <p:xfrm>
          <a:off x="3505200" y="3581400"/>
          <a:ext cx="25288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6" name="Equation" r:id="rId3" imgW="1104840" imgH="431640" progId="Equation.DSMT4">
                  <p:embed/>
                </p:oleObj>
              </mc:Choice>
              <mc:Fallback>
                <p:oleObj name="Equation" r:id="rId3" imgW="1104840" imgH="4316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581400"/>
                        <a:ext cx="252888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69298"/>
              </p:ext>
            </p:extLst>
          </p:nvPr>
        </p:nvGraphicFramePr>
        <p:xfrm>
          <a:off x="2819400" y="1066800"/>
          <a:ext cx="3874379" cy="902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7" name="Equation" r:id="rId5" imgW="1904760" imgH="444240" progId="Equation.DSMT4">
                  <p:embed/>
                </p:oleObj>
              </mc:Choice>
              <mc:Fallback>
                <p:oleObj name="Equation" r:id="rId5" imgW="1904760" imgH="44424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066800"/>
                        <a:ext cx="3874379" cy="902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820657"/>
              </p:ext>
            </p:extLst>
          </p:nvPr>
        </p:nvGraphicFramePr>
        <p:xfrm>
          <a:off x="914400" y="2438400"/>
          <a:ext cx="7543800" cy="799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8" name="Equation" r:id="rId7" imgW="3504960" imgH="393480" progId="Equation.DSMT4">
                  <p:embed/>
                </p:oleObj>
              </mc:Choice>
              <mc:Fallback>
                <p:oleObj name="Equation" r:id="rId7" imgW="3504960" imgH="39348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438400"/>
                        <a:ext cx="7543800" cy="799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5643"/>
              </p:ext>
            </p:extLst>
          </p:nvPr>
        </p:nvGraphicFramePr>
        <p:xfrm>
          <a:off x="3429000" y="4800600"/>
          <a:ext cx="319881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59" name="Equation" r:id="rId9" imgW="1396800" imgH="444240" progId="Equation.DSMT4">
                  <p:embed/>
                </p:oleObj>
              </mc:Choice>
              <mc:Fallback>
                <p:oleObj name="Equation" r:id="rId9" imgW="139680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00600"/>
                        <a:ext cx="3198812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053970"/>
              </p:ext>
            </p:extLst>
          </p:nvPr>
        </p:nvGraphicFramePr>
        <p:xfrm>
          <a:off x="3352800" y="5838825"/>
          <a:ext cx="381158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60" name="Equation" r:id="rId11" imgW="1663560" imgH="444240" progId="Equation.DSMT4">
                  <p:embed/>
                </p:oleObj>
              </mc:Choice>
              <mc:Fallback>
                <p:oleObj name="Equation" r:id="rId11" imgW="166356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838825"/>
                        <a:ext cx="3811588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442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888929"/>
              </p:ext>
            </p:extLst>
          </p:nvPr>
        </p:nvGraphicFramePr>
        <p:xfrm>
          <a:off x="381000" y="228600"/>
          <a:ext cx="9017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4" name="Equation" r:id="rId3" imgW="393480" imgH="444240" progId="Equation.DSMT4">
                  <p:embed/>
                </p:oleObj>
              </mc:Choice>
              <mc:Fallback>
                <p:oleObj name="Equation" r:id="rId3" imgW="393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8600"/>
                        <a:ext cx="901700" cy="1022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752600" y="2743200"/>
            <a:ext cx="5943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Converges by ratio test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What does it converge to?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   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e</a:t>
            </a:r>
            <a:r>
              <a:rPr lang="en-US" sz="3200" baseline="30000" dirty="0" smtClean="0">
                <a:latin typeface="Calibri" pitchFamily="34" charset="0"/>
                <a:cs typeface="Calibri" pitchFamily="34" charset="0"/>
              </a:rPr>
              <a:t>2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980987"/>
              </p:ext>
            </p:extLst>
          </p:nvPr>
        </p:nvGraphicFramePr>
        <p:xfrm>
          <a:off x="6431756" y="381000"/>
          <a:ext cx="2528888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5" name="Equation" r:id="rId5" imgW="1104840" imgH="431640" progId="Equation.DSMT4">
                  <p:embed/>
                </p:oleObj>
              </mc:Choice>
              <mc:Fallback>
                <p:oleObj name="Equation" r:id="rId5" imgW="110484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1756" y="381000"/>
                        <a:ext cx="2528888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736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96518" y="304800"/>
            <a:ext cx="70104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Mystery Solved: </a:t>
            </a:r>
          </a:p>
          <a:p>
            <a:pPr algn="ctr"/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   </a:t>
            </a:r>
          </a:p>
          <a:p>
            <a:pPr algn="ctr"/>
            <a:r>
              <a:rPr lang="en-US" sz="2800" dirty="0" smtClean="0">
                <a:latin typeface="Calibri" pitchFamily="34" charset="0"/>
                <a:cs typeface="Calibri" pitchFamily="34" charset="0"/>
              </a:rPr>
              <a:t>Why does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L’Hopital’s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Rule work? </a:t>
            </a:r>
          </a:p>
          <a:p>
            <a:pPr algn="ctr"/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r>
              <a:rPr lang="en-US" sz="2800" dirty="0" smtClean="0">
                <a:latin typeface="Calibri" pitchFamily="34" charset="0"/>
                <a:cs typeface="Calibri" pitchFamily="34" charset="0"/>
              </a:rPr>
              <a:t>     	            Why is                           ?</a:t>
            </a:r>
          </a:p>
        </p:txBody>
      </p:sp>
      <p:graphicFrame>
        <p:nvGraphicFramePr>
          <p:cNvPr id="645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835351"/>
              </p:ext>
            </p:extLst>
          </p:nvPr>
        </p:nvGraphicFramePr>
        <p:xfrm>
          <a:off x="4173244" y="1954566"/>
          <a:ext cx="177482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2" name="Equation" r:id="rId3" imgW="774360" imgH="393480" progId="Equation.DSMT4">
                  <p:embed/>
                </p:oleObj>
              </mc:Choice>
              <mc:Fallback>
                <p:oleObj name="Equation" r:id="rId3" imgW="774360" imgH="39348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244" y="1954566"/>
                        <a:ext cx="1774825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857943"/>
              </p:ext>
            </p:extLst>
          </p:nvPr>
        </p:nvGraphicFramePr>
        <p:xfrm>
          <a:off x="319088" y="4191000"/>
          <a:ext cx="3956050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3" name="Equation" r:id="rId5" imgW="1726920" imgH="571320" progId="Equation.DSMT4">
                  <p:embed/>
                </p:oleObj>
              </mc:Choice>
              <mc:Fallback>
                <p:oleObj name="Equation" r:id="rId5" imgW="1726920" imgH="57132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4191000"/>
                        <a:ext cx="3956050" cy="1309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451806"/>
              </p:ext>
            </p:extLst>
          </p:nvPr>
        </p:nvGraphicFramePr>
        <p:xfrm>
          <a:off x="4298950" y="4394200"/>
          <a:ext cx="39576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4" name="Equation" r:id="rId7" imgW="1726920" imgH="393480" progId="Equation.DSMT4">
                  <p:embed/>
                </p:oleObj>
              </mc:Choice>
              <mc:Fallback>
                <p:oleObj name="Equation" r:id="rId7" imgW="172692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950" y="4394200"/>
                        <a:ext cx="39576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409330"/>
              </p:ext>
            </p:extLst>
          </p:nvPr>
        </p:nvGraphicFramePr>
        <p:xfrm>
          <a:off x="8293100" y="4625790"/>
          <a:ext cx="6985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65" name="Equation" r:id="rId9" imgW="304560" imgH="203040" progId="Equation.DSMT4">
                  <p:embed/>
                </p:oleObj>
              </mc:Choice>
              <mc:Fallback>
                <p:oleObj name="Equation" r:id="rId9" imgW="304560" imgH="2030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3100" y="4625790"/>
                        <a:ext cx="6985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756662"/>
              </p:ext>
            </p:extLst>
          </p:nvPr>
        </p:nvGraphicFramePr>
        <p:xfrm>
          <a:off x="304801" y="304800"/>
          <a:ext cx="2895600" cy="59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1" name="Equation" r:id="rId3" imgW="1117440" imgH="228600" progId="Equation.DSMT4">
                  <p:embed/>
                </p:oleObj>
              </mc:Choice>
              <mc:Fallback>
                <p:oleObj name="Equation" r:id="rId3" imgW="111744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1" y="304800"/>
                        <a:ext cx="2895600" cy="5931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754081"/>
              </p:ext>
            </p:extLst>
          </p:nvPr>
        </p:nvGraphicFramePr>
        <p:xfrm>
          <a:off x="2590800" y="1524000"/>
          <a:ext cx="305117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2" name="Equation" r:id="rId5" imgW="1333440" imgH="482400" progId="Equation.DSMT4">
                  <p:embed/>
                </p:oleObj>
              </mc:Choice>
              <mc:Fallback>
                <p:oleObj name="Equation" r:id="rId5" imgW="1333440" imgH="482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524000"/>
                        <a:ext cx="3051175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25319"/>
              </p:ext>
            </p:extLst>
          </p:nvPr>
        </p:nvGraphicFramePr>
        <p:xfrm>
          <a:off x="2376488" y="3505200"/>
          <a:ext cx="33147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3" name="Equation" r:id="rId7" imgW="1447560" imgH="482400" progId="Equation.DSMT4">
                  <p:embed/>
                </p:oleObj>
              </mc:Choice>
              <mc:Fallback>
                <p:oleObj name="Equation" r:id="rId7" imgW="1447560" imgH="4824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3505200"/>
                        <a:ext cx="33147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733734"/>
              </p:ext>
            </p:extLst>
          </p:nvPr>
        </p:nvGraphicFramePr>
        <p:xfrm>
          <a:off x="5562600" y="228600"/>
          <a:ext cx="34321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4" name="Equation" r:id="rId9" imgW="1498320" imgH="444240" progId="Equation.DSMT4">
                  <p:embed/>
                </p:oleObj>
              </mc:Choice>
              <mc:Fallback>
                <p:oleObj name="Equation" r:id="rId9" imgW="149832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28600"/>
                        <a:ext cx="3432175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896157"/>
              </p:ext>
            </p:extLst>
          </p:nvPr>
        </p:nvGraphicFramePr>
        <p:xfrm>
          <a:off x="2590800" y="5334000"/>
          <a:ext cx="28781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5" name="Equation" r:id="rId11" imgW="1257120" imgH="482400" progId="Equation.DSMT4">
                  <p:embed/>
                </p:oleObj>
              </mc:Choice>
              <mc:Fallback>
                <p:oleObj name="Equation" r:id="rId11" imgW="125712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334000"/>
                        <a:ext cx="287813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975590"/>
              </p:ext>
            </p:extLst>
          </p:nvPr>
        </p:nvGraphicFramePr>
        <p:xfrm>
          <a:off x="304800" y="228600"/>
          <a:ext cx="1371600" cy="87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2" name="Equation" r:id="rId3" imgW="457200" imgH="291960" progId="Equation.DSMT4">
                  <p:embed/>
                </p:oleObj>
              </mc:Choice>
              <mc:Fallback>
                <p:oleObj name="Equation" r:id="rId3" imgW="4572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1371600" cy="87491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476698"/>
              </p:ext>
            </p:extLst>
          </p:nvPr>
        </p:nvGraphicFramePr>
        <p:xfrm>
          <a:off x="2971800" y="1371600"/>
          <a:ext cx="27305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3" name="Equation" r:id="rId5" imgW="1193760" imgH="431640" progId="Equation.DSMT4">
                  <p:embed/>
                </p:oleObj>
              </mc:Choice>
              <mc:Fallback>
                <p:oleObj name="Equation" r:id="rId5" imgW="1193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71600"/>
                        <a:ext cx="2730500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505387"/>
              </p:ext>
            </p:extLst>
          </p:nvPr>
        </p:nvGraphicFramePr>
        <p:xfrm>
          <a:off x="3048000" y="4572000"/>
          <a:ext cx="267493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4" name="Equation" r:id="rId7" imgW="1168200" imgH="431640" progId="Equation.DSMT4">
                  <p:embed/>
                </p:oleObj>
              </mc:Choice>
              <mc:Fallback>
                <p:oleObj name="Equation" r:id="rId7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267493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991898"/>
              </p:ext>
            </p:extLst>
          </p:nvPr>
        </p:nvGraphicFramePr>
        <p:xfrm>
          <a:off x="6629400" y="76200"/>
          <a:ext cx="23558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5" name="Equation" r:id="rId9" imgW="1028520" imgH="431640" progId="Equation.DSMT4">
                  <p:embed/>
                </p:oleObj>
              </mc:Choice>
              <mc:Fallback>
                <p:oleObj name="Equation" r:id="rId9" imgW="1028520" imgH="4316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76200"/>
                        <a:ext cx="235585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487331"/>
              </p:ext>
            </p:extLst>
          </p:nvPr>
        </p:nvGraphicFramePr>
        <p:xfrm>
          <a:off x="3087688" y="2971800"/>
          <a:ext cx="249713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6" name="Equation" r:id="rId11" imgW="1091880" imgH="431640" progId="Equation.DSMT4">
                  <p:embed/>
                </p:oleObj>
              </mc:Choice>
              <mc:Fallback>
                <p:oleObj name="Equation" r:id="rId11" imgW="1091880" imgH="43164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2971800"/>
                        <a:ext cx="2497137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566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113155"/>
              </p:ext>
            </p:extLst>
          </p:nvPr>
        </p:nvGraphicFramePr>
        <p:xfrm>
          <a:off x="152400" y="152400"/>
          <a:ext cx="16573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93" name="Equation" r:id="rId3" imgW="723600" imgH="393480" progId="Equation.DSMT4">
                  <p:embed/>
                </p:oleObj>
              </mc:Choice>
              <mc:Fallback>
                <p:oleObj name="Equation" r:id="rId3" imgW="723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2400"/>
                        <a:ext cx="165735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424448"/>
              </p:ext>
            </p:extLst>
          </p:nvPr>
        </p:nvGraphicFramePr>
        <p:xfrm>
          <a:off x="2362200" y="1828800"/>
          <a:ext cx="3751262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94" name="Equation" r:id="rId5" imgW="1638000" imgH="444240" progId="Equation.DSMT4">
                  <p:embed/>
                </p:oleObj>
              </mc:Choice>
              <mc:Fallback>
                <p:oleObj name="Equation" r:id="rId5" imgW="1638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828800"/>
                        <a:ext cx="3751262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419731"/>
              </p:ext>
            </p:extLst>
          </p:nvPr>
        </p:nvGraphicFramePr>
        <p:xfrm>
          <a:off x="5722938" y="228600"/>
          <a:ext cx="3270250" cy="842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95" name="Equation" r:id="rId7" imgW="1726920" imgH="444240" progId="Equation.DSMT4">
                  <p:embed/>
                </p:oleObj>
              </mc:Choice>
              <mc:Fallback>
                <p:oleObj name="Equation" r:id="rId7" imgW="1726920" imgH="44424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2938" y="228600"/>
                        <a:ext cx="3270250" cy="842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522530"/>
              </p:ext>
            </p:extLst>
          </p:nvPr>
        </p:nvGraphicFramePr>
        <p:xfrm>
          <a:off x="2462213" y="3630612"/>
          <a:ext cx="363378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96" name="Equation" r:id="rId9" imgW="1587240" imgH="444240" progId="Equation.DSMT4">
                  <p:embed/>
                </p:oleObj>
              </mc:Choice>
              <mc:Fallback>
                <p:oleObj name="Equation" r:id="rId9" imgW="1587240" imgH="4442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2213" y="3630612"/>
                        <a:ext cx="3633787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156244"/>
              </p:ext>
            </p:extLst>
          </p:nvPr>
        </p:nvGraphicFramePr>
        <p:xfrm>
          <a:off x="2565400" y="5383212"/>
          <a:ext cx="3430588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97" name="Equation" r:id="rId11" imgW="1498320" imgH="444240" progId="Equation.DSMT4">
                  <p:embed/>
                </p:oleObj>
              </mc:Choice>
              <mc:Fallback>
                <p:oleObj name="Equation" r:id="rId11" imgW="1498320" imgH="4442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5383212"/>
                        <a:ext cx="3430588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919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318217"/>
              </p:ext>
            </p:extLst>
          </p:nvPr>
        </p:nvGraphicFramePr>
        <p:xfrm>
          <a:off x="304800" y="228600"/>
          <a:ext cx="901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4" name="Equation" r:id="rId3" imgW="393480" imgH="393480" progId="Equation.DSMT4">
                  <p:embed/>
                </p:oleObj>
              </mc:Choice>
              <mc:Fallback>
                <p:oleObj name="Equation" r:id="rId3" imgW="393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28600"/>
                        <a:ext cx="9017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4614955" y="76201"/>
            <a:ext cx="4546508" cy="816466"/>
            <a:chOff x="3457951" y="4267201"/>
            <a:chExt cx="4012186" cy="816466"/>
          </a:xfrm>
        </p:grpSpPr>
        <p:graphicFrame>
          <p:nvGraphicFramePr>
            <p:cNvPr id="2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717687"/>
                </p:ext>
              </p:extLst>
            </p:nvPr>
          </p:nvGraphicFramePr>
          <p:xfrm>
            <a:off x="5975344" y="4267201"/>
            <a:ext cx="1494793" cy="816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115" name="Equation" r:id="rId5" imgW="850680" imgH="431640" progId="Equation.DSMT4">
                    <p:embed/>
                  </p:oleObj>
                </mc:Choice>
                <mc:Fallback>
                  <p:oleObj name="Equation" r:id="rId5" imgW="8506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5344" y="4267201"/>
                          <a:ext cx="1494793" cy="81646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3457951" y="4419600"/>
              <a:ext cx="24207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Geometric series</a:t>
              </a:r>
            </a:p>
          </p:txBody>
        </p:sp>
      </p:grp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415936"/>
              </p:ext>
            </p:extLst>
          </p:nvPr>
        </p:nvGraphicFramePr>
        <p:xfrm>
          <a:off x="3733800" y="1447800"/>
          <a:ext cx="133826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6" name="Equation" r:id="rId7" imgW="583920" imgH="419040" progId="Equation.DSMT4">
                  <p:embed/>
                </p:oleObj>
              </mc:Choice>
              <mc:Fallback>
                <p:oleObj name="Equation" r:id="rId7" imgW="583920" imgH="41904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447800"/>
                        <a:ext cx="1338263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313674"/>
              </p:ext>
            </p:extLst>
          </p:nvPr>
        </p:nvGraphicFramePr>
        <p:xfrm>
          <a:off x="3592513" y="3352800"/>
          <a:ext cx="15414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7" name="Equation" r:id="rId9" imgW="672840" imgH="431640" progId="Equation.DSMT4">
                  <p:embed/>
                </p:oleObj>
              </mc:Choice>
              <mc:Fallback>
                <p:oleObj name="Equation" r:id="rId9" imgW="672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2513" y="3352800"/>
                        <a:ext cx="1541462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267174"/>
              </p:ext>
            </p:extLst>
          </p:nvPr>
        </p:nvGraphicFramePr>
        <p:xfrm>
          <a:off x="3429000" y="4876800"/>
          <a:ext cx="17145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18" name="Equation" r:id="rId11" imgW="748975" imgH="431613" progId="Equation.DSMT4">
                  <p:embed/>
                </p:oleObj>
              </mc:Choice>
              <mc:Fallback>
                <p:oleObj name="Equation" r:id="rId11" imgW="748975" imgH="43161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876800"/>
                        <a:ext cx="17145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425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104076"/>
              </p:ext>
            </p:extLst>
          </p:nvPr>
        </p:nvGraphicFramePr>
        <p:xfrm>
          <a:off x="177007" y="381000"/>
          <a:ext cx="10175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04" name="Equation" r:id="rId3" imgW="444240" imgH="203040" progId="Equation.DSMT4">
                  <p:embed/>
                </p:oleObj>
              </mc:Choice>
              <mc:Fallback>
                <p:oleObj name="Equation" r:id="rId3" imgW="444240" imgH="20304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7" y="381000"/>
                        <a:ext cx="1017587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585119"/>
              </p:ext>
            </p:extLst>
          </p:nvPr>
        </p:nvGraphicFramePr>
        <p:xfrm>
          <a:off x="3117850" y="3200400"/>
          <a:ext cx="23812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05" name="Equation" r:id="rId5" imgW="1041120" imgH="444240" progId="Equation.DSMT4">
                  <p:embed/>
                </p:oleObj>
              </mc:Choice>
              <mc:Fallback>
                <p:oleObj name="Equation" r:id="rId5" imgW="1041120" imgH="4442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200400"/>
                        <a:ext cx="238125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2547151" y="4570856"/>
            <a:ext cx="3591033" cy="900113"/>
            <a:chOff x="1787417" y="209550"/>
            <a:chExt cx="3591033" cy="900113"/>
          </a:xfrm>
        </p:grpSpPr>
        <p:sp>
          <p:nvSpPr>
            <p:cNvPr id="31" name="TextBox 30"/>
            <p:cNvSpPr txBox="1"/>
            <p:nvPr/>
          </p:nvSpPr>
          <p:spPr>
            <a:xfrm>
              <a:off x="1787417" y="382329"/>
              <a:ext cx="1981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>
                  <a:latin typeface="Calibri" pitchFamily="34" charset="0"/>
                  <a:cs typeface="Calibri" pitchFamily="34" charset="0"/>
                </a:rPr>
                <a:t>Notice that </a:t>
              </a:r>
            </a:p>
          </p:txBody>
        </p:sp>
        <p:graphicFrame>
          <p:nvGraphicFramePr>
            <p:cNvPr id="32" name="Object 21"/>
            <p:cNvGraphicFramePr>
              <a:graphicFrameLocks noChangeAspect="1"/>
            </p:cNvGraphicFramePr>
            <p:nvPr/>
          </p:nvGraphicFramePr>
          <p:xfrm>
            <a:off x="3606800" y="209550"/>
            <a:ext cx="1771650" cy="900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806" name="Equation" r:id="rId7" imgW="774360" imgH="393480" progId="Equation.DSMT4">
                    <p:embed/>
                  </p:oleObj>
                </mc:Choice>
                <mc:Fallback>
                  <p:oleObj name="Equation" r:id="rId7" imgW="774360" imgH="393480" progId="Equation.DSMT4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800" y="209550"/>
                          <a:ext cx="1771650" cy="9001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56770"/>
              </p:ext>
            </p:extLst>
          </p:nvPr>
        </p:nvGraphicFramePr>
        <p:xfrm>
          <a:off x="2362200" y="5486400"/>
          <a:ext cx="26717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07" name="Equation" r:id="rId9" imgW="1168200" imgH="444240" progId="Equation.DSMT4">
                  <p:embed/>
                </p:oleObj>
              </mc:Choice>
              <mc:Fallback>
                <p:oleObj name="Equation" r:id="rId9" imgW="1168200" imgH="44424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86400"/>
                        <a:ext cx="267176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124261"/>
              </p:ext>
            </p:extLst>
          </p:nvPr>
        </p:nvGraphicFramePr>
        <p:xfrm>
          <a:off x="2743200" y="1600200"/>
          <a:ext cx="30829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08" name="Equation" r:id="rId11" imgW="1346040" imgH="393480" progId="Equation.DSMT4">
                  <p:embed/>
                </p:oleObj>
              </mc:Choice>
              <mc:Fallback>
                <p:oleObj name="Equation" r:id="rId11" imgW="1346040" imgH="3934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00200"/>
                        <a:ext cx="30829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756563"/>
              </p:ext>
            </p:extLst>
          </p:nvPr>
        </p:nvGraphicFramePr>
        <p:xfrm>
          <a:off x="6575780" y="152401"/>
          <a:ext cx="2472970" cy="9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09" name="Equation" r:id="rId13" imgW="1257120" imgH="431640" progId="Equation.DSMT4">
                  <p:embed/>
                </p:oleObj>
              </mc:Choice>
              <mc:Fallback>
                <p:oleObj name="Equation" r:id="rId13" imgW="125712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780" y="152401"/>
                        <a:ext cx="2472970" cy="914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400588"/>
              </p:ext>
            </p:extLst>
          </p:nvPr>
        </p:nvGraphicFramePr>
        <p:xfrm>
          <a:off x="4953000" y="5486400"/>
          <a:ext cx="40354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10" name="Equation" r:id="rId15" imgW="1765080" imgH="431640" progId="Equation.DSMT4">
                  <p:embed/>
                </p:oleObj>
              </mc:Choice>
              <mc:Fallback>
                <p:oleObj name="Equation" r:id="rId15" imgW="1765080" imgH="4316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486400"/>
                        <a:ext cx="40354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05906" y="325515"/>
            <a:ext cx="3151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libri" pitchFamily="34" charset="0"/>
                <a:cs typeface="Calibri" pitchFamily="34" charset="0"/>
              </a:rPr>
              <a:t>Euler’s Formula</a:t>
            </a:r>
          </a:p>
        </p:txBody>
      </p:sp>
      <p:graphicFrame>
        <p:nvGraphicFramePr>
          <p:cNvPr id="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487998"/>
              </p:ext>
            </p:extLst>
          </p:nvPr>
        </p:nvGraphicFramePr>
        <p:xfrm>
          <a:off x="2743200" y="1371600"/>
          <a:ext cx="308689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4" name="Equation" r:id="rId3" imgW="965160" imgH="431640" progId="Equation.DSMT4">
                  <p:embed/>
                </p:oleObj>
              </mc:Choice>
              <mc:Fallback>
                <p:oleObj name="Equation" r:id="rId3" imgW="96516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371600"/>
                        <a:ext cx="3086895" cy="9906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405850"/>
              </p:ext>
            </p:extLst>
          </p:nvPr>
        </p:nvGraphicFramePr>
        <p:xfrm>
          <a:off x="3581400" y="5324475"/>
          <a:ext cx="19145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5" name="Equation" r:id="rId5" imgW="838080" imgH="203040" progId="Equation.DSMT4">
                  <p:embed/>
                </p:oleObj>
              </mc:Choice>
              <mc:Fallback>
                <p:oleObj name="Equation" r:id="rId5" imgW="83808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324475"/>
                        <a:ext cx="191452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043099"/>
              </p:ext>
            </p:extLst>
          </p:nvPr>
        </p:nvGraphicFramePr>
        <p:xfrm>
          <a:off x="1679575" y="2895600"/>
          <a:ext cx="3778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6" name="Equation" r:id="rId7" imgW="164880" imgH="203040" progId="Equation.DSMT4">
                  <p:embed/>
                </p:oleObj>
              </mc:Choice>
              <mc:Fallback>
                <p:oleObj name="Equation" r:id="rId7" imgW="16488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2895600"/>
                        <a:ext cx="37782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3276600" y="6096000"/>
            <a:ext cx="3479800" cy="1030308"/>
            <a:chOff x="381000" y="4419600"/>
            <a:chExt cx="2794000" cy="1030308"/>
          </a:xfrm>
        </p:grpSpPr>
        <p:sp>
          <p:nvSpPr>
            <p:cNvPr id="15" name="TextBox 14"/>
            <p:cNvSpPr txBox="1"/>
            <p:nvPr/>
          </p:nvSpPr>
          <p:spPr>
            <a:xfrm>
              <a:off x="381000" y="4495801"/>
              <a:ext cx="14478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latin typeface="Calibri" pitchFamily="34" charset="0"/>
                  <a:cs typeface="Calibri" pitchFamily="34" charset="0"/>
                </a:rPr>
                <a:t>Corollary: </a:t>
              </a:r>
            </a:p>
          </p:txBody>
        </p:sp>
        <p:graphicFrame>
          <p:nvGraphicFramePr>
            <p:cNvPr id="64524" name="Object 12"/>
            <p:cNvGraphicFramePr>
              <a:graphicFrameLocks noChangeAspect="1"/>
            </p:cNvGraphicFramePr>
            <p:nvPr/>
          </p:nvGraphicFramePr>
          <p:xfrm>
            <a:off x="1981200" y="4419600"/>
            <a:ext cx="1193800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17" name="Equation" r:id="rId9" imgW="520560" imgH="203040" progId="Equation.DSMT4">
                    <p:embed/>
                  </p:oleObj>
                </mc:Choice>
                <mc:Fallback>
                  <p:oleObj name="Equation" r:id="rId9" imgW="520560" imgH="20304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4419600"/>
                          <a:ext cx="1193800" cy="466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492079"/>
              </p:ext>
            </p:extLst>
          </p:nvPr>
        </p:nvGraphicFramePr>
        <p:xfrm>
          <a:off x="1295400" y="4038600"/>
          <a:ext cx="319881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8" name="Equation" r:id="rId11" imgW="1396800" imgH="431640" progId="Equation.DSMT4">
                  <p:embed/>
                </p:oleObj>
              </mc:Choice>
              <mc:Fallback>
                <p:oleObj name="Equation" r:id="rId11" imgW="1396800" imgH="431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038600"/>
                        <a:ext cx="3198813" cy="98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246427"/>
              </p:ext>
            </p:extLst>
          </p:nvPr>
        </p:nvGraphicFramePr>
        <p:xfrm>
          <a:off x="1862138" y="2921000"/>
          <a:ext cx="9302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9" name="Equation" r:id="rId13" imgW="406080" imgH="190440" progId="Equation.DSMT4">
                  <p:embed/>
                </p:oleObj>
              </mc:Choice>
              <mc:Fallback>
                <p:oleObj name="Equation" r:id="rId13" imgW="406080" imgH="1904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2921000"/>
                        <a:ext cx="9302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997873"/>
              </p:ext>
            </p:extLst>
          </p:nvPr>
        </p:nvGraphicFramePr>
        <p:xfrm>
          <a:off x="2761322" y="2667000"/>
          <a:ext cx="11350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20" name="Equation" r:id="rId15" imgW="495000" imgH="393480" progId="Equation.DSMT4">
                  <p:embed/>
                </p:oleObj>
              </mc:Choice>
              <mc:Fallback>
                <p:oleObj name="Equation" r:id="rId15" imgW="495000" imgH="393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322" y="2667000"/>
                        <a:ext cx="113506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447628"/>
              </p:ext>
            </p:extLst>
          </p:nvPr>
        </p:nvGraphicFramePr>
        <p:xfrm>
          <a:off x="3775075" y="2667000"/>
          <a:ext cx="14827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21" name="Equation" r:id="rId17" imgW="647640" imgH="393480" progId="Equation.DSMT4">
                  <p:embed/>
                </p:oleObj>
              </mc:Choice>
              <mc:Fallback>
                <p:oleObj name="Equation" r:id="rId17" imgW="647640" imgH="393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5075" y="2667000"/>
                        <a:ext cx="14827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049455"/>
              </p:ext>
            </p:extLst>
          </p:nvPr>
        </p:nvGraphicFramePr>
        <p:xfrm>
          <a:off x="5181600" y="2667000"/>
          <a:ext cx="13668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22" name="Equation" r:id="rId19" imgW="596880" imgH="393480" progId="Equation.DSMT4">
                  <p:embed/>
                </p:oleObj>
              </mc:Choice>
              <mc:Fallback>
                <p:oleObj name="Equation" r:id="rId19" imgW="596880" imgH="393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667000"/>
                        <a:ext cx="13668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34784"/>
              </p:ext>
            </p:extLst>
          </p:nvPr>
        </p:nvGraphicFramePr>
        <p:xfrm>
          <a:off x="6477000" y="2667000"/>
          <a:ext cx="14843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23" name="Equation" r:id="rId21" imgW="647640" imgH="393480" progId="Equation.DSMT4">
                  <p:embed/>
                </p:oleObj>
              </mc:Choice>
              <mc:Fallback>
                <p:oleObj name="Equation" r:id="rId21" imgW="647640" imgH="39348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667000"/>
                        <a:ext cx="14843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421792"/>
              </p:ext>
            </p:extLst>
          </p:nvPr>
        </p:nvGraphicFramePr>
        <p:xfrm>
          <a:off x="4338638" y="4114800"/>
          <a:ext cx="366395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24" name="Equation" r:id="rId23" imgW="1600200" imgH="431640" progId="Equation.DSMT4">
                  <p:embed/>
                </p:oleObj>
              </mc:Choice>
              <mc:Fallback>
                <p:oleObj name="Equation" r:id="rId23" imgW="1600200" imgH="431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638" y="4114800"/>
                        <a:ext cx="3663950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Taylor Series </a:t>
            </a:r>
            <a:br>
              <a:rPr lang="en-US" dirty="0" smtClean="0"/>
            </a:br>
            <a:r>
              <a:rPr lang="en-US" dirty="0" smtClean="0"/>
              <a:t>Really Do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4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72200" y="6096000"/>
            <a:ext cx="1981200" cy="5208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200" i="1" dirty="0" smtClean="0">
                <a:latin typeface="Times New Roman"/>
                <a:ea typeface="Times New Roman"/>
              </a:rPr>
              <a:t>y = x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295400"/>
            <a:ext cx="502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219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19200"/>
            <a:ext cx="5105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668127"/>
              </p:ext>
            </p:extLst>
          </p:nvPr>
        </p:nvGraphicFramePr>
        <p:xfrm>
          <a:off x="4953001" y="5826190"/>
          <a:ext cx="1639888" cy="803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82" name="Equation" r:id="rId4" imgW="799920" imgH="393480" progId="Equation.DSMT4">
                  <p:embed/>
                </p:oleObj>
              </mc:Choice>
              <mc:Fallback>
                <p:oleObj name="Equation" r:id="rId4" imgW="7999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5826190"/>
                        <a:ext cx="1639888" cy="8032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594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95400"/>
            <a:ext cx="4953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581775"/>
              </p:ext>
            </p:extLst>
          </p:nvPr>
        </p:nvGraphicFramePr>
        <p:xfrm>
          <a:off x="5410200" y="5791200"/>
          <a:ext cx="267815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6" name="Equation" r:id="rId4" imgW="1244600" imgH="393700" progId="Equation.DSMT4">
                  <p:embed/>
                </p:oleObj>
              </mc:Choice>
              <mc:Fallback>
                <p:oleObj name="Equation" r:id="rId4" imgW="12446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791200"/>
                        <a:ext cx="2678152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79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219200"/>
            <a:ext cx="502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4918890"/>
              </p:ext>
            </p:extLst>
          </p:nvPr>
        </p:nvGraphicFramePr>
        <p:xfrm>
          <a:off x="5486400" y="5741262"/>
          <a:ext cx="3505200" cy="81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30" name="Equation" r:id="rId4" imgW="1688367" imgH="393529" progId="Equation.DSMT4">
                  <p:embed/>
                </p:oleObj>
              </mc:Choice>
              <mc:Fallback>
                <p:oleObj name="Equation" r:id="rId4" imgW="1688367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741262"/>
                        <a:ext cx="3505200" cy="811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632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72200" y="6096000"/>
            <a:ext cx="1981200" cy="52089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3200" i="1" dirty="0" smtClean="0">
                <a:latin typeface="Times New Roman"/>
                <a:ea typeface="Times New Roman"/>
              </a:rPr>
              <a:t>y = 1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19200"/>
            <a:ext cx="487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573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295400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811156"/>
              </p:ext>
            </p:extLst>
          </p:nvPr>
        </p:nvGraphicFramePr>
        <p:xfrm>
          <a:off x="6172200" y="5781792"/>
          <a:ext cx="1905000" cy="964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54" name="Equation" r:id="rId4" imgW="774364" imgH="393529" progId="Equation.DSMT4">
                  <p:embed/>
                </p:oleObj>
              </mc:Choice>
              <mc:Fallback>
                <p:oleObj name="Equation" r:id="rId4" imgW="774364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781792"/>
                        <a:ext cx="1905000" cy="9642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406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371600"/>
            <a:ext cx="4495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191130"/>
              </p:ext>
            </p:extLst>
          </p:nvPr>
        </p:nvGraphicFramePr>
        <p:xfrm>
          <a:off x="5715000" y="5715000"/>
          <a:ext cx="2971800" cy="95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8" name="Equation" r:id="rId4" imgW="1218671" imgH="393529" progId="Equation.DSMT4">
                  <p:embed/>
                </p:oleObj>
              </mc:Choice>
              <mc:Fallback>
                <p:oleObj name="Equation" r:id="rId4" imgW="1218671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715000"/>
                        <a:ext cx="2971800" cy="9519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407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Cos(x) and its </a:t>
            </a:r>
            <a:r>
              <a:rPr lang="en-US" dirty="0" err="1" smtClean="0"/>
              <a:t>MacLaurin</a:t>
            </a:r>
            <a:r>
              <a:rPr lang="en-US" dirty="0" smtClean="0"/>
              <a:t> Series</a:t>
            </a:r>
            <a:endParaRPr lang="en-US" dirty="0"/>
          </a:p>
        </p:txBody>
      </p:sp>
      <p:pic>
        <p:nvPicPr>
          <p:cNvPr id="2048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19200"/>
            <a:ext cx="4800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647803"/>
              </p:ext>
            </p:extLst>
          </p:nvPr>
        </p:nvGraphicFramePr>
        <p:xfrm>
          <a:off x="5638800" y="6082683"/>
          <a:ext cx="3429000" cy="775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2" name="Equation" r:id="rId4" imgW="1651000" imgH="393700" progId="Equation.DSMT4">
                  <p:embed/>
                </p:oleObj>
              </mc:Choice>
              <mc:Fallback>
                <p:oleObj name="Equation" r:id="rId4" imgW="16510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6082683"/>
                        <a:ext cx="3429000" cy="7753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678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2211</TotalTime>
  <Words>276</Words>
  <Application>Microsoft Office PowerPoint</Application>
  <PresentationFormat>On-screen Show (4:3)</PresentationFormat>
  <Paragraphs>55</Paragraphs>
  <Slides>31</Slides>
  <Notes>1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Concourse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So Far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Taylor Series  Really Do</vt:lpstr>
      <vt:lpstr>Sin(x) and its MacLaurin Series</vt:lpstr>
      <vt:lpstr>Sin(x) and its MacLaurin Series</vt:lpstr>
      <vt:lpstr>Sin(x) and its MacLaurin Series</vt:lpstr>
      <vt:lpstr>Sin(x) and its MacLaurin Series</vt:lpstr>
      <vt:lpstr>Cos(x) and its MacLaurin Series</vt:lpstr>
      <vt:lpstr>Cos(x) and its MacLaurin Series</vt:lpstr>
      <vt:lpstr>Cos(x) and its MacLaurin Series</vt:lpstr>
      <vt:lpstr>Cos(x) and its MacLaurin Series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667</cp:revision>
  <dcterms:created xsi:type="dcterms:W3CDTF">2006-08-16T00:00:00Z</dcterms:created>
  <dcterms:modified xsi:type="dcterms:W3CDTF">2011-11-11T22:23:39Z</dcterms:modified>
</cp:coreProperties>
</file>