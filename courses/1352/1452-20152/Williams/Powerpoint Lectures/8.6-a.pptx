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4" autoAdjust="0"/>
    <p:restoredTop sz="94718" autoAdjust="0"/>
  </p:normalViewPr>
  <p:slideViewPr>
    <p:cSldViewPr>
      <p:cViewPr>
        <p:scale>
          <a:sx n="115" d="100"/>
          <a:sy n="115" d="100"/>
        </p:scale>
        <p:origin x="-12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7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4/1/2011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3200399"/>
            <a:ext cx="68437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Review of Chapter 8 – So Far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Sequence?</a:t>
            </a:r>
          </a:p>
          <a:p>
            <a:endParaRPr lang="en-US" dirty="0"/>
          </a:p>
          <a:p>
            <a:r>
              <a:rPr lang="en-US" dirty="0" smtClean="0"/>
              <a:t>Series?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…..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6800" y="1447800"/>
            <a:ext cx="7543800" cy="4559491"/>
          </a:xfrm>
        </p:spPr>
        <p:txBody>
          <a:bodyPr/>
          <a:lstStyle/>
          <a:p>
            <a:r>
              <a:rPr lang="en-US" dirty="0" smtClean="0"/>
              <a:t>Geometric Series </a:t>
            </a:r>
          </a:p>
          <a:p>
            <a:endParaRPr lang="en-US" dirty="0" smtClean="0"/>
          </a:p>
          <a:p>
            <a:r>
              <a:rPr lang="en-US" dirty="0" smtClean="0"/>
              <a:t>Telescoping Series</a:t>
            </a:r>
          </a:p>
          <a:p>
            <a:endParaRPr lang="en-US" dirty="0" smtClean="0"/>
          </a:p>
          <a:p>
            <a:r>
              <a:rPr lang="en-US" dirty="0" smtClean="0"/>
              <a:t>p-series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 special p-series is the harmonic </a:t>
            </a:r>
            <a:r>
              <a:rPr lang="en-US" dirty="0" smtClean="0"/>
              <a:t>series</a:t>
            </a:r>
          </a:p>
          <a:p>
            <a:endParaRPr lang="en-US" dirty="0"/>
          </a:p>
          <a:p>
            <a:r>
              <a:rPr lang="en-US" dirty="0" smtClean="0"/>
              <a:t>log-q series 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Zoo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944208"/>
              </p:ext>
            </p:extLst>
          </p:nvPr>
        </p:nvGraphicFramePr>
        <p:xfrm>
          <a:off x="2971800" y="3200400"/>
          <a:ext cx="766916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1" name="Equation" r:id="rId3" imgW="495000" imgH="393480" progId="Equation.DSMT4">
                  <p:embed/>
                </p:oleObj>
              </mc:Choice>
              <mc:Fallback>
                <p:oleObj name="Equation" r:id="rId3" imgW="4950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71800" y="3200400"/>
                        <a:ext cx="766916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371555"/>
              </p:ext>
            </p:extLst>
          </p:nvPr>
        </p:nvGraphicFramePr>
        <p:xfrm>
          <a:off x="8305800" y="4114800"/>
          <a:ext cx="7477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2" name="Equation" r:id="rId5" imgW="482400" imgH="393480" progId="Equation.DSMT4">
                  <p:embed/>
                </p:oleObj>
              </mc:Choice>
              <mc:Fallback>
                <p:oleObj name="Equation" r:id="rId5" imgW="4824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114800"/>
                        <a:ext cx="7477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468467"/>
              </p:ext>
            </p:extLst>
          </p:nvPr>
        </p:nvGraphicFramePr>
        <p:xfrm>
          <a:off x="4495800" y="1447800"/>
          <a:ext cx="954087" cy="44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3" name="Equation" r:id="rId7" imgW="545760" imgH="253800" progId="Equation.DSMT4">
                  <p:embed/>
                </p:oleObj>
              </mc:Choice>
              <mc:Fallback>
                <p:oleObj name="Equation" r:id="rId7" imgW="54576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447800"/>
                        <a:ext cx="954087" cy="44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059581"/>
              </p:ext>
            </p:extLst>
          </p:nvPr>
        </p:nvGraphicFramePr>
        <p:xfrm>
          <a:off x="3630613" y="5029200"/>
          <a:ext cx="8651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4" name="Equation" r:id="rId9" imgW="558720" imgH="393480" progId="Equation.DSMT4">
                  <p:embed/>
                </p:oleObj>
              </mc:Choice>
              <mc:Fallback>
                <p:oleObj name="Equation" r:id="rId9" imgW="55872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5029200"/>
                        <a:ext cx="86518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998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43000" y="1066800"/>
            <a:ext cx="75438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Divergence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Integral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Direct Comparison Test</a:t>
            </a:r>
          </a:p>
          <a:p>
            <a:pPr>
              <a:lnSpc>
                <a:spcPct val="150000"/>
              </a:lnSpc>
            </a:pPr>
            <a:r>
              <a:rPr lang="en-US" smtClean="0"/>
              <a:t>Limit </a:t>
            </a:r>
            <a:r>
              <a:rPr lang="en-US" smtClean="0"/>
              <a:t>Comparison </a:t>
            </a:r>
            <a:r>
              <a:rPr lang="en-US" dirty="0" smtClean="0"/>
              <a:t>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Zero-Infinity Comparison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Ratio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Root Test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Alternating Series Test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The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7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3244</TotalTime>
  <Words>54</Words>
  <Application>Microsoft Office PowerPoint</Application>
  <PresentationFormat>On-screen Show (4:3)</PresentationFormat>
  <Paragraphs>25</Paragraphs>
  <Slides>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theme</vt:lpstr>
      <vt:lpstr>Equation</vt:lpstr>
      <vt:lpstr>MathType 6.0 Equation</vt:lpstr>
      <vt:lpstr>PowerPoint Presentation</vt:lpstr>
      <vt:lpstr>What is a …..</vt:lpstr>
      <vt:lpstr>The Zoo</vt:lpstr>
      <vt:lpstr>The Tests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 Williams</cp:lastModifiedBy>
  <cp:revision>488</cp:revision>
  <dcterms:created xsi:type="dcterms:W3CDTF">2006-08-16T00:00:00Z</dcterms:created>
  <dcterms:modified xsi:type="dcterms:W3CDTF">2011-04-01T16:12:18Z</dcterms:modified>
</cp:coreProperties>
</file>