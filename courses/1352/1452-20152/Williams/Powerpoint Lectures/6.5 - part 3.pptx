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bin" ContentType="application/vnd.openxmlformats-officedocument.oleObject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sldIdLst>
    <p:sldId id="261" r:id="rId2"/>
    <p:sldId id="258" r:id="rId3"/>
    <p:sldId id="259" r:id="rId4"/>
    <p:sldId id="262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66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29" autoAdjust="0"/>
    <p:restoredTop sz="92000" autoAdjust="0"/>
  </p:normalViewPr>
  <p:slideViewPr>
    <p:cSldViewPr>
      <p:cViewPr varScale="1">
        <p:scale>
          <a:sx n="102" d="100"/>
          <a:sy n="102" d="100"/>
        </p:scale>
        <p:origin x="-528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Relationship Id="rId5" Type="http://schemas.openxmlformats.org/officeDocument/2006/relationships/image" Target="../media/image6.wmf"/><Relationship Id="rId4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3" Type="http://schemas.openxmlformats.org/officeDocument/2006/relationships/image" Target="../media/image9.wmf"/><Relationship Id="rId7" Type="http://schemas.openxmlformats.org/officeDocument/2006/relationships/image" Target="../media/image13.wmf"/><Relationship Id="rId2" Type="http://schemas.openxmlformats.org/officeDocument/2006/relationships/image" Target="../media/image8.wmf"/><Relationship Id="rId1" Type="http://schemas.openxmlformats.org/officeDocument/2006/relationships/image" Target="../media/image7.wmf"/><Relationship Id="rId6" Type="http://schemas.openxmlformats.org/officeDocument/2006/relationships/image" Target="../media/image12.wmf"/><Relationship Id="rId11" Type="http://schemas.openxmlformats.org/officeDocument/2006/relationships/image" Target="../media/image17.wmf"/><Relationship Id="rId5" Type="http://schemas.openxmlformats.org/officeDocument/2006/relationships/image" Target="../media/image11.wmf"/><Relationship Id="rId10" Type="http://schemas.openxmlformats.org/officeDocument/2006/relationships/image" Target="../media/image16.wmf"/><Relationship Id="rId4" Type="http://schemas.openxmlformats.org/officeDocument/2006/relationships/image" Target="../media/image10.wmf"/><Relationship Id="rId9" Type="http://schemas.openxmlformats.org/officeDocument/2006/relationships/image" Target="../media/image15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2.wmf"/><Relationship Id="rId3" Type="http://schemas.openxmlformats.org/officeDocument/2006/relationships/image" Target="../media/image9.wmf"/><Relationship Id="rId7" Type="http://schemas.openxmlformats.org/officeDocument/2006/relationships/image" Target="../media/image21.wmf"/><Relationship Id="rId2" Type="http://schemas.openxmlformats.org/officeDocument/2006/relationships/image" Target="../media/image19.wmf"/><Relationship Id="rId1" Type="http://schemas.openxmlformats.org/officeDocument/2006/relationships/image" Target="../media/image18.wmf"/><Relationship Id="rId6" Type="http://schemas.openxmlformats.org/officeDocument/2006/relationships/image" Target="../media/image13.wmf"/><Relationship Id="rId5" Type="http://schemas.openxmlformats.org/officeDocument/2006/relationships/image" Target="../media/image20.wmf"/><Relationship Id="rId10" Type="http://schemas.openxmlformats.org/officeDocument/2006/relationships/image" Target="../media/image24.wmf"/><Relationship Id="rId4" Type="http://schemas.openxmlformats.org/officeDocument/2006/relationships/image" Target="../media/image11.wmf"/><Relationship Id="rId9" Type="http://schemas.openxmlformats.org/officeDocument/2006/relationships/image" Target="../media/image23.wmf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1/31/2011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1/31/2011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1/31/2011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1/31/2011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1/31/2011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1/31/2011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1/31/2011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1/31/2011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1/31/2011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1/31/2011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1/31/2011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1/31/2011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4.bin"/><Relationship Id="rId5" Type="http://schemas.openxmlformats.org/officeDocument/2006/relationships/oleObject" Target="../embeddings/oleObject3.bin"/><Relationship Id="rId4" Type="http://schemas.openxmlformats.org/officeDocument/2006/relationships/oleObject" Target="../embeddings/oleObject2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.bin"/><Relationship Id="rId13" Type="http://schemas.openxmlformats.org/officeDocument/2006/relationships/oleObject" Target="../embeddings/oleObject16.bin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10.bin"/><Relationship Id="rId12" Type="http://schemas.openxmlformats.org/officeDocument/2006/relationships/oleObject" Target="../embeddings/oleObject1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9.bin"/><Relationship Id="rId11" Type="http://schemas.openxmlformats.org/officeDocument/2006/relationships/oleObject" Target="../embeddings/oleObject14.bin"/><Relationship Id="rId5" Type="http://schemas.openxmlformats.org/officeDocument/2006/relationships/oleObject" Target="../embeddings/oleObject8.bin"/><Relationship Id="rId10" Type="http://schemas.openxmlformats.org/officeDocument/2006/relationships/oleObject" Target="../embeddings/oleObject13.bin"/><Relationship Id="rId4" Type="http://schemas.openxmlformats.org/officeDocument/2006/relationships/oleObject" Target="../embeddings/oleObject7.bin"/><Relationship Id="rId9" Type="http://schemas.openxmlformats.org/officeDocument/2006/relationships/oleObject" Target="../embeddings/oleObject12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.bin"/><Relationship Id="rId13" Type="http://schemas.openxmlformats.org/officeDocument/2006/relationships/oleObject" Target="../embeddings/oleObject27.bin"/><Relationship Id="rId3" Type="http://schemas.openxmlformats.org/officeDocument/2006/relationships/oleObject" Target="../embeddings/oleObject17.bin"/><Relationship Id="rId7" Type="http://schemas.openxmlformats.org/officeDocument/2006/relationships/oleObject" Target="../embeddings/oleObject21.bin"/><Relationship Id="rId12" Type="http://schemas.openxmlformats.org/officeDocument/2006/relationships/oleObject" Target="../embeddings/oleObject2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20.bin"/><Relationship Id="rId11" Type="http://schemas.openxmlformats.org/officeDocument/2006/relationships/oleObject" Target="../embeddings/oleObject25.bin"/><Relationship Id="rId5" Type="http://schemas.openxmlformats.org/officeDocument/2006/relationships/oleObject" Target="../embeddings/oleObject19.bin"/><Relationship Id="rId10" Type="http://schemas.openxmlformats.org/officeDocument/2006/relationships/oleObject" Target="../embeddings/oleObject24.bin"/><Relationship Id="rId4" Type="http://schemas.openxmlformats.org/officeDocument/2006/relationships/oleObject" Target="../embeddings/oleObject18.bin"/><Relationship Id="rId9" Type="http://schemas.openxmlformats.org/officeDocument/2006/relationships/oleObject" Target="../embeddings/oleObject23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52400" y="2743200"/>
            <a:ext cx="8800679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 smtClean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Section 6.5: </a:t>
            </a:r>
            <a:r>
              <a:rPr lang="en-US" sz="4400" dirty="0" smtClean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Work, Hydrostatic Force, </a:t>
            </a:r>
            <a:br>
              <a:rPr lang="en-US" sz="4400" dirty="0" smtClean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</a:br>
            <a:r>
              <a:rPr lang="en-US" sz="4400" dirty="0" smtClean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		Moments and Center of Mass</a:t>
            </a:r>
          </a:p>
          <a:p>
            <a:endParaRPr lang="en-US" sz="4400" b="1" dirty="0">
              <a:solidFill>
                <a:schemeClr val="tx1">
                  <a:lumMod val="65000"/>
                  <a:lumOff val="3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83" name="Object 35"/>
          <p:cNvGraphicFramePr>
            <a:graphicFrameLocks noChangeAspect="1"/>
          </p:cNvGraphicFramePr>
          <p:nvPr/>
        </p:nvGraphicFramePr>
        <p:xfrm>
          <a:off x="198438" y="3352800"/>
          <a:ext cx="8716962" cy="482600"/>
        </p:xfrm>
        <a:graphic>
          <a:graphicData uri="http://schemas.openxmlformats.org/presentationml/2006/ole">
            <p:oleObj spid="_x0000_s2083" name="Equation" r:id="rId3" imgW="3670200" imgH="203040" progId="Equation.DSMT4">
              <p:embed/>
            </p:oleObj>
          </a:graphicData>
        </a:graphic>
      </p:graphicFrame>
      <p:graphicFrame>
        <p:nvGraphicFramePr>
          <p:cNvPr id="2090" name="Object 42"/>
          <p:cNvGraphicFramePr>
            <a:graphicFrameLocks noChangeAspect="1"/>
          </p:cNvGraphicFramePr>
          <p:nvPr/>
        </p:nvGraphicFramePr>
        <p:xfrm>
          <a:off x="152400" y="1143000"/>
          <a:ext cx="8972550" cy="457200"/>
        </p:xfrm>
        <a:graphic>
          <a:graphicData uri="http://schemas.openxmlformats.org/presentationml/2006/ole">
            <p:oleObj spid="_x0000_s2090" name="Equation" r:id="rId4" imgW="3987720" imgH="203040" progId="Equation.DSMT4">
              <p:embed/>
            </p:oleObj>
          </a:graphicData>
        </a:graphic>
      </p:graphicFrame>
      <p:graphicFrame>
        <p:nvGraphicFramePr>
          <p:cNvPr id="2096" name="Object 48"/>
          <p:cNvGraphicFramePr>
            <a:graphicFrameLocks noChangeAspect="1"/>
          </p:cNvGraphicFramePr>
          <p:nvPr/>
        </p:nvGraphicFramePr>
        <p:xfrm>
          <a:off x="2895600" y="1828800"/>
          <a:ext cx="3970337" cy="1066800"/>
        </p:xfrm>
        <a:graphic>
          <a:graphicData uri="http://schemas.openxmlformats.org/presentationml/2006/ole">
            <p:oleObj spid="_x0000_s2096" name="Equation" r:id="rId5" imgW="1701720" imgH="457200" progId="Equation.DSMT4">
              <p:embed/>
            </p:oleObj>
          </a:graphicData>
        </a:graphic>
      </p:graphicFrame>
      <p:graphicFrame>
        <p:nvGraphicFramePr>
          <p:cNvPr id="2097" name="Object 49"/>
          <p:cNvGraphicFramePr>
            <a:graphicFrameLocks noChangeAspect="1"/>
          </p:cNvGraphicFramePr>
          <p:nvPr/>
        </p:nvGraphicFramePr>
        <p:xfrm>
          <a:off x="2962275" y="3886200"/>
          <a:ext cx="3644900" cy="1719263"/>
        </p:xfrm>
        <a:graphic>
          <a:graphicData uri="http://schemas.openxmlformats.org/presentationml/2006/ole">
            <p:oleObj spid="_x0000_s2097" name="Equation" r:id="rId6" imgW="1562040" imgH="736560" progId="Equation.DSMT4">
              <p:embed/>
            </p:oleObj>
          </a:graphicData>
        </a:graphic>
      </p:graphicFrame>
      <p:graphicFrame>
        <p:nvGraphicFramePr>
          <p:cNvPr id="2098" name="Object 50"/>
          <p:cNvGraphicFramePr>
            <a:graphicFrameLocks noChangeAspect="1"/>
          </p:cNvGraphicFramePr>
          <p:nvPr/>
        </p:nvGraphicFramePr>
        <p:xfrm>
          <a:off x="2630487" y="5622925"/>
          <a:ext cx="6665913" cy="1006475"/>
        </p:xfrm>
        <a:graphic>
          <a:graphicData uri="http://schemas.openxmlformats.org/presentationml/2006/ole">
            <p:oleObj spid="_x0000_s2098" name="Equation" r:id="rId7" imgW="2857320" imgH="431640" progId="Equation.DSMT4">
              <p:embed/>
            </p:oleObj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828800" y="152400"/>
            <a:ext cx="6324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Moments and Center of Mass</a:t>
            </a:r>
            <a:endParaRPr lang="en-US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0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0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0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0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2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2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0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0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Line Callout 1 44"/>
          <p:cNvSpPr/>
          <p:nvPr/>
        </p:nvSpPr>
        <p:spPr>
          <a:xfrm rot="10800000">
            <a:off x="7296538" y="3163076"/>
            <a:ext cx="1828800" cy="533400"/>
          </a:xfrm>
          <a:prstGeom prst="borderCallout1">
            <a:avLst>
              <a:gd name="adj1" fmla="val -3891"/>
              <a:gd name="adj2" fmla="val 41981"/>
              <a:gd name="adj3" fmla="val -111659"/>
              <a:gd name="adj4" fmla="val 33869"/>
            </a:avLst>
          </a:prstGeom>
          <a:ln w="28575"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Line Callout 1 42"/>
          <p:cNvSpPr/>
          <p:nvPr/>
        </p:nvSpPr>
        <p:spPr>
          <a:xfrm>
            <a:off x="6019800" y="2953758"/>
            <a:ext cx="1158336" cy="1008642"/>
          </a:xfrm>
          <a:prstGeom prst="borderCallout1">
            <a:avLst>
              <a:gd name="adj1" fmla="val 100615"/>
              <a:gd name="adj2" fmla="val 58403"/>
              <a:gd name="adj3" fmla="val 146694"/>
              <a:gd name="adj4" fmla="val -12228"/>
            </a:avLst>
          </a:prstGeom>
          <a:gradFill>
            <a:gsLst>
              <a:gs pos="0">
                <a:schemeClr val="bg1"/>
              </a:gs>
              <a:gs pos="67000">
                <a:srgbClr val="92D050">
                  <a:alpha val="62000"/>
                </a:srgbClr>
              </a:gs>
              <a:gs pos="100000">
                <a:srgbClr val="00B050">
                  <a:alpha val="32000"/>
                </a:srgbClr>
              </a:gs>
            </a:gsLst>
          </a:gradFill>
          <a:ln w="19050">
            <a:solidFill>
              <a:srgbClr val="00590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097" name="Object 49"/>
          <p:cNvGraphicFramePr>
            <a:graphicFrameLocks noChangeAspect="1"/>
          </p:cNvGraphicFramePr>
          <p:nvPr/>
        </p:nvGraphicFramePr>
        <p:xfrm>
          <a:off x="101600" y="3163669"/>
          <a:ext cx="889000" cy="563563"/>
        </p:xfrm>
        <a:graphic>
          <a:graphicData uri="http://schemas.openxmlformats.org/presentationml/2006/ole">
            <p:oleObj spid="_x0000_s24581" name="Equation" r:id="rId3" imgW="380880" imgH="241200" progId="Equation.DSMT4">
              <p:embed/>
            </p:oleObj>
          </a:graphicData>
        </a:graphic>
      </p:graphicFrame>
      <p:graphicFrame>
        <p:nvGraphicFramePr>
          <p:cNvPr id="24584" name="Object 8"/>
          <p:cNvGraphicFramePr>
            <a:graphicFrameLocks noChangeAspect="1"/>
          </p:cNvGraphicFramePr>
          <p:nvPr/>
        </p:nvGraphicFramePr>
        <p:xfrm>
          <a:off x="3886200" y="5562600"/>
          <a:ext cx="2697162" cy="1096963"/>
        </p:xfrm>
        <a:graphic>
          <a:graphicData uri="http://schemas.openxmlformats.org/presentationml/2006/ole">
            <p:oleObj spid="_x0000_s24584" name="Equation" r:id="rId4" imgW="1155600" imgH="469800" progId="Equation.DSMT4">
              <p:embed/>
            </p:oleObj>
          </a:graphicData>
        </a:graphic>
      </p:graphicFrame>
      <p:graphicFrame>
        <p:nvGraphicFramePr>
          <p:cNvPr id="24585" name="Object 9"/>
          <p:cNvGraphicFramePr>
            <a:graphicFrameLocks noChangeAspect="1"/>
          </p:cNvGraphicFramePr>
          <p:nvPr/>
        </p:nvGraphicFramePr>
        <p:xfrm>
          <a:off x="4724400" y="3124200"/>
          <a:ext cx="858837" cy="534988"/>
        </p:xfrm>
        <a:graphic>
          <a:graphicData uri="http://schemas.openxmlformats.org/presentationml/2006/ole">
            <p:oleObj spid="_x0000_s24585" name="Equation" r:id="rId5" imgW="368280" imgH="228600" progId="Equation.DSMT4">
              <p:embed/>
            </p:oleObj>
          </a:graphicData>
        </a:graphic>
      </p:graphicFrame>
      <p:grpSp>
        <p:nvGrpSpPr>
          <p:cNvPr id="49" name="Group 48"/>
          <p:cNvGrpSpPr/>
          <p:nvPr/>
        </p:nvGrpSpPr>
        <p:grpSpPr>
          <a:xfrm>
            <a:off x="5288776" y="-1371600"/>
            <a:ext cx="4007624" cy="3962400"/>
            <a:chOff x="5288776" y="-1371600"/>
            <a:chExt cx="4007624" cy="3962400"/>
          </a:xfrm>
        </p:grpSpPr>
        <p:cxnSp>
          <p:nvCxnSpPr>
            <p:cNvPr id="8" name="Straight Connector 7"/>
            <p:cNvCxnSpPr/>
            <p:nvPr/>
          </p:nvCxnSpPr>
          <p:spPr>
            <a:xfrm rot="16200000" flipH="1">
              <a:off x="5866605" y="1287731"/>
              <a:ext cx="2279124" cy="846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8" name="Group 47"/>
            <p:cNvGrpSpPr/>
            <p:nvPr/>
          </p:nvGrpSpPr>
          <p:grpSpPr>
            <a:xfrm>
              <a:off x="5288776" y="-1371600"/>
              <a:ext cx="4007624" cy="3962400"/>
              <a:chOff x="5257800" y="-1371600"/>
              <a:chExt cx="4007624" cy="3962400"/>
            </a:xfrm>
          </p:grpSpPr>
          <p:sp>
            <p:nvSpPr>
              <p:cNvPr id="24" name="Arc 23"/>
              <p:cNvSpPr/>
              <p:nvPr/>
            </p:nvSpPr>
            <p:spPr>
              <a:xfrm>
                <a:off x="5257800" y="-1371600"/>
                <a:ext cx="3657600" cy="3429000"/>
              </a:xfrm>
              <a:prstGeom prst="arc">
                <a:avLst>
                  <a:gd name="adj1" fmla="val 21294563"/>
                  <a:gd name="adj2" fmla="val 5576506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" name="Straight Connector 9"/>
              <p:cNvCxnSpPr/>
              <p:nvPr/>
            </p:nvCxnSpPr>
            <p:spPr>
              <a:xfrm>
                <a:off x="6570132" y="2055817"/>
                <a:ext cx="2421467" cy="2685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TextBox 13"/>
              <p:cNvSpPr txBox="1"/>
              <p:nvPr/>
            </p:nvSpPr>
            <p:spPr>
              <a:xfrm>
                <a:off x="8615275" y="2080479"/>
                <a:ext cx="650149" cy="5103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2</a:t>
                </a:r>
                <a:endParaRPr lang="en-US" dirty="0"/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6553200" y="87083"/>
                <a:ext cx="382440" cy="4552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4</a:t>
                </a:r>
                <a:endParaRPr lang="en-US" dirty="0"/>
              </a:p>
            </p:txBody>
          </p:sp>
          <p:cxnSp>
            <p:nvCxnSpPr>
              <p:cNvPr id="26" name="Straight Connector 25"/>
              <p:cNvCxnSpPr>
                <a:stCxn id="24" idx="2"/>
                <a:endCxn id="24" idx="0"/>
              </p:cNvCxnSpPr>
              <p:nvPr/>
            </p:nvCxnSpPr>
            <p:spPr>
              <a:xfrm rot="10800000" flipH="1">
                <a:off x="6998595" y="180720"/>
                <a:ext cx="1908605" cy="187469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7" name="TextBox 26"/>
          <p:cNvSpPr txBox="1"/>
          <p:nvPr/>
        </p:nvSpPr>
        <p:spPr>
          <a:xfrm>
            <a:off x="7636934" y="2057400"/>
            <a:ext cx="440267" cy="38258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x</a:t>
            </a:r>
            <a:endParaRPr lang="en-US" dirty="0"/>
          </a:p>
        </p:txBody>
      </p:sp>
      <p:sp>
        <p:nvSpPr>
          <p:cNvPr id="28" name="Rectangle 27"/>
          <p:cNvSpPr/>
          <p:nvPr/>
        </p:nvSpPr>
        <p:spPr>
          <a:xfrm>
            <a:off x="7806084" y="1219200"/>
            <a:ext cx="118716" cy="685800"/>
          </a:xfrm>
          <a:prstGeom prst="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4586" name="Object 10"/>
          <p:cNvGraphicFramePr>
            <a:graphicFrameLocks noChangeAspect="1"/>
          </p:cNvGraphicFramePr>
          <p:nvPr/>
        </p:nvGraphicFramePr>
        <p:xfrm>
          <a:off x="304800" y="152400"/>
          <a:ext cx="5097463" cy="534988"/>
        </p:xfrm>
        <a:graphic>
          <a:graphicData uri="http://schemas.openxmlformats.org/presentationml/2006/ole">
            <p:oleObj spid="_x0000_s24586" name="Equation" r:id="rId6" imgW="2184120" imgH="228600" progId="Equation.DSMT4">
              <p:embed/>
            </p:oleObj>
          </a:graphicData>
        </a:graphic>
      </p:graphicFrame>
      <p:sp>
        <p:nvSpPr>
          <p:cNvPr id="37" name="Oval 36"/>
          <p:cNvSpPr/>
          <p:nvPr/>
        </p:nvSpPr>
        <p:spPr>
          <a:xfrm>
            <a:off x="7800393" y="1514669"/>
            <a:ext cx="152400" cy="1524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4587" name="Object 11"/>
          <p:cNvGraphicFramePr>
            <a:graphicFrameLocks noChangeAspect="1"/>
          </p:cNvGraphicFramePr>
          <p:nvPr/>
        </p:nvGraphicFramePr>
        <p:xfrm>
          <a:off x="304800" y="1066800"/>
          <a:ext cx="5006975" cy="965200"/>
        </p:xfrm>
        <a:graphic>
          <a:graphicData uri="http://schemas.openxmlformats.org/presentationml/2006/ole">
            <p:oleObj spid="_x0000_s24587" name="Equation" r:id="rId7" imgW="2108160" imgH="406080" progId="Equation.DSMT4">
              <p:embed/>
            </p:oleObj>
          </a:graphicData>
        </a:graphic>
      </p:graphicFrame>
      <p:sp>
        <p:nvSpPr>
          <p:cNvPr id="38" name="Line Callout 1 37"/>
          <p:cNvSpPr/>
          <p:nvPr/>
        </p:nvSpPr>
        <p:spPr>
          <a:xfrm>
            <a:off x="1447800" y="3239869"/>
            <a:ext cx="457200" cy="542359"/>
          </a:xfrm>
          <a:prstGeom prst="borderCallout1">
            <a:avLst>
              <a:gd name="adj1" fmla="val 96915"/>
              <a:gd name="adj2" fmla="val 58403"/>
              <a:gd name="adj3" fmla="val 199423"/>
              <a:gd name="adj4" fmla="val -47671"/>
            </a:avLst>
          </a:prstGeom>
          <a:gradFill>
            <a:gsLst>
              <a:gs pos="0">
                <a:schemeClr val="bg1"/>
              </a:gs>
              <a:gs pos="67000">
                <a:srgbClr val="92D050">
                  <a:alpha val="62000"/>
                </a:srgbClr>
              </a:gs>
              <a:gs pos="100000">
                <a:srgbClr val="00B050">
                  <a:alpha val="32000"/>
                </a:srgbClr>
              </a:gs>
            </a:gsLst>
          </a:gradFill>
          <a:ln w="19050">
            <a:solidFill>
              <a:srgbClr val="00590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/>
          <p:cNvSpPr txBox="1"/>
          <p:nvPr/>
        </p:nvSpPr>
        <p:spPr>
          <a:xfrm>
            <a:off x="381000" y="4306669"/>
            <a:ext cx="1449436" cy="646331"/>
          </a:xfrm>
          <a:prstGeom prst="rect">
            <a:avLst/>
          </a:prstGeom>
          <a:noFill/>
          <a:ln>
            <a:solidFill>
              <a:srgbClr val="3366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b="1" dirty="0" smtClean="0">
                <a:solidFill>
                  <a:srgbClr val="336600"/>
                </a:solidFill>
              </a:rPr>
              <a:t>Distance to</a:t>
            </a:r>
          </a:p>
          <a:p>
            <a:pPr algn="ctr"/>
            <a:r>
              <a:rPr lang="en-US" b="1" dirty="0" smtClean="0">
                <a:solidFill>
                  <a:srgbClr val="336600"/>
                </a:solidFill>
              </a:rPr>
              <a:t>y-axis</a:t>
            </a:r>
            <a:endParaRPr lang="en-US" b="1" dirty="0" smtClean="0">
              <a:solidFill>
                <a:srgbClr val="336600"/>
              </a:solidFill>
            </a:endParaRPr>
          </a:p>
        </p:txBody>
      </p:sp>
      <p:sp>
        <p:nvSpPr>
          <p:cNvPr id="40" name="Line Callout 1 39"/>
          <p:cNvSpPr/>
          <p:nvPr/>
        </p:nvSpPr>
        <p:spPr>
          <a:xfrm rot="10800000">
            <a:off x="1981200" y="3239869"/>
            <a:ext cx="1828800" cy="533400"/>
          </a:xfrm>
          <a:prstGeom prst="borderCallout1">
            <a:avLst>
              <a:gd name="adj1" fmla="val -3891"/>
              <a:gd name="adj2" fmla="val 41981"/>
              <a:gd name="adj3" fmla="val -111659"/>
              <a:gd name="adj4" fmla="val 33869"/>
            </a:avLst>
          </a:prstGeom>
          <a:ln w="28575"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/>
          <p:cNvSpPr txBox="1"/>
          <p:nvPr/>
        </p:nvSpPr>
        <p:spPr>
          <a:xfrm>
            <a:off x="2667000" y="4382869"/>
            <a:ext cx="745717" cy="369332"/>
          </a:xfrm>
          <a:prstGeom prst="rect">
            <a:avLst/>
          </a:prstGeom>
          <a:noFill/>
          <a:ln w="19050">
            <a:solidFill>
              <a:schemeClr val="accent3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996600"/>
                </a:solidFill>
              </a:rPr>
              <a:t>Mass</a:t>
            </a:r>
            <a:endParaRPr lang="en-US" b="1" dirty="0">
              <a:solidFill>
                <a:srgbClr val="996600"/>
              </a:solidFill>
            </a:endParaRPr>
          </a:p>
        </p:txBody>
      </p:sp>
      <p:graphicFrame>
        <p:nvGraphicFramePr>
          <p:cNvPr id="24588" name="Object 12"/>
          <p:cNvGraphicFramePr>
            <a:graphicFrameLocks noChangeAspect="1"/>
          </p:cNvGraphicFramePr>
          <p:nvPr/>
        </p:nvGraphicFramePr>
        <p:xfrm>
          <a:off x="1066800" y="2935069"/>
          <a:ext cx="474662" cy="1096963"/>
        </p:xfrm>
        <a:graphic>
          <a:graphicData uri="http://schemas.openxmlformats.org/presentationml/2006/ole">
            <p:oleObj spid="_x0000_s24588" name="Equation" r:id="rId8" imgW="203040" imgH="469800" progId="Equation.DSMT4">
              <p:embed/>
            </p:oleObj>
          </a:graphicData>
        </a:graphic>
      </p:graphicFrame>
      <p:graphicFrame>
        <p:nvGraphicFramePr>
          <p:cNvPr id="24589" name="Object 13"/>
          <p:cNvGraphicFramePr>
            <a:graphicFrameLocks noChangeAspect="1"/>
          </p:cNvGraphicFramePr>
          <p:nvPr/>
        </p:nvGraphicFramePr>
        <p:xfrm>
          <a:off x="1524000" y="3316069"/>
          <a:ext cx="385762" cy="385763"/>
        </p:xfrm>
        <a:graphic>
          <a:graphicData uri="http://schemas.openxmlformats.org/presentationml/2006/ole">
            <p:oleObj spid="_x0000_s24589" name="Equation" r:id="rId9" imgW="164880" imgH="164880" progId="Equation.DSMT4">
              <p:embed/>
            </p:oleObj>
          </a:graphicData>
        </a:graphic>
      </p:graphicFrame>
      <p:graphicFrame>
        <p:nvGraphicFramePr>
          <p:cNvPr id="24590" name="Object 14"/>
          <p:cNvGraphicFramePr>
            <a:graphicFrameLocks noChangeAspect="1"/>
          </p:cNvGraphicFramePr>
          <p:nvPr/>
        </p:nvGraphicFramePr>
        <p:xfrm>
          <a:off x="2057400" y="3239869"/>
          <a:ext cx="1778000" cy="533400"/>
        </p:xfrm>
        <a:graphic>
          <a:graphicData uri="http://schemas.openxmlformats.org/presentationml/2006/ole">
            <p:oleObj spid="_x0000_s24590" name="Equation" r:id="rId10" imgW="761760" imgH="228600" progId="Equation.DSMT4">
              <p:embed/>
            </p:oleObj>
          </a:graphicData>
        </a:graphic>
      </p:graphicFrame>
      <p:graphicFrame>
        <p:nvGraphicFramePr>
          <p:cNvPr id="24591" name="Object 15"/>
          <p:cNvGraphicFramePr>
            <a:graphicFrameLocks noChangeAspect="1"/>
          </p:cNvGraphicFramePr>
          <p:nvPr/>
        </p:nvGraphicFramePr>
        <p:xfrm>
          <a:off x="7367588" y="3124200"/>
          <a:ext cx="1776412" cy="533400"/>
        </p:xfrm>
        <a:graphic>
          <a:graphicData uri="http://schemas.openxmlformats.org/presentationml/2006/ole">
            <p:oleObj spid="_x0000_s24591" name="Equation" r:id="rId11" imgW="761760" imgH="228600" progId="Equation.DSMT4">
              <p:embed/>
            </p:oleObj>
          </a:graphicData>
        </a:graphic>
      </p:graphicFrame>
      <p:graphicFrame>
        <p:nvGraphicFramePr>
          <p:cNvPr id="24592" name="Object 16"/>
          <p:cNvGraphicFramePr>
            <a:graphicFrameLocks noChangeAspect="1"/>
          </p:cNvGraphicFramePr>
          <p:nvPr/>
        </p:nvGraphicFramePr>
        <p:xfrm>
          <a:off x="6045200" y="2892425"/>
          <a:ext cx="1184275" cy="979488"/>
        </p:xfrm>
        <a:graphic>
          <a:graphicData uri="http://schemas.openxmlformats.org/presentationml/2006/ole">
            <p:oleObj spid="_x0000_s24592" name="Equation" r:id="rId12" imgW="507960" imgH="419040" progId="Equation.DSMT4">
              <p:embed/>
            </p:oleObj>
          </a:graphicData>
        </a:graphic>
      </p:graphicFrame>
      <p:graphicFrame>
        <p:nvGraphicFramePr>
          <p:cNvPr id="24593" name="Object 17"/>
          <p:cNvGraphicFramePr>
            <a:graphicFrameLocks noChangeAspect="1"/>
          </p:cNvGraphicFramePr>
          <p:nvPr/>
        </p:nvGraphicFramePr>
        <p:xfrm>
          <a:off x="5562600" y="2819400"/>
          <a:ext cx="474663" cy="1295400"/>
        </p:xfrm>
        <a:graphic>
          <a:graphicData uri="http://schemas.openxmlformats.org/presentationml/2006/ole">
            <p:oleObj spid="_x0000_s24593" name="Equation" r:id="rId13" imgW="203040" imgH="469800" progId="Equation.DSMT4">
              <p:embed/>
            </p:oleObj>
          </a:graphicData>
        </a:graphic>
      </p:graphicFrame>
      <p:sp>
        <p:nvSpPr>
          <p:cNvPr id="44" name="TextBox 43"/>
          <p:cNvSpPr txBox="1"/>
          <p:nvPr/>
        </p:nvSpPr>
        <p:spPr>
          <a:xfrm>
            <a:off x="5257800" y="4419600"/>
            <a:ext cx="1676400" cy="646331"/>
          </a:xfrm>
          <a:prstGeom prst="rect">
            <a:avLst/>
          </a:prstGeom>
          <a:noFill/>
          <a:ln>
            <a:solidFill>
              <a:srgbClr val="3366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rgbClr val="336600"/>
                </a:solidFill>
              </a:rPr>
              <a:t>Distance to</a:t>
            </a:r>
          </a:p>
          <a:p>
            <a:pPr algn="ctr"/>
            <a:r>
              <a:rPr lang="en-US" b="1" dirty="0" smtClean="0">
                <a:solidFill>
                  <a:srgbClr val="336600"/>
                </a:solidFill>
              </a:rPr>
              <a:t>x-axis</a:t>
            </a:r>
            <a:endParaRPr lang="en-US" b="1" dirty="0" smtClean="0">
              <a:solidFill>
                <a:srgbClr val="336600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8001000" y="4267200"/>
            <a:ext cx="745717" cy="369332"/>
          </a:xfrm>
          <a:prstGeom prst="rect">
            <a:avLst/>
          </a:prstGeom>
          <a:noFill/>
          <a:ln w="19050">
            <a:solidFill>
              <a:schemeClr val="accent3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996600"/>
                </a:solidFill>
              </a:rPr>
              <a:t>Mass</a:t>
            </a:r>
            <a:endParaRPr lang="en-US" b="1" dirty="0">
              <a:solidFill>
                <a:srgbClr val="9966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45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45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4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45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45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4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0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0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45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45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4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245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245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4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45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45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4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245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245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4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245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245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24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245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245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24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245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245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24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245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245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24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43" grpId="0" animBg="1"/>
      <p:bldP spid="27" grpId="0"/>
      <p:bldP spid="28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4" grpId="0" animBg="1"/>
      <p:bldP spid="4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Line Callout 1 44"/>
          <p:cNvSpPr/>
          <p:nvPr/>
        </p:nvSpPr>
        <p:spPr>
          <a:xfrm rot="10800000">
            <a:off x="6839338" y="3351248"/>
            <a:ext cx="2256455" cy="533400"/>
          </a:xfrm>
          <a:prstGeom prst="borderCallout1">
            <a:avLst>
              <a:gd name="adj1" fmla="val -3891"/>
              <a:gd name="adj2" fmla="val 41981"/>
              <a:gd name="adj3" fmla="val -146644"/>
              <a:gd name="adj4" fmla="val 36764"/>
            </a:avLst>
          </a:prstGeom>
          <a:ln w="28575"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Line Callout 1 42"/>
          <p:cNvSpPr/>
          <p:nvPr/>
        </p:nvSpPr>
        <p:spPr>
          <a:xfrm>
            <a:off x="5010538" y="3159972"/>
            <a:ext cx="1752600" cy="1008642"/>
          </a:xfrm>
          <a:prstGeom prst="borderCallout1">
            <a:avLst>
              <a:gd name="adj1" fmla="val 100615"/>
              <a:gd name="adj2" fmla="val 58403"/>
              <a:gd name="adj3" fmla="val 143919"/>
              <a:gd name="adj4" fmla="val 35154"/>
            </a:avLst>
          </a:prstGeom>
          <a:gradFill>
            <a:gsLst>
              <a:gs pos="0">
                <a:schemeClr val="bg1"/>
              </a:gs>
              <a:gs pos="67000">
                <a:srgbClr val="92D050">
                  <a:alpha val="62000"/>
                </a:srgbClr>
              </a:gs>
              <a:gs pos="100000">
                <a:srgbClr val="00B050">
                  <a:alpha val="32000"/>
                </a:srgbClr>
              </a:gs>
            </a:gsLst>
          </a:gradFill>
          <a:ln w="19050">
            <a:solidFill>
              <a:srgbClr val="00590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097" name="Object 49"/>
          <p:cNvGraphicFramePr>
            <a:graphicFrameLocks noChangeAspect="1"/>
          </p:cNvGraphicFramePr>
          <p:nvPr/>
        </p:nvGraphicFramePr>
        <p:xfrm>
          <a:off x="1447800" y="2362200"/>
          <a:ext cx="889000" cy="563563"/>
        </p:xfrm>
        <a:graphic>
          <a:graphicData uri="http://schemas.openxmlformats.org/presentationml/2006/ole">
            <p:oleObj spid="_x0000_s29698" name="Equation" r:id="rId3" imgW="380880" imgH="241200" progId="Equation.DSMT4">
              <p:embed/>
            </p:oleObj>
          </a:graphicData>
        </a:graphic>
      </p:graphicFrame>
      <p:graphicFrame>
        <p:nvGraphicFramePr>
          <p:cNvPr id="24584" name="Object 8"/>
          <p:cNvGraphicFramePr>
            <a:graphicFrameLocks noChangeAspect="1"/>
          </p:cNvGraphicFramePr>
          <p:nvPr/>
        </p:nvGraphicFramePr>
        <p:xfrm>
          <a:off x="3814763" y="5761037"/>
          <a:ext cx="2994025" cy="1096963"/>
        </p:xfrm>
        <a:graphic>
          <a:graphicData uri="http://schemas.openxmlformats.org/presentationml/2006/ole">
            <p:oleObj spid="_x0000_s29699" name="Equation" r:id="rId4" imgW="1282680" imgH="469800" progId="Equation.DSMT4">
              <p:embed/>
            </p:oleObj>
          </a:graphicData>
        </a:graphic>
      </p:graphicFrame>
      <p:graphicFrame>
        <p:nvGraphicFramePr>
          <p:cNvPr id="24585" name="Object 9"/>
          <p:cNvGraphicFramePr>
            <a:graphicFrameLocks noChangeAspect="1"/>
          </p:cNvGraphicFramePr>
          <p:nvPr/>
        </p:nvGraphicFramePr>
        <p:xfrm>
          <a:off x="6324600" y="2362200"/>
          <a:ext cx="858837" cy="534988"/>
        </p:xfrm>
        <a:graphic>
          <a:graphicData uri="http://schemas.openxmlformats.org/presentationml/2006/ole">
            <p:oleObj spid="_x0000_s29700" name="Equation" r:id="rId5" imgW="368280" imgH="228600" progId="Equation.DSMT4">
              <p:embed/>
            </p:oleObj>
          </a:graphicData>
        </a:graphic>
      </p:graphicFrame>
      <p:graphicFrame>
        <p:nvGraphicFramePr>
          <p:cNvPr id="24587" name="Object 11"/>
          <p:cNvGraphicFramePr>
            <a:graphicFrameLocks noChangeAspect="1"/>
          </p:cNvGraphicFramePr>
          <p:nvPr/>
        </p:nvGraphicFramePr>
        <p:xfrm>
          <a:off x="304800" y="1066800"/>
          <a:ext cx="5006975" cy="965200"/>
        </p:xfrm>
        <a:graphic>
          <a:graphicData uri="http://schemas.openxmlformats.org/presentationml/2006/ole">
            <p:oleObj spid="_x0000_s29702" name="Equation" r:id="rId6" imgW="2108160" imgH="406080" progId="Equation.DSMT4">
              <p:embed/>
            </p:oleObj>
          </a:graphicData>
        </a:graphic>
      </p:graphicFrame>
      <p:sp>
        <p:nvSpPr>
          <p:cNvPr id="38" name="Line Callout 1 37"/>
          <p:cNvSpPr/>
          <p:nvPr/>
        </p:nvSpPr>
        <p:spPr>
          <a:xfrm>
            <a:off x="609600" y="3239869"/>
            <a:ext cx="457200" cy="542359"/>
          </a:xfrm>
          <a:prstGeom prst="borderCallout1">
            <a:avLst>
              <a:gd name="adj1" fmla="val 96915"/>
              <a:gd name="adj2" fmla="val 58403"/>
              <a:gd name="adj3" fmla="val 204584"/>
              <a:gd name="adj4" fmla="val -27263"/>
            </a:avLst>
          </a:prstGeom>
          <a:gradFill>
            <a:gsLst>
              <a:gs pos="0">
                <a:schemeClr val="bg1"/>
              </a:gs>
              <a:gs pos="67000">
                <a:srgbClr val="92D050">
                  <a:alpha val="62000"/>
                </a:srgbClr>
              </a:gs>
              <a:gs pos="100000">
                <a:srgbClr val="00B050">
                  <a:alpha val="32000"/>
                </a:srgbClr>
              </a:gs>
            </a:gsLst>
          </a:gradFill>
          <a:ln w="19050">
            <a:solidFill>
              <a:srgbClr val="00590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/>
          <p:cNvSpPr txBox="1"/>
          <p:nvPr/>
        </p:nvSpPr>
        <p:spPr>
          <a:xfrm>
            <a:off x="152400" y="4343400"/>
            <a:ext cx="1449436" cy="646331"/>
          </a:xfrm>
          <a:prstGeom prst="rect">
            <a:avLst/>
          </a:prstGeom>
          <a:noFill/>
          <a:ln>
            <a:solidFill>
              <a:srgbClr val="3366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b="1" dirty="0" smtClean="0">
                <a:solidFill>
                  <a:srgbClr val="336600"/>
                </a:solidFill>
              </a:rPr>
              <a:t>Distance to</a:t>
            </a:r>
          </a:p>
          <a:p>
            <a:pPr algn="ctr"/>
            <a:r>
              <a:rPr lang="en-US" b="1" dirty="0" smtClean="0">
                <a:solidFill>
                  <a:srgbClr val="336600"/>
                </a:solidFill>
              </a:rPr>
              <a:t>y-axis</a:t>
            </a:r>
            <a:endParaRPr lang="en-US" b="1" dirty="0" smtClean="0">
              <a:solidFill>
                <a:srgbClr val="336600"/>
              </a:solidFill>
            </a:endParaRPr>
          </a:p>
        </p:txBody>
      </p:sp>
      <p:sp>
        <p:nvSpPr>
          <p:cNvPr id="40" name="Line Callout 1 39"/>
          <p:cNvSpPr/>
          <p:nvPr/>
        </p:nvSpPr>
        <p:spPr>
          <a:xfrm rot="10800000">
            <a:off x="1193800" y="3262094"/>
            <a:ext cx="2285999" cy="533400"/>
          </a:xfrm>
          <a:prstGeom prst="borderCallout1">
            <a:avLst>
              <a:gd name="adj1" fmla="val -3891"/>
              <a:gd name="adj2" fmla="val 41981"/>
              <a:gd name="adj3" fmla="val -111659"/>
              <a:gd name="adj4" fmla="val 38767"/>
            </a:avLst>
          </a:prstGeom>
          <a:ln w="28575"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/>
          <p:cNvSpPr txBox="1"/>
          <p:nvPr/>
        </p:nvSpPr>
        <p:spPr>
          <a:xfrm>
            <a:off x="2162634" y="4405094"/>
            <a:ext cx="745717" cy="369332"/>
          </a:xfrm>
          <a:prstGeom prst="rect">
            <a:avLst/>
          </a:prstGeom>
          <a:noFill/>
          <a:ln w="19050">
            <a:solidFill>
              <a:schemeClr val="accent3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996600"/>
                </a:solidFill>
              </a:rPr>
              <a:t>Mass</a:t>
            </a:r>
            <a:endParaRPr lang="en-US" b="1" dirty="0">
              <a:solidFill>
                <a:srgbClr val="996600"/>
              </a:solidFill>
            </a:endParaRPr>
          </a:p>
        </p:txBody>
      </p:sp>
      <p:graphicFrame>
        <p:nvGraphicFramePr>
          <p:cNvPr id="24588" name="Object 12"/>
          <p:cNvGraphicFramePr>
            <a:graphicFrameLocks noChangeAspect="1"/>
          </p:cNvGraphicFramePr>
          <p:nvPr/>
        </p:nvGraphicFramePr>
        <p:xfrm>
          <a:off x="268517" y="2971800"/>
          <a:ext cx="533400" cy="1066800"/>
        </p:xfrm>
        <a:graphic>
          <a:graphicData uri="http://schemas.openxmlformats.org/presentationml/2006/ole">
            <p:oleObj spid="_x0000_s29703" name="Equation" r:id="rId7" imgW="228600" imgH="457200" progId="Equation.DSMT4">
              <p:embed/>
            </p:oleObj>
          </a:graphicData>
        </a:graphic>
      </p:graphicFrame>
      <p:graphicFrame>
        <p:nvGraphicFramePr>
          <p:cNvPr id="24589" name="Object 13"/>
          <p:cNvGraphicFramePr>
            <a:graphicFrameLocks noChangeAspect="1"/>
          </p:cNvGraphicFramePr>
          <p:nvPr/>
        </p:nvGraphicFramePr>
        <p:xfrm>
          <a:off x="686841" y="3338294"/>
          <a:ext cx="385762" cy="385763"/>
        </p:xfrm>
        <a:graphic>
          <a:graphicData uri="http://schemas.openxmlformats.org/presentationml/2006/ole">
            <p:oleObj spid="_x0000_s29704" name="Equation" r:id="rId8" imgW="164880" imgH="164880" progId="Equation.DSMT4">
              <p:embed/>
            </p:oleObj>
          </a:graphicData>
        </a:graphic>
      </p:graphicFrame>
      <p:graphicFrame>
        <p:nvGraphicFramePr>
          <p:cNvPr id="24590" name="Object 14"/>
          <p:cNvGraphicFramePr>
            <a:graphicFrameLocks noChangeAspect="1"/>
          </p:cNvGraphicFramePr>
          <p:nvPr/>
        </p:nvGraphicFramePr>
        <p:xfrm>
          <a:off x="1193800" y="3262313"/>
          <a:ext cx="2311400" cy="533400"/>
        </p:xfrm>
        <a:graphic>
          <a:graphicData uri="http://schemas.openxmlformats.org/presentationml/2006/ole">
            <p:oleObj spid="_x0000_s29705" name="Equation" r:id="rId9" imgW="990360" imgH="228600" progId="Equation.DSMT4">
              <p:embed/>
            </p:oleObj>
          </a:graphicData>
        </a:graphic>
      </p:graphicFrame>
      <p:graphicFrame>
        <p:nvGraphicFramePr>
          <p:cNvPr id="24592" name="Object 16"/>
          <p:cNvGraphicFramePr>
            <a:graphicFrameLocks noChangeAspect="1"/>
          </p:cNvGraphicFramePr>
          <p:nvPr/>
        </p:nvGraphicFramePr>
        <p:xfrm>
          <a:off x="5016888" y="3159972"/>
          <a:ext cx="1746250" cy="979488"/>
        </p:xfrm>
        <a:graphic>
          <a:graphicData uri="http://schemas.openxmlformats.org/presentationml/2006/ole">
            <p:oleObj spid="_x0000_s29707" name="Equation" r:id="rId10" imgW="749160" imgH="419040" progId="Equation.DSMT4">
              <p:embed/>
            </p:oleObj>
          </a:graphicData>
        </a:graphic>
      </p:graphicFrame>
      <p:graphicFrame>
        <p:nvGraphicFramePr>
          <p:cNvPr id="24593" name="Object 17"/>
          <p:cNvGraphicFramePr>
            <a:graphicFrameLocks noChangeAspect="1"/>
          </p:cNvGraphicFramePr>
          <p:nvPr/>
        </p:nvGraphicFramePr>
        <p:xfrm>
          <a:off x="4629538" y="3007572"/>
          <a:ext cx="533400" cy="1260475"/>
        </p:xfrm>
        <a:graphic>
          <a:graphicData uri="http://schemas.openxmlformats.org/presentationml/2006/ole">
            <p:oleObj spid="_x0000_s29708" name="Equation" r:id="rId11" imgW="228600" imgH="457200" progId="Equation.DSMT4">
              <p:embed/>
            </p:oleObj>
          </a:graphicData>
        </a:graphic>
      </p:graphicFrame>
      <p:sp>
        <p:nvSpPr>
          <p:cNvPr id="44" name="TextBox 43"/>
          <p:cNvSpPr txBox="1"/>
          <p:nvPr/>
        </p:nvSpPr>
        <p:spPr>
          <a:xfrm>
            <a:off x="5239138" y="4607772"/>
            <a:ext cx="1676400" cy="646331"/>
          </a:xfrm>
          <a:prstGeom prst="rect">
            <a:avLst/>
          </a:prstGeom>
          <a:noFill/>
          <a:ln>
            <a:solidFill>
              <a:srgbClr val="3366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rgbClr val="336600"/>
                </a:solidFill>
              </a:rPr>
              <a:t>Distance to</a:t>
            </a:r>
          </a:p>
          <a:p>
            <a:pPr algn="ctr"/>
            <a:r>
              <a:rPr lang="en-US" b="1" dirty="0" smtClean="0">
                <a:solidFill>
                  <a:srgbClr val="336600"/>
                </a:solidFill>
              </a:rPr>
              <a:t>x-axis</a:t>
            </a:r>
            <a:endParaRPr lang="en-US" b="1" dirty="0" smtClean="0">
              <a:solidFill>
                <a:srgbClr val="336600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7753738" y="4683972"/>
            <a:ext cx="745717" cy="369332"/>
          </a:xfrm>
          <a:prstGeom prst="rect">
            <a:avLst/>
          </a:prstGeom>
          <a:noFill/>
          <a:ln w="19050">
            <a:solidFill>
              <a:schemeClr val="accent3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996600"/>
                </a:solidFill>
              </a:rPr>
              <a:t>Mass</a:t>
            </a:r>
            <a:endParaRPr lang="en-US" b="1" dirty="0">
              <a:solidFill>
                <a:srgbClr val="996600"/>
              </a:solidFill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8077200" y="637593"/>
            <a:ext cx="152400" cy="533400"/>
          </a:xfrm>
          <a:prstGeom prst="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9709" name="Object 13"/>
          <p:cNvGraphicFramePr>
            <a:graphicFrameLocks noChangeAspect="1"/>
          </p:cNvGraphicFramePr>
          <p:nvPr/>
        </p:nvGraphicFramePr>
        <p:xfrm>
          <a:off x="152400" y="228600"/>
          <a:ext cx="5275263" cy="534988"/>
        </p:xfrm>
        <a:graphic>
          <a:graphicData uri="http://schemas.openxmlformats.org/presentationml/2006/ole">
            <p:oleObj spid="_x0000_s29709" name="Equation" r:id="rId12" imgW="2260440" imgH="228600" progId="Equation.DSMT4">
              <p:embed/>
            </p:oleObj>
          </a:graphicData>
        </a:graphic>
      </p:graphicFrame>
      <p:grpSp>
        <p:nvGrpSpPr>
          <p:cNvPr id="34" name="Group 29"/>
          <p:cNvGrpSpPr/>
          <p:nvPr/>
        </p:nvGrpSpPr>
        <p:grpSpPr>
          <a:xfrm>
            <a:off x="6515876" y="-533400"/>
            <a:ext cx="2323321" cy="2590800"/>
            <a:chOff x="1273446" y="-329241"/>
            <a:chExt cx="1366660" cy="2311235"/>
          </a:xfrm>
        </p:grpSpPr>
        <p:sp>
          <p:nvSpPr>
            <p:cNvPr id="35" name="Arc 34"/>
            <p:cNvSpPr/>
            <p:nvPr/>
          </p:nvSpPr>
          <p:spPr>
            <a:xfrm>
              <a:off x="1273446" y="-329241"/>
              <a:ext cx="1120589" cy="1835392"/>
            </a:xfrm>
            <a:prstGeom prst="arc">
              <a:avLst>
                <a:gd name="adj1" fmla="val 21264036"/>
                <a:gd name="adj2" fmla="val 7924362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6" name="Group 28"/>
            <p:cNvGrpSpPr/>
            <p:nvPr/>
          </p:nvGrpSpPr>
          <p:grpSpPr>
            <a:xfrm>
              <a:off x="1295400" y="305594"/>
              <a:ext cx="1344706" cy="1676400"/>
              <a:chOff x="1295400" y="305594"/>
              <a:chExt cx="1344706" cy="1676400"/>
            </a:xfrm>
          </p:grpSpPr>
          <p:grpSp>
            <p:nvGrpSpPr>
              <p:cNvPr id="42" name="Group 16"/>
              <p:cNvGrpSpPr/>
              <p:nvPr/>
            </p:nvGrpSpPr>
            <p:grpSpPr>
              <a:xfrm>
                <a:off x="1295400" y="305594"/>
                <a:ext cx="1344706" cy="1676400"/>
                <a:chOff x="1295400" y="305594"/>
                <a:chExt cx="1344706" cy="1676400"/>
              </a:xfrm>
            </p:grpSpPr>
            <p:cxnSp>
              <p:nvCxnSpPr>
                <p:cNvPr id="49" name="Straight Connector 48"/>
                <p:cNvCxnSpPr/>
                <p:nvPr/>
              </p:nvCxnSpPr>
              <p:spPr>
                <a:xfrm rot="5400000">
                  <a:off x="990600" y="1143000"/>
                  <a:ext cx="1676400" cy="1588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Straight Connector 49"/>
                <p:cNvCxnSpPr/>
                <p:nvPr/>
              </p:nvCxnSpPr>
              <p:spPr>
                <a:xfrm flipV="1">
                  <a:off x="1295400" y="1506152"/>
                  <a:ext cx="1344706" cy="17848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1" name="TextBox 50"/>
                <p:cNvSpPr txBox="1"/>
                <p:nvPr/>
              </p:nvSpPr>
              <p:spPr>
                <a:xfrm>
                  <a:off x="2371166" y="1574129"/>
                  <a:ext cx="184062" cy="32947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 smtClean="0"/>
                    <a:t>3</a:t>
                  </a:r>
                  <a:endParaRPr lang="en-US" dirty="0"/>
                </a:p>
              </p:txBody>
            </p:sp>
          </p:grpSp>
          <p:cxnSp>
            <p:nvCxnSpPr>
              <p:cNvPr id="47" name="Straight Connector 46"/>
              <p:cNvCxnSpPr/>
              <p:nvPr/>
            </p:nvCxnSpPr>
            <p:spPr>
              <a:xfrm flipV="1">
                <a:off x="1474695" y="418513"/>
                <a:ext cx="1039904" cy="101966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" name="TextBox 47"/>
              <p:cNvSpPr txBox="1"/>
              <p:nvPr/>
            </p:nvSpPr>
            <p:spPr>
              <a:xfrm>
                <a:off x="1429872" y="1574129"/>
                <a:ext cx="229324" cy="3294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-2</a:t>
                </a:r>
                <a:endParaRPr lang="en-US" dirty="0"/>
              </a:p>
            </p:txBody>
          </p:sp>
        </p:grpSp>
      </p:grpSp>
      <p:sp>
        <p:nvSpPr>
          <p:cNvPr id="37" name="Oval 36"/>
          <p:cNvSpPr/>
          <p:nvPr/>
        </p:nvSpPr>
        <p:spPr>
          <a:xfrm>
            <a:off x="8086531" y="838200"/>
            <a:ext cx="152400" cy="1524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/>
          <p:cNvSpPr txBox="1"/>
          <p:nvPr/>
        </p:nvSpPr>
        <p:spPr>
          <a:xfrm>
            <a:off x="8001000" y="1600200"/>
            <a:ext cx="325730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x</a:t>
            </a:r>
            <a:endParaRPr lang="en-US" dirty="0"/>
          </a:p>
        </p:txBody>
      </p:sp>
      <p:graphicFrame>
        <p:nvGraphicFramePr>
          <p:cNvPr id="29710" name="Object 14"/>
          <p:cNvGraphicFramePr>
            <a:graphicFrameLocks noChangeAspect="1"/>
          </p:cNvGraphicFramePr>
          <p:nvPr/>
        </p:nvGraphicFramePr>
        <p:xfrm>
          <a:off x="6813938" y="3312372"/>
          <a:ext cx="2311400" cy="533400"/>
        </p:xfrm>
        <a:graphic>
          <a:graphicData uri="http://schemas.openxmlformats.org/presentationml/2006/ole">
            <p:oleObj spid="_x0000_s29710" name="Equation" r:id="rId13" imgW="990360" imgH="22860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97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97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9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45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45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4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0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0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45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245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4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245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245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4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45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245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4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245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245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4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245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245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24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297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297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29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245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245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24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245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245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24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43" grpId="0" animBg="1"/>
      <p:bldP spid="38" grpId="0" animBg="1"/>
      <p:bldP spid="39" grpId="0" animBg="1"/>
      <p:bldP spid="40" grpId="0" animBg="1"/>
      <p:bldP spid="41" grpId="0" animBg="1"/>
      <p:bldP spid="44" grpId="0" animBg="1"/>
      <p:bldP spid="46" grpId="0" animBg="1"/>
      <p:bldP spid="52" grpId="0" animBg="1"/>
      <p:bldP spid="37" grpId="0" animBg="1"/>
      <p:bldP spid="57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heme">
  <a:themeElements>
    <a:clrScheme name="NewsPrint">
      <a:dk1>
        <a:sysClr val="windowText" lastClr="000000"/>
      </a:dk1>
      <a:lt1>
        <a:sysClr val="window" lastClr="FFFFFF"/>
      </a:lt1>
      <a:dk2>
        <a:srgbClr val="303030"/>
      </a:dk2>
      <a:lt2>
        <a:srgbClr val="DEDEE0"/>
      </a:lt2>
      <a:accent1>
        <a:srgbClr val="AD0101"/>
      </a:accent1>
      <a:accent2>
        <a:srgbClr val="726056"/>
      </a:accent2>
      <a:accent3>
        <a:srgbClr val="AC956E"/>
      </a:accent3>
      <a:accent4>
        <a:srgbClr val="808DA9"/>
      </a:accent4>
      <a:accent5>
        <a:srgbClr val="424E5B"/>
      </a:accent5>
      <a:accent6>
        <a:srgbClr val="730E00"/>
      </a:accent6>
      <a:hlink>
        <a:srgbClr val="D26900"/>
      </a:hlink>
      <a:folHlink>
        <a:srgbClr val="D89243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</Template>
  <TotalTime>1847</TotalTime>
  <Words>36</Words>
  <Application>Microsoft Office PowerPoint</Application>
  <PresentationFormat>On-screen Show (4:3)</PresentationFormat>
  <Paragraphs>20</Paragraphs>
  <Slides>4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6" baseType="lpstr">
      <vt:lpstr>theme</vt:lpstr>
      <vt:lpstr>MathType 6.0 Equation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211</dc:creator>
  <cp:lastModifiedBy>Brock Williams</cp:lastModifiedBy>
  <cp:revision>485</cp:revision>
  <dcterms:created xsi:type="dcterms:W3CDTF">2006-08-16T00:00:00Z</dcterms:created>
  <dcterms:modified xsi:type="dcterms:W3CDTF">2011-01-31T18:39:51Z</dcterms:modified>
</cp:coreProperties>
</file>